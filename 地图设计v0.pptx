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7" r:id="rId2"/>
    <p:sldId id="264" r:id="rId3"/>
    <p:sldId id="262" r:id="rId4"/>
    <p:sldId id="263" r:id="rId5"/>
    <p:sldId id="261" r:id="rId6"/>
    <p:sldId id="259" r:id="rId7"/>
    <p:sldId id="260" r:id="rId8"/>
    <p:sldId id="258" r:id="rId9"/>
  </p:sldIdLst>
  <p:sldSz cx="15119350" cy="106918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680" autoAdjust="0"/>
    <p:restoredTop sz="96233" autoAdjust="0"/>
  </p:normalViewPr>
  <p:slideViewPr>
    <p:cSldViewPr snapToGrid="0">
      <p:cViewPr varScale="1">
        <p:scale>
          <a:sx n="71" d="100"/>
          <a:sy n="71" d="100"/>
        </p:scale>
        <p:origin x="448" y="5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09:57:23.657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10341 2118 24575,'-18'0'0,"1"-2"0,-21-4 0,20 2 0,1 2 0,-25-1 0,-25 2 0,-52 2 0,88 3 0,-34 8 0,47-7 0,1 1 0,0 1 0,1 0 0,-28 17 0,-26 20 0,-9 10 0,-5-5 0,-5 4 0,-8 7 0,85-52 0,-20 13 0,-65 31 0,0-14 0,22-10 0,63-22 0,-112 45 0,77-32 0,26-10 0,-42 11 0,4-1 0,44-13 0,0-1 0,-29 6 0,25-7 0,0 1 0,-33 12 0,33-9 0,0-2 0,-29 6 0,28-7 0,0 0 0,0 1 0,-36 17 0,-49 16 0,51-15 0,23-11 0,-41 25 0,62-32 0,5-4 0,0 1 0,0 1 0,0-1 0,0 1 0,1-1 0,0 1 0,0 1 0,-7 8 0,-8 12 0,8-10 0,0 0 0,-9 19 0,-30 58 0,38-74 0,-1 0 0,-26 29 0,17-21 0,-15 24 0,13-25 0,20-23 0,0 1 0,1 1 0,0-1 0,-1 0 0,1 1 0,-4 6 0,-34 45 0,18-29 0,20-23 0,0 0 0,1 0 0,-1 0 0,0 0 0,1 0 0,0 0 0,0 1 0,-2 3 0,1-2 0,0-1 0,1 0 0,-2 1 0,1-2 0,0 1 0,-1 0 0,-7 6 0,-11 12 0,2 0 0,0-1 0,-44 36 0,48-46 0,1-1 0,-1-1 0,-1 0 0,-20 8 0,4-2 0,3 1 0,24-12 0,-1 0 0,0 0 0,0-1 0,-15 6 0,14-7 0,-1 2 0,1-1 0,0 1 0,-11 7 0,13-6 0,-1-1 0,0-1 0,1 1 0,-2-1 0,1-1 0,-15 5 0,5-3 0,0 0 0,1 1 0,-22 11 0,-24 6 0,1 3 0,47-19 0,0 0 0,0-1 0,-24 6 0,22-7 0,0 1 0,-22 9 0,24-8 0,0-1 0,0-1 0,-24 5 0,23-6 0,0 1 0,1 0 0,-25 11 0,28-10 0,-1 0 0,0-1 0,0 0 0,0-1 0,0-1 0,-19 3 0,8-3 0,-1 1 0,2 1 0,-32 10 0,32-9 0,0 0 0,0 0 0,0-2 0,0-1 0,0-1 0,-32-2 0,50 0 0,0 0 0,-1 0 0,1-1 0,0 1 0,0-1 0,0 0 0,0 0 0,-5-3 0,5 2 0,0 1 0,0-1 0,-1 1 0,1 0 0,-1 1 0,-8-3 0,0 1 0,1 0 0,-1-1 0,-22-11 0,-15-4 0,50 19 0,0 0 0,-1 0 0,1 0 0,0 0 0,0 0 0,-1 0 0,1-1 0,0 1 0,0 0 0,-1 0 0,1 0 0,0 0 0,0 0 0,0-1 0,-1 1 0,1 0 0,0 0 0,0 0 0,0-1 0,0 1 0,-1 0 0,1 0 0,0 0 0,0-1 0,0 1 0,0 0 0,0 0 0,0-1 0,0 1 0,0 0 0,0 0 0,0-1 0,0 1 0,0 0 0,0 0 0,0-1 0,0 1 0,0 0 0,0-1 0,0 1 0,0 0 0,0 0 0,0-1 0,0 1 0,0 0 0,1 0 0,12-15 0,21-10 0,56-35 0,-23 26 0,45-34 0,5 9 0,-66 35 0,-32 16 0,26-16 0,-17 10 0,-23 12 0,0 0 0,0 0 0,0-1 0,0 1 0,-1-1 0,1 0 0,-1 0 0,0-1 0,0 1 0,0-1 0,0 0 0,3-6 0,-3 0 0,-2 0 0,1-1 0,-2 1 0,1-1 0,-1-21 0,-1-321 0,-1 345 0,1 0 0,-2 1 0,1-1 0,-1 0 0,0 1 0,0-1 0,-1 1 0,0 0 0,-4-9 0,-6-6 0,-23-29 0,17 25 0,12 17 0,-1 0 0,0 1 0,-1 0 0,0 0 0,0 1 0,-17-11 0,-19-14 0,29 18 0,1-1 0,1-1 0,-15-20 0,23 28 0,1-1 0,0 0 0,-5-13 0,-11-21 0,17 38 0,1-1 0,0 0 0,1 0 0,-1 0 0,1 0 0,0-1 0,1 1 0,0 0 0,0-1 0,0 1 0,1-1 0,0 0 0,0 1 0,2-11 0,0 3 0,1 0 0,0 1 0,2 0 0,-1 0 0,13-23 0,-4 9 0,1 2 0,1 0 0,2 1 0,22-27 0,-16 23 0,-18 20 0,1 1 0,0 0 0,8-8 0,29-40 0,-36 48 0,-1-1 0,0 0 0,6-10 0,11-13 0,33-42 0,-42 54 0,13-14 0,-4 9 0,-18 18 0,0 1 0,0-1 0,0 1 0,12-8 0,38-33 0,45-31 0,-53 36 0,45-47 0,-77 72 0,34-25 0,-28 20 0,-17 16 0,0 1 0,0 0 0,1 0 0,6-5 0,6-3 0,0-1 0,21-22 0,-21 18 0,27-19 0,35-29 0,-59 46 0,-1 0 0,-1-1 0,0-2 0,-2 1 0,0-2 0,15-30 0,7 6 0,72-155 0,-55 99 0,-47 83 0,-1 0 0,0 0 0,-2 0 0,5-36 0,-9 54 0,2-13 0,1-1 0,10-23 0,-9 29 0,-1-1 0,0 0 0,-1 0 0,-1 0 0,1-1 0,0-19 0,-3 26 0,1 0 0,-1 0 0,-1 1 0,1-1 0,-1 0 0,0 1 0,0-1 0,0 1 0,0-1 0,-1 1 0,0-1 0,0 1 0,0 0 0,-1 0 0,1 0 0,-5-6 0,4 7 0,1 0 0,0 0 0,1-1 0,-1 1 0,1-1 0,-1 1 0,0-5 0,-9-20 0,3 15 0,-1 0 0,0 1 0,-1-1 0,0 2 0,-15-14 0,2 1 0,20 20 0,-1-1 0,0 1 0,0 0 0,-9-7 0,-8-10 0,19 19 0,0-1 0,0 1 0,-1-1 0,1 1 0,0 0 0,-1 0 0,1 0 0,-1 0 0,-3-2 0,-4-2 0,0 1 0,1-2 0,0 0 0,-12-11 0,4 3 0,-19-17 0,11 11 0,-30-21 0,29 26 0,-14-9 0,34 22 0,-1 0 0,1 0 0,-1 0 0,0 1 0,0 0 0,0 1 0,0-1 0,0 1 0,-8 0 0,-13-3 0,-113-22 0,81 20 0,14 2 0,2 0 0,-83 4 0,51 2 0,-11 0 0,-90-4 0,145-2 0,-33-1 0,-4 4 0,-56 2 0,118 1 0,0 0 0,1 0 0,-1 1 0,1 0 0,0 0 0,-1 0 0,2 1 0,-1 0 0,0 0 0,-6 7 0,-10 6 0,-81 61 0,13-27 0,76-43 0,1 0 0,-16 6 0,-13 8 0,6-2 0,-32 21 0,-5 7 0,-19 19 0,-58 54 0,112-86 0,9-10 0,1 1 0,1 1 0,-25 35 0,2-1 0,39-51 0,8-7 0,0-1 0,1 1 0,-1 0 0,1 0 0,0 0 0,-4 6 0,-16 20 0,17-25 0,2 0 0,-1 0 0,0 1 0,-4 8 0,4-5 0,-1-1 0,0 0 0,0-1 0,-10 11 0,9-11 0,0 1 0,0 0 0,-9 15 0,-31 44 0,42-61 0,1 1 0,-1-1 0,-1 0 0,-5 6 0,-13 14 0,15-14 0,-1 0 0,0-1 0,-1-1 0,0 0 0,-14 11 0,-66 47 0,-23 29 0,45-37 0,6-9 0,48-38 0,-18 13 0,26-21 0,-1 1 0,1 0 0,-9 8 0,10-8 0,0 0 0,-1 0 0,0 0 0,-8 4 0,-4 2 0,1 0 0,-25 22 0,19-14 0,13-11 0,0 0 0,-17 8 0,-118 68 0,55-40 0,90-44 0,-105 48 0,82-39 0,-23 7 0,28-11 0,-35 14 0,41-14 0,0 0 0,0-1 0,-1 0 0,1-1 0,-1-1 0,-19 2 0,16-2 0,0 1 0,0 0 0,1 1 0,-1 0 0,-21 11 0,22-10 0,0 2 0,11-6 0,1 1 0,-1 0 0,0-1 0,1 0 0,-1 0 0,0 0 0,0-1 0,-5 1 0,-3 0 0,1 1 0,-1 0 0,1 1 0,-1 0 0,1 1 0,-20 9 0,15-6 0,0 0 0,-18 3 0,20-5 0,0 0 0,1 1 0,0 1 0,0 0 0,0 1 0,-16 13 0,13-10 0,-113 91 0,94-67 0,26-28 0,1 0 0,-1 1 0,-8 11 0,-5 4 0,8-5 0,12-15 0,1 0 0,-1-1 0,0 1 0,0-1 0,0 0 0,-1 1 0,1-1 0,-4 2 0,0 1 0,-1 0 0,1 0 0,1 1 0,-1 0 0,-6 10 0,-5 4 0,-25 29 0,-31 32 0,51-53 0,18-22 0,0 0 0,-1-1 0,1 0 0,-9 8 0,10-10 0,-1 1 0,1 0 0,0-1 0,-6 10 0,-13 14 0,-36 37 0,43-48 0,0 1 0,-26 38 0,33-44 0,-1-1 0,0 1 0,0-2 0,-1 1 0,-1-1 0,0-1 0,0 0 0,0-1 0,-1 0 0,-13 6 0,-60 47 0,16-15 0,34-25 0,24-13 0,0-1 0,-19 8 0,-14 7 0,35-16 0,0 0 0,0-1 0,-18 7 0,-2-2 0,-34 16 0,-21 7 0,-57 15 0,80-27 0,29-10 0,-34 9 0,40-13 0,-38 16 0,41-14 0,1 0 0,-38 7 0,34-10 0,-43 16 0,48-14 0,0-1 0,0 0 0,-32 3 0,-19 3 0,54-7 0,0-2 0,1 0 0,-25 0 0,-44 1 0,39 0 0,-38 4 0,-33 2 0,-261-10 0,368 1 0,0 0 0,1 1 0,-1 0 0,1 1 0,0 0 0,-1 1 0,1 0 0,1 0 0,-1 1 0,-12 9 0,10-5 0,0 2 0,1-1 0,1 1 0,-14 19 0,-18 18 0,39-45 0,0 1 0,1 0 0,0 0 0,-1 0 0,1 0 0,-2 6 0,-7 14 0,4-13 0,1 1 0,0 0 0,-6 19 0,10-18 0,0-1 0,0 1 0,2 0 0,-1 0 0,4 21 0,-2 7 0,-2 45 0,3 92 0,0-168 0,0 0 0,1 0 0,0-1 0,1 1 0,0-1 0,7 13 0,-4-10 0,20 39 0,20 44 0,-29-66 0,-15-25 0,0 1 0,0 0 0,-1-1 0,1 1 0,-1 0 0,3 8 0,-1 0 0,1-1 0,0 1 0,1-1 0,10 15 0,7 15 0,-20-38 0,0 1 0,0-1 0,0 0 0,0 0 0,5 4 0,-5-4 0,0-1 0,0 0 0,0 1 0,0 0 0,-1-1 0,1 1 0,-1 0 0,2 5 0,-1-3 0,-1 0 0,1 0 0,1 0 0,-1-1 0,6 7 0,13 23 0,-17-24 0,1 0 0,0 0 0,1-1 0,0 0 0,11 12 0,35 39 0,-49-56 0,0 0 0,0 0 0,1-1 0,0 1 0,7 5 0,-9-7 0,0 0 0,0 1 0,0-1 0,0 1 0,0 0 0,-1-1 0,4 9 0,12 17 0,-15-25 0,0 0 0,0 1 0,-1-1 0,0 1 0,0 0 0,0 0 0,0 0 0,1 6 0,5 16 0,40 66 0,-44-87 0,0 0 0,0 0 0,0 0 0,1-1 0,7 8 0,2 2 0,5 6 0,33 27 0,-40-38 0,5 5 0,30 20 0,-30-18 0,-15-15 0,0 0 0,-1 0 0,1 0 0,0 0 0,0 0 0,0 0 0,1-1 0,-1 1 0,5 2 0,-1-1 0,0 1 0,0 0 0,0 0 0,-1 1 0,1-1 0,7 10 0,-7-8 0,-1-1 0,1 1 0,0-1 0,1 0 0,8 4 0,0 1 0,0 0 0,-1 0 0,22 21 0,-28-25 0,0 0 0,0-1 0,1 0 0,0 0 0,0-1 0,15 5 0,12 6 0,-24-10 0,1-1 0,0 1 0,1-2 0,20 3 0,7 2 0,-27-4 0,0 1 0,-1 1 0,20 10 0,8 3 0,-35-16 0,0 1 0,0 0 0,0 0 0,0 1 0,-1 0 0,1 0 0,-1 0 0,6 8 0,24 21 0,-27-28 0,-1 0 0,1 1 0,-1 0 0,-1 0 0,9 11 0,1-2 0,-13-14 0,-1 0 0,1 1 0,-1-1 0,0 1 0,1-1 0,-1 1 0,2 3 0,18 25 0,-18-26 0,1 0 0,-2 0 0,1 0 0,4 9 0,-6-10 0,1-1 0,-1 0 0,0 0 0,1 0 0,0 0 0,-1 0 0,7 4 0,12 14 0,23 32 0,-20-25 0,22 21 0,-29-31 0,0 0 0,14 21 0,7-1 0,-28-25 0,0-2 0,1 1 0,1-1 0,-1-1 0,1 0 0,23 13 0,-25-15 0,-1 0 0,0 0 0,0 0 0,0 1 0,-1 1 0,12 17 0,-3-10-1365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09:57:29.524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1 396 24575,'0'6'0,"0"0"0,1 0 0,0 1 0,0-1 0,0 0 0,1 0 0,0-1 0,0 1 0,1 0 0,-1-1 0,1 1 0,6 8 0,-1-1 0,-6-9 0,0 0 0,1 0 0,0 0 0,0 0 0,0 0 0,4 3 0,26 32 0,-7-5 0,91 103 0,-72-75 0,-21-27 0,-18-25 0,0 0 0,1-1 0,13 14 0,33 38 0,-38-43 0,-13-15 0,1 0 0,-1 1 0,1-1 0,0 0 0,0 0 0,4 2 0,1 1 0,0 1 0,-1 0 0,0 0 0,-1 0 0,1 1 0,6 12 0,12 13 0,17 4 0,-37-33 0,0 0 0,0-1 0,0 0 0,0 0 0,1 0 0,-1 0 0,1-1 0,0 0 0,0 0 0,0 0 0,0-1 0,7 1 0,3 2 0,23 11 0,-32-12 0,0 0 0,0 0 0,0-1 0,0 0 0,10 2 0,-3-1 0,-1 0 0,1 0 0,-1 2 0,25 11 0,14 4 0,-23-12 0,-21-6 0,0 0 0,0 0 0,0 1 0,0 0 0,9 5 0,-9-4 0,0-1 0,0 0 0,0 0 0,0-1 0,1 0 0,11 1 0,30 9 0,-45-10 0,1-1 0,0 1 0,0-1 0,0 0 0,0 0 0,0-1 0,0 0 0,1 0 0,-1 0 0,0-1 0,9-2 0,2-2 0,0-1 0,25-12 0,-10 4 0,40-14 0,-15-1 0,41-22 0,-27 7 0,14-27 0,-69 56 0,-1 0 0,-1-1 0,18-26 0,-23 29 0,1 0 0,1 1 0,0 0 0,1 0 0,13-10 0,-19 17 0,1 1 0,0 0 0,-1 0 0,1 0 0,0 1 0,1 0 0,-1 1 0,1-1 0,-1 1 0,11-1 0,-12 1 0,0 0 0,0 0 0,-1-1 0,10-6 0,8-3 0,43-16 0,9-7 0,-48 27 0,-19 6 0,-1 0 0,0 0 0,0 0 0,0-1 0,0 0 0,-1 0 0,1-1 0,-1 0 0,0 0 0,9-7 0,6-12 0,-13 14 0,0 1 0,16-13 0,24-18 0,-32 25 0,0 1 0,1 1 0,20-12 0,54-38 0,-81 56 0,0-2 0,-1 1 0,11-12 0,-5 4 0,40-41 0,-4-5 0,-22 34 0,-17 15 0,1 0 0,0 1 0,23-14 0,-6 5 0,-23 14 0,1 1 0,-1 0 0,1 1 0,0 0 0,15-5 0,-1 1 0,32-16 0,1 0 0,-20 9 0,-24 10 0,1 0 0,0 0 0,1 1 0,-1 1 0,16-3 0,42-3 0,-39 5 0,18 0 0,21-5 0,-18 1 0,-34 4 0,1 2 0,25-1 0,-5-1 0,-33 3 0,0 0 0,1 0 0,-1 1 0,1 0 0,-1 0 0,0 1 0,12 1 0,51 23 0,-29-10 0,-27-9 0,1 0 0,-1 1 0,15 11 0,24 12 0,27 5 0,-57-24 0,-1 1 0,22 16 0,-23-14 0,1-2 0,25 13 0,-34-21 0,1 0 0,-1-1 0,17 3 0,20 4 0,-26-3 0,0 0 0,37 4 0,-52-10 0,0 1 0,0 0 0,0 1 0,0 0 0,15 7 0,-16-6 0,0-1 0,0 0 0,0 0 0,0 0 0,0-1 0,1-1 0,11 2 0,87 6 0,-91-8 0,1 0 0,-1 2 0,23 6 0,-7-2 0,30 8 0,18-6 0,-47-7 0,76 3 0,-61-5 0,58 1 0,-94 0 0,1 2 0,-1 0 0,11 4 0,27 5 0,-9-5 0,40 4 0,-41-8 0,67 2 0,-5 3 0,-95-7 0,99 9 0,-85-8 0,1 2 0,-1 0 0,0 1 0,26 10 0,-14-7 0,7 3 0,-9 4 0,-23-11 0,0 0 0,1-1 0,-1 1 0,1-2 0,0 1 0,9 1 0,-1-1 0,-1 1 0,0 1 0,25 11 0,12 4 0,-46-18 0,0 0 0,-1 1 0,1 0 0,-1 0 0,0 0 0,1 1 0,7 7 0,-1-1 0,35 14 0,-33-14 0,1-1 0,26 11 0,10 6 0,-32-16 0,39 15 0,-50-22 0,12 3 0,-18-6 0,1 1 0,0 0 0,-1 0 0,1-1 0,0 2 0,-1-1 0,1 0 0,-1 0 0,0 1 0,1-1 0,-1 1 0,4 4 0,6 6 0,-7-7 0,0 0 0,0 0 0,0 1 0,4 7 0,22 35 0,15 24 0,-44-66 0,0 1 0,0-1 0,0 0 0,1 10 0,4 13 0,-4-18 0,-1 1 0,0-1 0,1 19 0,0 4 0,7 79 0,-8 49 0,-3-86 0,-1-61 0,0 0 0,0 0 0,-1 0 0,-1-1 0,-1 1 0,0-1 0,0 0 0,-9 13 0,3-2 0,-2 0 0,-24 34 0,22-32 0,12-21 0,-1-1 0,1 1 0,-1-1 0,-5 8 0,-44 52 0,16-23 0,17-18 0,-2-1 0,-32 28 0,52-50 0,-18 16 0,-2-1 0,0-1 0,-36 19 0,43-27 0,0 0 0,-1-1 0,0 0 0,0-2 0,-1 1 0,-19 1 0,18-4 0,1 2 0,-28 8 0,-19 4 0,-65 12 0,5-2 0,78-16 0,13-2 0,-1-2 0,0-1 0,-49 1 0,13-8 0,-89 4 0,27 16 0,114-15 0,0 0 0,1 1 0,-17 7 0,-3 0 0,-41 3 0,70-12 0,0 2 0,0-1 0,1 1 0,-1 0 0,1 1 0,-12 9 0,-14 8 0,-82 43 0,37-28 0,52-26 0,1 0 0,0 2 0,0 1 0,-36 28 0,57-39 0,-1 0 0,0 0 0,0 0 0,-1-1 0,-8 3 0,-9 4 0,-54 33 0,-28 6 0,8 1 0,55-32 0,28-11 0,-1 0 0,0-1 0,1 0 0,-28 4 0,24-6 0,0 1 0,1 1 0,-1 0 0,-20 11 0,-26 7 0,43-16 0,1 1 0,-20 12 0,3-3 0,-78 42 0,82-37 0,-10 4 0,25-15 0,0 0 0,0 1 0,-30 26 0,35-27 0,-66 55 0,75-62 0,1-1 0,-1 1 0,1 0 0,0 0 0,-4 6 0,-13 14 0,15-18 0,0 0 0,1 1 0,0-1 0,0 1 0,0 0 0,-4 11 0,-7 12 0,-2 5 0,11-22 0,0-2 0,-15 23 0,-14 6 0,25-30 0,0 1 0,1 0 0,0 0 0,-13 25 0,18-31 0,0 0 0,1 0 0,-1-1 0,-1 0 0,1 0 0,-1 0 0,1 0 0,-1-1 0,0 0 0,-1 0 0,-8 4 0,-25 17 0,32-19 0,-1 0 0,1 0 0,-1-1 0,-13 5 0,13-6 0,0 1 0,0 0 0,0 1 0,-11 7 0,14-8 0,0-1 0,-1 1 0,0-1 0,0-1 0,-9 4 0,9-4 0,1 0 0,-1 0 0,1 1 0,-1 0 0,1 0 0,0 0 0,-7 6 0,8-5 0,-1 0 0,0-1 0,0 0 0,0 0 0,0 0 0,-6 2 0,6-3 0,1 0 0,0 0 0,0 0 0,0 0 0,0 1 0,0 0 0,0 0 0,1 0 0,-1 0 0,1 0 0,-3 5 0,-10 16 0,10-14 0,0-1 0,-1 0 0,-14 15 0,11-13 0,6-8 0,1 1 0,-1-1 0,0 0 0,1 0 0,-1 0 0,-1 0 0,-7 3 0,6-2 0,0-1 0,1 1 0,-1 0 0,-6 6 0,-21 12 0,-16 11 0,14-9 0,19-14 0,1 0 0,0 1 0,-22 23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09:57:33.701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1254 0 24575,'-3'1'0,"1"-1"0,-1 0 0,0 1 0,0 0 0,1-1 0,-1 1 0,1 0 0,-1 0 0,1 0 0,-1 1 0,1-1 0,0 1 0,-1-1 0,-1 3 0,-29 31 0,21-20 0,-8 16 0,-2 1 0,2-8 0,-21 32 0,16-20 0,12-12 0,12-21 0,0 0 0,-1 0 0,1 0 0,-1 0 0,0 0 0,0-1 0,0 1 0,0 0 0,0-1 0,-3 3 0,-2 1 0,1 0 0,1 0 0,-1 0 0,-5 10 0,-10 11 0,14-20 0,1 1 0,1 0 0,-8 13 0,9-12 0,-1-1 0,0-1 0,0 1 0,-8 7 0,-18 34 0,3-9 0,22-30 0,0 0 0,-1 0 0,-12 12 0,-17 32 0,32-51 0,1 1 0,0-1 0,1 1 0,-1 0 0,1 0 0,-3 6 0,-4 6 0,-12 18 0,-13 22 0,30-49 0,-1 1 0,0-1 0,0 0 0,-9 8 0,7-7 0,1 0 0,-11 15 0,-39 53 0,48-65 0,5-6 0,-1 0 0,1 1 0,0 0 0,0-1 0,-2 8 0,0 0 0,-1 0 0,-10 16 0,-9 22 0,21-43 0,0 0 0,0 0 0,-8 11 0,7-14 0,2 1 0,-1-1 0,1 1 0,0 1 0,0-1 0,0 0 0,-1 8 0,2-8 0,0-1 0,0 0 0,-1 1 0,1-1 0,-1 0 0,-1-1 0,-4 8 0,3-7 0,1 1 0,0 0 0,1 0 0,-6 12 0,4-4 0,-2 0 0,-14 23 0,-7 15 0,26-48 0,-1 0 0,0 0 0,0 0 0,0 0 0,0-1 0,-5 5 0,-7 7 0,8-7 0,0-1 0,-1 0 0,-9 7 0,-15 14 0,-21 25 0,20-16 0,9-13 0,21-21 0,-1 0 0,1-1 0,0 1 0,0 1 0,1-1 0,-1 0 0,1 1 0,-1-1 0,-1 6 0,-15 24 0,15-27 0,1-1 0,-1 1 0,1-1 0,1 1 0,-1 0 0,-2 8 0,4-7 0,-2 2 0,1 0 0,1 0 0,0 1 0,-1 10 0,2-17 0,1-1 0,-1 1 0,0 0 0,1-1 0,0 1 0,-1-1 0,1 1 0,0-1 0,0 0 0,0 1 0,1-1 0,-1 0 0,0 0 0,1 1 0,0-1 0,-1 0 0,1-1 0,0 1 0,4 3 0,21 13 0,31 15 0,-26-16 0,-19-9 0,0 0 0,0 1 0,0 1 0,-1 0 0,-1 0 0,0 1 0,0 0 0,9 14 0,29 27 0,-30-31 0,1 0 0,1-1 0,44 33 0,-36-34 0,12 9 0,-35-23 0,0-1 0,0 0 0,1 0 0,0-1 0,-1 0 0,14 4 0,23 12 0,-33-14 0,0 0 0,0-1 0,0-1 0,12 3 0,21 8 0,-18-4 0,1-1 0,35 8 0,-52-14 0,1 0 0,-1 1 0,-1 0 0,1 1 0,0 0 0,8 7 0,11 6 0,48 33 0,-68-45 0,0 0 0,0 0 0,12 14 0,2 1 0,79 61 0,-39-28 0,-43-41 0,-9-6 0,-1 0 0,15 15 0,-18-17 0,0 0 0,0 0 0,1-1 0,10 6 0,13 8 0,46 26 0,-50-29 0,-16-9 0,0 0 0,-1 0 0,0 0 0,0 1 0,12 13 0,68 71 0,-60-68 0,-20-16 0,0 1 0,14 14 0,-17-17 0,-1 0 0,1-1 0,0 1 0,10 4 0,1 2 0,65 53 0,-40-29 0,-34-29 0,0 1 0,0 1 0,-1-1 0,0 1 0,0 0 0,7 12 0,29 60 0,-31-56 0,10 28 0,5 12 0,-18-42 0,3 7 0,1-7 0,17 41 0,-1 0 0,-10-22 0,-13-27 0,0 0 0,9 13 0,-11-19 0,0 0 0,0 0 0,-1 0 0,0 0 0,2 12 0,-3-11 0,0 0 0,1-1 0,0 1 0,8 14 0,-5-12 0,-1 0 0,0 0 0,-1 1 0,0 0 0,-1 0 0,0 0 0,0 0 0,0 24 0,-1-22 0,1-1 0,5 16 0,-4-16 0,0 0 0,2 19 0,2 13 0,-5-34 0,-1 0 0,0 0 0,0 17 0,-1-16 0,0 0 0,1-1 0,0 1 0,6 15 0,4 28 0,2 10 0,-9-44 0,3 28 0,10 67 0,-14-87 0,1 1 0,17 55 0,-14-40 0,-5-21 0,30 128 0,-22-98 0,-9-43 0,-1 0 0,2 0 0,-1-1 0,1 1 0,1-1 0,9 18 0,-9-18 0,0 0 0,-1 0 0,0 0 0,-1 0 0,0 0 0,1 18 0,1 1 0,1-5 0,14 43 0,-17-62 0,33 103 0,9 15 0,-20-73 0,-18-41 0,-1 0 0,0 1 0,-1 0 0,0 0 0,3 13 0,-4-14 0,0 0 0,0 0 0,1 0 0,7 11 0,-6-10 0,0 0 0,7 20 0,-8-20 0,0-1 0,0 1 0,1-1 0,8 12 0,-7-11 0,0 0 0,-1 0 0,6 15 0,-7-16 0,0 1 0,0-1 0,8 11 0,-6-11 0,-1 0 0,-1 0 0,5 11 0,14 26 309,-19-39-518,0 0-1,0 0 1,-1 0 0,0 1 0,0-1-1,-1 1 1,3 12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09:57:41.572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956 1 24575,'3'0'0,"0"0"0,0 0 0,-1 0 0,1 0 0,0 1 0,0-1 0,-1 1 0,1 0 0,0 0 0,-1 0 0,1 0 0,3 2 0,-3 0 0,1 0 0,-1 1 0,1-1 0,-1 1 0,0 0 0,3 5 0,1 3 0,0 0 0,-1 0 0,0 1 0,4 14 0,0-3 0,1-1 0,22 32 0,-17-29 0,15 35 0,-25-49 0,1 0 0,11 15 0,8 16 0,15 16 0,16 28 0,-54-83 0,-1 0 0,1 0 0,0-1 0,1 1 0,-1-1 0,7 5 0,14 18 0,29 41 0,-47-60 0,-1-1 0,1 0 0,10 8 0,10 13 0,12 7 0,-8-8 0,-23-19 0,0 0 0,1-1 0,0-1 0,0 1 0,1-1 0,8 3 0,-13-6 0,6 4 0,-1 0 0,16 13 0,-2-1 0,46 35 0,59 33 0,-120-82 0,1 1 0,-1-2 0,1 1 0,0-1 0,0 0 0,13 1 0,24 9 0,-25-4 0,-12-5 0,0-1 0,0 1 0,13 2 0,-18-5 0,1 0 0,-1 1 0,0 0 0,0 0 0,0 0 0,0 1 0,0-1 0,0 1 0,5 5 0,-5-5 0,0 1 0,0-1 0,0 0 0,0 0 0,1-1 0,0 1 0,7 2 0,-3-1 0,-1 0 0,1 0 0,-1 1 0,0 0 0,-1 0 0,1 1 0,-1 0 0,0 1 0,0 0 0,8 10 0,23 21 0,9 12 0,21 33 0,-52-67 0,-13-13 0,0 0 0,0 0 0,0 0 0,0 0 0,3 6 0,-4-6 0,1 1 0,0 0 0,0-1 0,0 1 0,1-1 0,4 4 0,-5-5 0,0 1 0,0-1 0,0 1 0,0 0 0,-1 0 0,1 0 0,-1 0 0,0 1 0,2 3 0,-1-1 0,0-1 0,1 0 0,-1 0 0,1 0 0,8 7 0,11 15 0,-2 4 0,-7-12 0,13 27 0,-14-22 0,-5-7 0,1-1 0,8 29 0,0 0 0,-12-33 0,0 1 0,-1 0 0,0 0 0,2 18 0,-2-7 0,-3-17 0,1 0 0,-1 1 0,-1-1 0,1 1 0,-1-1 0,-1 10 0,0-16 0,1 1 0,-1 0 0,1-1 0,-1 1 0,0-1 0,1 1 0,-1-1 0,0 1 0,0-1 0,0 0 0,0 1 0,0-1 0,0 0 0,-1 0 0,1 0 0,0 0 0,-1 0 0,1 0 0,0 0 0,-1 0 0,1-1 0,-1 1 0,0 0 0,1-1 0,-1 1 0,1-1 0,-1 0 0,0 1 0,1-1 0,-1 0 0,0 0 0,-3-1 0,-20 2 0,0-1 0,0-2 0,0 0 0,-38-10 0,40 5 0,0 0 0,-26-13 0,-66-26 0,41 19 0,34 11 0,-1 2 0,-43-9 0,15 3 0,54 14 0,0 1 0,0 0 0,-1 2 0,-28-4 0,38 6 0,-1 0 0,0-1 0,1 1 0,-1-1 0,1 0 0,0-1 0,0 0 0,-11-6 0,-15-7 0,19 11 0,0 2 0,-22-4 0,-11-4 0,28 7 0,-34-5 0,34 7 0,0-1 0,-18-5 0,25 5 0,-1 1 0,0 0 0,-12 0 0,-8-1 0,11 0 0,-117-14 0,120 14 0,0-1 0,0 0 0,-30-12 0,27 8 0,-10-3 0,17 5 0,0 1 0,-24-5 0,-22-2 0,-39-6 0,52 11 0,24 3 0,0 1 0,-25 0 0,20-2 0,24 4 0,1 0 0,0 0 0,0 1 0,-1-1 0,1 1 0,0 0 0,0 0 0,-1 0 0,1 0 0,-5 1 0,8-1 0,0 0 0,0 0 0,-1 0 0,1 0 0,0 1 0,0-1 0,-1 0 0,1 0 0,0 0 0,0 0 0,0 0 0,-1 0 0,1 1 0,0-1 0,0 0 0,0 0 0,0 0 0,-1 0 0,1 1 0,0-1 0,0 0 0,0 0 0,0 0 0,0 1 0,0-1 0,0 0 0,0 0 0,-1 1 0,1-1 0,0 0 0,0 0 0,0 0 0,0 1 0,0-1 0,0 0 0,0 0 0,0 1 0,1-1 0,-1 0 0,0 1 0,8 10 0,14 7 0,64 40 0,-54-37 0,58 50 0,-83-65 0,-1 0 0,-1 1 0,1 0 0,-1 0 0,0 1 0,6 13 0,12 17 0,21 14 0,-6 0 0,-26-33 0,30 32 0,-18-25 0,-16-15 0,1-1 0,16 12 0,71 63 0,-3-19 0,-88-62 0,2 2 0,1 1 0,0-1 0,15 8 0,-13-8 0,-1 0 0,-1 1 0,1 0 0,9 11 0,10 8 0,90 73 0,-109-91 0,0-1 0,21 12 0,-5 1 0,-22-17 0,1 1 0,0-1 0,0 0 0,1 0 0,6 4 0,-2-3 0,-2 1 0,1 0 0,13 11 0,8 5 0,32 24 0,-44-32 0,1 0 0,0 0 0,24 11 0,-4-3 0,13 6 0,-43-24 0,-1 1 0,0 0 0,0 0 0,8 8 0,22 12 0,5 2 0,-34-19 0,0-2 0,1 1 0,17 7 0,-13-6 0,1-1 0,13 11 0,10 5 0,-6-6 0,42 16 0,-67-29 0,0 0 0,0 0 0,0 1 0,0-1 0,9 10 0,-8-8 0,-1 1 0,1-2 0,10 7 0,-9-5 0,0 0 0,0 0 0,-1 1 0,0 0 0,8 11 0,-14-16 0,22 20 0,-18-17 0,0-1 0,-1 1 0,1 0 0,-1 1 0,0-1 0,0 1 0,0 0 0,3 7 0,-5-8 0,0-1 0,0 0 0,1 0 0,-1 0 0,1-1 0,0 1 0,4 3 0,-3-3 0,-1 0 0,1 0 0,-1 0 0,0 0 0,3 8 0,26 44 0,8 44 0,-32-84 0,3 9 0,1-1 0,23 34 0,-32-52 0,1 1 0,-2 0 0,1 0 0,-1 0 0,0 0 0,0 0 0,-1 0 0,0 1 0,0-1 0,0 1 0,-1-1 0,-1 0 0,0 11 0,0-17 0,1 0 0,-1 1 0,1-1 0,-1 0 0,0 1 0,1-1 0,-1 0 0,0 0 0,0 0 0,0 0 0,0 0 0,0 0 0,0 0 0,0 0 0,0 0 0,0 0 0,0 0 0,-2 0 0,-30 15 0,13-7 0,1 2 0,13-7 0,-1 1 0,0-2 0,0 1 0,-1-1 0,-7 2 0,4-1 0,-1 1 0,1 0 0,-16 10 0,18-10 0,0 0 0,0 0 0,0-1 0,-1 0 0,-18 4 0,12-4 0,-1 1 0,-30 13 0,-13 5 0,-40 12 0,-92 56 0,144-69 0,12 0 0,31-18 0,-1 0 0,1-1 0,-1 0 0,0 0 0,0 0 0,-7 2 0,1-1 0,1 1 0,0 0 0,1 0 0,-15 10 0,-24 12 0,-27 16 0,-32 16 0,14-16 0,49-21 0,36-17 0,-1 0 0,1 0 0,-1-1 0,0 0 0,-14 2 0,9-2 0,0 1 0,0 0 0,-19 10 0,17-8 0,1 0 0,-21 5 0,16-5 0,0 0 0,-23 12 0,-15 6 0,45-20 0,-23 8 0,-40 8 0,64-17 0,1 0 0,0 0 0,-17 10 0,17-8 0,0-1 0,0 0 0,-18 4 0,17-5 0,0 1 0,1 0 0,0 1 0,-17 10 0,23-13 0,-107 47 0,105-46 0,-1-1 0,1 0 0,-1 0 0,-15 3 0,15-5 0,0 1 0,0 1 0,1-1 0,-1 2 0,-10 4 0,7-2 0,1 0 0,-1-1 0,-17 4 0,16-5 0,-1 0 0,-16 10 0,17-8 0,0-1 0,-23 7 0,18-6 0,12-4 0,-1 1 0,1 1 0,-1-1 0,1 1 0,0 0 0,-6 6 0,5-4 0,0-1 0,-1 0 0,-12 6 0,-12 10 0,28-18 0,1 0 0,-1 0 0,1-1 0,-1 0 0,0 0 0,0 0 0,0 0 0,0 0 0,0-1 0,0 0 0,-8 2 0,-58 7 0,60-9 0,0 1 0,-1 0 0,1 0 0,0 1 0,1 1 0,-1 0 0,0 0 0,-14 10 0,22-13 0,-1 0 0,1 1 0,0-1 0,-1 0 0,1 1 0,0-1 0,0 1 0,0 0 0,0 0 0,1 0 0,-1 0 0,1 0 0,-1 0 0,1 0 0,-1 1 0,1-1 0,0 0 0,0 1 0,0-1 0,0 4 0,-4 17 0,2-1 0,0 1 0,2 0 0,0 0 0,5 39 0,-4-60 0,0 1 0,1-1 0,0 1 0,-1-1 0,1 1 0,0-1 0,0 0 0,0 1 0,1-1 0,-1 0 0,0 0 0,1 0 0,-1 0 0,1 0 0,0 0 0,0 0 0,0-1 0,0 1 0,0-1 0,0 1 0,0-1 0,0 0 0,1 0 0,-1 0 0,0 0 0,1 0 0,-1 0 0,1-1 0,-1 1 0,5 0 0,0-1 0,-1 1 0,1-1 0,0 0 0,-1 0 0,1-1 0,0 0 0,-1 0 0,1-1 0,-1 0 0,11-4 0,3-1 0,-1 1 0,1 1 0,0 1 0,32-3 0,-39 5 0,19-1 0,53 3 0,-34 1 0,-36 0 0,1 1 0,22 5 0,16 2 0,42 8 0,-56-8 0,-33-7 0,0 0 0,1 0 0,-1-1 0,13 1 0,28-3 0,1-1 0,93-19 0,-89 10 0,0 3 0,105-3 0,-61 2 0,-69 9 0,-1-2 0,1-1 0,46-11 0,-52 10 0,0 1 0,0 1 0,0 1 0,35 3 0,-6-1 0,-35 0 0,0 1 0,0 0 0,0 1 0,24 8 0,-31-7 0,0 0 0,-1 0 0,1 1 0,10 8 0,25 13 0,-32-20 0,0 1 0,0 0 0,15 13 0,16 10 0,-24-17 0,-17-10 0,1-1 0,0 0 0,-1 0 0,1 0 0,0-1 0,0 1 0,1-1 0,-1 0 0,5 2 0,0 0 0,-1 0 0,1 0 0,0 1 0,-1 0 0,0 0 0,13 11 0,8 4 0,29 17 0,-41-26 0,0-1 0,26 22 0,-11-8 0,30 22 0,30 21 0,-39-23 0,-34-26 0,-15-14 0,0 0 0,0 0 0,1 0 0,-1 0 0,7 3 0,19 10 0,-13-6 0,0-2 0,1 0 0,21 7 0,66 17 0,-33-17 0,-52-10 0,0 1 0,0 1 0,24 12 0,-39-17 0,0-1 0,0 0 0,1 0 0,-1 0 0,0-1 0,0 1 0,0-1 0,1 0 0,5 0 0,42-9 0,-14 2 0,-37 7 0,0 0 0,0 0 0,-1 0 0,1 0 0,0 0 0,0 1 0,0-1 0,-1 0 0,1 1 0,0-1 0,0 0 0,-1 1 0,1-1 0,0 1 0,-1-1 0,1 1 0,0-1 0,-1 1 0,1-1 0,-1 1 0,1 0 0,-1-1 0,1 1 0,-1 0 0,1 0 0,-1-1 0,0 1 0,1 0 0,-1 0 0,0-1 0,0 1 0,1 0 0,-1 0 0,0 0 0,0 0 0,0-1 0,0 3 0,-1 39 0,0-30 0,0 14 0,1 0 0,-6 48 0,2-61 0,1 0 0,-10 21 0,-5 19 0,16-49 0,1 1 0,-1 0 0,-1-1 0,1 1 0,-1-1 0,0 0 0,0 0 0,-5 5 0,4-4 0,0 0 0,0-1 0,1 2 0,0-1 0,-3 6 0,-50 101 0,51-101 0,-1 0 0,0 0 0,-11 14 0,9-13 0,0 0 0,-8 16 0,-15 38 0,4-9 0,20-45 0,1 0 0,0 1 0,1 0 0,-4 14 0,4-12 0,0 0 0,-2 0 0,0-1 0,-17 26 0,10-15 0,-25 41 0,33-58 0,1 1 0,-2-2 0,1 1 0,-1-1 0,0 0 0,-1 0 0,0-1 0,0 1 0,0-2 0,-14 7 0,-29 13 0,41-22 0,1 1 0,1 0 0,-1 0 0,0 1 0,1 0 0,0 1 0,-8 7 0,12-10 0,0 0 0,0 0 0,0-1 0,0 1 0,-1-1 0,-4 2 0,4-2 0,1 0 0,-1 1 0,0-1 0,1 1 0,-7 5 0,-14 16 0,-35 23 0,55-41 0,-1-1 0,1 1 0,0 0 0,0 1 0,1-1 0,0 1 0,0 0 0,0 0 0,-3 10 0,-8 14 0,10-21 0,1 0 0,1 0 0,0 0 0,-3 15 0,3-12 0,-1 0 0,-6 17 0,-6 0 292,12-22-706,-1 0-1,1 0 1,-6 17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1T13:44:03.576"/>
    </inkml:context>
    <inkml:brush xml:id="br0">
      <inkml:brushProperty name="width" value="0.2" units="cm"/>
      <inkml:brushProperty name="height" value="0.2" units="cm"/>
    </inkml:brush>
  </inkml:definitions>
  <inkml:trace contextRef="#ctx0" brushRef="#br0">2754 8 24575,'0'0'0,"0"0"0,0-1 0,0 1 0,0-1 0,0 1 0,-1 0 0,1-1 0,0 1 0,0-1 0,-1 1 0,1 0 0,0-1 0,-1 1 0,1 0 0,0-1 0,-1 1 0,1 0 0,0 0 0,-1 0 0,1-1 0,-1 1 0,1 0 0,0 0 0,-1 0 0,1 0 0,-1-1 0,1 1 0,-1 0 0,1 0 0,0 0 0,-1 0 0,1 0 0,-1 0 0,1 0 0,-1 0 0,1 1 0,0-1 0,-1 0 0,1 0 0,-1 0 0,1 0 0,0 1 0,-1-1 0,1 0 0,-1 0 0,1 1 0,-1-1 0,-19 11 0,-7 11 0,-54 33 0,56-39 0,12-8 0,-124 76 0,97-54 0,33-22 0,0 0 0,0 0 0,1 1 0,0 0 0,0 0 0,1 0 0,0 1 0,-5 14 0,2-6 0,0 5 0,0 0 0,-5 25 0,11-34 0,0 1 0,1-1 0,0 0 0,2 16 0,0-18 0,-1 1 0,-1-1 0,1 1 0,-2-1 0,0 1 0,-4 13 0,3-15 0,0 1 0,1 0 0,-1 16 0,-2 9 0,2-26 0,0-1 0,0 0 0,-1-1 0,-11 19 0,9-16 0,0 0 0,-6 19 0,8-21 0,0 0 0,0 0 0,-11 16 0,9-17 0,1 0 0,0 1 0,1-1 0,-5 13 0,-12 39 0,14-46 0,1 1 0,1 0 0,-5 26 0,4-15 0,-1 0 0,-2-1 0,-20 47 0,21-55 0,-31 48 0,34-57 0,1 1 0,-1-2 0,-1 1 0,-8 10 0,5-7 0,-5 11 0,-9 11 0,-46 55 0,53-67 0,14-19 0,0 0 0,0 0 0,0 0 0,0 0 0,-1 0 0,1 0 0,-1-1 0,0 1 0,-4 2 0,-35 29 0,34-25 0,-1-1 0,-1-1 0,-11 8 0,-26 22 0,16-14 0,25-17 0,0-1 0,0-1 0,-1 1 0,-9 4 0,-5 0 0,1 1 0,1 1 0,0 0 0,0 2 0,-29 25 0,7-8 0,-4 11 0,-98 68 0,95-72 0,26-16 0,20-18 0,-1 0 0,1 0 0,-1-1 0,0 0 0,1 1 0,-1-1 0,0 0 0,0 0 0,0 0 0,-5 1 0,2 0 0,0 0 0,0 1 0,0-1 0,1 1 0,0 0 0,-1 0 0,-4 6 0,4-4 0,0-1 0,-1 1 0,-12 7 0,15-10 0,-1 0 0,1 0 0,0 1 0,0-1 0,0 1 0,-4 6 0,-16 13 0,20-19 0,1-1 0,-1 1 0,0 0 0,1 0 0,-4 7 0,4-7 0,0 0 0,0 0 0,-1 0 0,1 0 0,-9 7 0,9-8 0,-1 1 0,1-1 0,-1 1 0,1 0 0,0 0 0,1 0 0,-1 1 0,1-1 0,-3 7 0,3-6 0,0 0 0,0-1 0,-1 1 0,0-1 0,0 0 0,0 1 0,0-1 0,-6 4 0,7-5 0,-1-1 0,1 1 0,0-1 0,0 1 0,0 0 0,1 0 0,-2 3 0,-13 17 0,-57 58 0,46-51 0,1 2 0,-41 66 0,55-81 0,0-2 0,-1 0 0,-29 27 0,17-19 0,-7 8 0,20-21 0,1 0 0,1 0 0,0 1 0,0 0 0,1 1 0,0 0 0,-8 18 0,-15 32 0,19-40 0,2 0 0,1 0 0,-10 32 0,18-47 0,-1 0 0,0 0 0,0 0 0,-1-1 0,0 1 0,0-1 0,-1 0 0,-5 6 0,8-9 0,-22 44 0,9-27 0,8-9 0,-2-1 0,1 1 0,-1-2 0,-16 15 0,19-17 0,-1 0 0,1 1 0,1-1 0,0 1 0,0 1 0,0-1 0,1 1 0,-3 9 0,1-6 0,2 0 0,1 0 0,-1 1 0,2-1 0,0 1 0,-1 13 0,-1 10 0,-5 36 0,-2 118 0,3-102 0,9-45 0,-2 55 0,-3-66 0,-1 34 0,5 366 0,-1-417 0,-1 0 0,-1 0 0,0 0 0,-10 26 0,1 0 0,7-22 0,1-7 0,1 0 0,0 1 0,1-1 0,-1 25 0,3-29 0,0 0 0,-1 0 0,0 1 0,0-1 0,-1 0 0,0 0 0,-4 9 0,3-8 0,0 0 0,1 0 0,0 0 0,0 1 0,1-1 0,0 0 0,1 1 0,0-1 0,0 1 0,1-1 0,0 0 0,1 1 0,0-1 0,5 14 0,20 47 0,-18-49 0,-2-5 0,18 29 0,10 17 0,-22-41 0,-8-12 0,0-1 0,0 0 0,1-1 0,6 8 0,-2-6 0,130 124 0,-133-127 0,1 0 0,0-1 0,0 0 0,8 5 0,-13-8 0,0-1 0,0 1 0,-1 1 0,1-1 0,-1 0 0,1 0 0,-1 1 0,2 2 0,-2-2 0,1 0 0,-1 0 0,0-1 0,1 1 0,0-1 0,-1 0 0,1 0 0,3 2 0,-2-2 0,0 1 0,-1-1 0,1 1 0,-1 0 0,1 0 0,2 5 0,-3-5 0,0 0 0,1 0 0,-1 0 0,1 0 0,-1 0 0,7 3 0,76 50 0,-49-36 0,-27-13 0,0-1 0,1-1 0,20 8 0,-22-10 0,0 2 0,0-1 0,0 1 0,-1 1 0,0-1 0,15 14 0,19 13 0,54 36 0,-26-26 0,-9-7 0,-52-29 0,1-1 0,-1 0 0,1 0 0,13 4 0,-12-5 0,0 0 0,0 1 0,11 7 0,-13-7 0,-1 0 0,1-1 0,0 0 0,15 4 0,-13-4 0,45 26 0,-42-26 0,-1 0 0,0-1 0,1 0 0,0-1 0,-1 0 0,1-1 0,20-2 0,28 3 0,-50 0 0,0 0 0,-1 1 0,12 4 0,25 6 0,-9-5 0,-27-5 0,0-1 0,0 0 0,19 0 0,65-8 0,-60 2 0,-16 2 0,33-10 0,-9 2 0,-17 5 0,-1 0 0,0-2 0,36-15 0,-54 19 0,0 1 0,0-1 0,16-1 0,4-1 0,-23 3 0,0-1 0,1 1 0,-2-1 0,1 0 0,0 0 0,0 0 0,-1-1 0,6-5 0,14-11 0,59-36 0,-60 35 0,-21 18 0,1 0 0,0 0 0,-1 0 0,1 0 0,1 1 0,5-4 0,19-17 0,0 0 0,-20 18 0,-1-1 0,1 1 0,7-9 0,-10 9 0,1 0 0,0 0 0,1 0 0,-1 1 0,10-6 0,58-32 0,-63 36 0,-1 0 0,0-1 0,12-10 0,17-10 0,-13 9 0,-19 12 0,0 2 0,-1-1 0,12-4 0,19-15 0,-30 19 0,0 0 0,0 0 0,12-5 0,67-38 0,-52 35 0,51-22 0,-65 27 0,35-10 0,7-3 0,-40 13 0,-1 1 0,1 1 0,32-4 0,-51 10 0,16-2 0,-1-1 0,0-1 0,0-1 0,23-8 0,77-26 0,-105 34 0,0 1 0,18-3 0,-18 4 0,0 0 0,21-8 0,-28 8 0,1 1 0,0 0 0,0 1 0,0 0 0,0 0 0,0 0 0,-1 1 0,1 0 0,9 1 0,1 1 0,-1 1 0,28 8 0,33 2 0,-60-8 0,0-2 0,24 3 0,19 3 0,-13-1 0,-30-6 0,30 9 0,-42-10 0,1 1 0,-1 0 0,0 1 0,0-1 0,0 1 0,-1 0 0,1 0 0,-1 1 0,8 6 0,40 25 0,-9-1 0,-36-29 0,-1-1 0,1 2 0,-1-1 0,0 0 0,0 1 0,0 0 0,-1 1 0,0-1 0,5 9 0,11 15 0,-18-26 0,0-1 0,0 1 0,-1-1 0,1 1 0,-1 0 0,0 0 0,0 0 0,0 0 0,0 1 0,1 7 0,1 54 0,-4-48 0,4 31 0,-3-40 0,1 1 0,-2-1 0,1 0 0,-2 0 0,1 1 0,-1-1 0,0 0 0,-1 0 0,0 0 0,-1 0 0,0 0 0,0 0 0,-1-1 0,0 1 0,0-1 0,-1 0 0,-6 8 0,6-9 0,-1 0 0,1 1 0,-4 10 0,-4 5 0,-12 24 0,-9 12 0,-21 37 0,50-87 0,1 1 0,-1-1 0,-3 17 0,5-16 0,-1-1 0,1 1 0,-2-1 0,-4 9 0,5-11 0,1 0 0,-1-1 0,1 1 0,1 1 0,-1-1 0,1 0 0,1 1 0,-1-1 0,1 10 0,-1-10 0,0 0 0,0 0 0,-1 0 0,1 0 0,-8 12 0,-5 16 0,5 7 0,8-30 0,-1 0 0,-7 20 0,-18 44 0,-6 16 0,5-13 0,20-51 0,-17 36 0,16-42 0,8-15 0,-1-1 0,0 0 0,-1 0 0,1 0 0,-8 9 0,3-4 0,-1 1 0,2 0 0,-8 15 0,8-13 0,-1 0 0,-11 15 0,9-15 0,0 2 0,0-1 0,-13 34 0,17-31 0,-11 20 0,11-25 0,0 0 0,0 0 0,1 1 0,1-1 0,-3 17 0,-7 21 0,3-16 0,4-9 0,-2-1 0,-15 31 0,16-41 0,1 1 0,1 0 0,1 1 0,-6 23 0,2-11 0,-20 49 0,23-62 0,3-9 0,1-1 0,0 1 0,1 0 0,-1 8 0,-2 9 0,2-18 0,0 1 0,-1-1 0,0 1 0,0-1 0,-5 8 0,-11 23 0,17-26 0,0 1 0,1-1 0,0 1 0,1 0 0,2 22 0,0 5 0,-3-24 0,2 0 0,0 0 0,0 0 0,1-1 0,6 22 0,14 31 0,-21-56 0,0-1 0,0 1 0,-1 10 0,-1-11 0,2-1 0,-1 1 0,4 16 0,16 43 0,-13-49 0,-1 1 0,0-1 0,3 31 0,-8-44 0,1-1 0,-1 1 0,2-1 0,-1 0 0,1 0 0,0 0 0,0 0 0,0-1 0,8 10 0,-5-7 0,-1 0 0,0 1 0,5 11 0,-4-9 0,-1 1 0,2-1 0,0-1 0,0 1 0,16 16 0,-19-23 0,-3-2 0,1 0 0,0-1 0,0 1 0,0-1 0,0 1 0,1-1 0,-1 0 0,2 1 0,-1-1 0,-1 0 0,0 0 0,0 0 0,0 1 0,0-1 0,0 1 0,0-1 0,0 1 0,2 2 0,6 6 0,-1-1 0,2 1 0,-1-2 0,1 0 0,0 0 0,1-1 0,0 0 0,0-1 0,0-1 0,1 0 0,16 4 0,-26-8 0,0 0 0,0 0 0,0 0 0,0 0 0,0 1 0,0-1 0,0 1 0,-1 0 0,1 0 0,0 0 0,-1 0 0,0 0 0,1 0 0,1 3 0,4 1 0,-1-1 0,1 0 0,0 0 0,0-1 0,16 6 0,-17-7 0,0 1 0,0 0 0,9 7 0,-10-6 0,0-1 0,1 0 0,-1 0 0,9 3 0,-11-5 0,1 1 0,-1-1 0,0 1 0,8 6 0,-8-6 0,0 0 0,0-1 0,0 1 0,0-1 0,0 0 0,5 3 0,-3-3 0,0 0 0,-1 1 0,1 0 0,-1 1 0,10 6 0,-12-6 0,2-1 0,-1 0 0,0 0 0,0-1 0,1 1 0,0-1 0,-1 0 0,1 0 0,8 1 0,13 6 0,-22-7 0,0-1 0,0 0 0,0 1 0,0-1 0,0 0 0,7 0 0,70 6 0,-57-4 0,-1 2 0,39 11 0,-19-8 0,4 0 0,-25-1 0,41 5 0,-9-3 0,-31-4 0,41 1 0,-31-4 0,37 16 0,-11-6 0,-46-8 0,0-1 0,0 0 0,1-1 0,16 0 0,18-3 0,62 2 0,-70 8 0,-34-7 0,1 0 0,0 0 0,0-1 0,14 1 0,280-3 0,-223 11 0,-7-1 0,-40-6 0,26 2 0,-37-4 0,0 2 0,0 0 0,33 9 0,-7 4 0,-21-11 0,-2 0 0,0-2 0,39 2 0,-22-6 0,61 2 0,-70 2 0,35 3 0,-28-5 0,-27 0 0,1 0 0,0-1 0,-1 0 0,1-1 0,0-1 0,12-2 0,-19 2 0,-1-1 0,1 1 0,0-1 0,-1 0 0,6-4 0,-6 4 0,0 0 0,-1 1 0,1-1 0,0 1 0,0 0 0,0 0 0,7-2 0,10-2 0,0-2 0,-1 0 0,0-2 0,0 0 0,-1-1 0,23-17 0,26-10 0,-48 24 0,1 1 0,0 1 0,1 1 0,27-10 0,-41 19 42,0 0 0,0 1 1,0 0-1,0 1 0,0-1 0,0 2 0,13 1 0,-14-1-197,0-1 1,0 1-1,0-1 0,0 0 0,0-1 1,0 0-1,0 0 0,0 0 0,0-1 1,10-3-1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1T13:44:13.819"/>
    </inkml:context>
    <inkml:brush xml:id="br0">
      <inkml:brushProperty name="width" value="0.2" units="cm"/>
      <inkml:brushProperty name="height" value="0.2" units="cm"/>
    </inkml:brush>
  </inkml:definitions>
  <inkml:trace contextRef="#ctx0" brushRef="#br0">9194 1205 24575,'0'1'0,"-1"-1"0,0 0 0,0 0 0,1 1 0,-1-1 0,0 0 0,0 1 0,1-1 0,-1 1 0,0-1 0,1 0 0,-1 1 0,1 0 0,-1-1 0,1 1 0,-1-1 0,1 1 0,-1 0 0,1-1 0,-1 1 0,1 0 0,0 0 0,-1-1 0,1 2 0,-8 24 0,5-13 0,-9 25 0,8-26 0,1 0 0,-2 0 0,-9 19 0,-1 7 0,5-11 0,-1 0 0,-2-1 0,-18 27 0,5-18 0,-47 47 0,43-49 0,20-25 0,1 1 0,-1-1 0,0-1 0,-1 0 0,-18 9 0,-14 10 0,38-23 0,-1 0 0,1 0 0,-1-1 0,1 0 0,-10 3 0,-12 4 0,9 0 0,-13 4 0,-21 5 0,44-16 0,-30 6 0,36-7 0,1 0 0,-1-1 0,0 1 0,0 0 0,0 1 0,1-1 0,-1 0 0,0 0 0,1 1 0,-1-1 0,1 1 0,0-1 0,-1 1 0,1 0 0,-2 3 0,-13 25 0,11-21 0,0-1 0,1 1 0,0-1 0,1 1 0,-1 0 0,1 0 0,1 1 0,0-1 0,-1 15 0,-6 55 0,7-63 0,-4 83 0,7-72 0,0 1 0,9 40 0,-6-55 0,0 0 0,1-1 0,10 21 0,3 6 0,-10-11 0,-7-23 0,0 0 0,0 0 0,0-1 0,1 1 0,0-1 0,0 1 0,0-1 0,6 8 0,-4-6 0,-1 0 0,0 0 0,0 0 0,4 13 0,-2-7 0,4 26 0,-9-33 0,1 1 0,1-1 0,-1 1 0,1-1 0,0 1 0,0-1 0,0 0 0,4 7 0,1-2 0,-2 1 0,1 1 0,-2-1 0,1 1 0,2 15 0,-3-14 0,0 0 0,0-1 0,1 1 0,11 18 0,-9-19 0,-1 0 0,0 1 0,3 14 0,13 25 0,34 70 0,-46-101 0,10 18 0,-16-33 0,0 1 0,0 0 0,-1 0 0,0 0 0,0 0 0,0 0 0,-1 1 0,-1-1 0,1 1 0,-1-1 0,0 1 0,-1 0 0,0-1 0,0 1 0,-1 0 0,-2 11 0,2-16 0,-1 1 0,0-1 0,0 1 0,0-1 0,0 0 0,-1 1 0,1-1 0,-1-1 0,-5 5 0,-6 9 0,-26 23 0,17-18 0,-20 19 0,35-34 0,-1 0 0,1 0 0,-11 4 0,11-6 0,1 0 0,-1 1 0,1 0 0,0 0 0,-8 8 0,10-9 0,-1 1 0,1-1 0,-1 0 0,-6 3 0,-17 12 0,9-4 0,16-13 0,1 0 0,-1 1 0,1 0 0,-1 0 0,1 0 0,0 0 0,0 0 0,-3 5 0,2-3 0,0-1 0,0 1 0,-1-1 0,0 0 0,1 0 0,-10 6 0,8-7 0,2 0 0,-1 1 0,0 0 0,1 0 0,-1 0 0,1 0 0,1 1 0,-6 7 0,5-5 0,1 0 0,0 1 0,0-1 0,1 1 0,0 0 0,1-1 0,-2 15 0,2 60 0,2-46 0,-1-13 0,-1 10 0,9 62 0,-4-38 0,-4-43 0,1-1 0,0 1 0,5 19 0,15 64 0,-16-81 0,0 4 0,6 33 0,-9-41 0,1 1 0,0-1 0,0 1 0,2-1 0,0 0 0,10 19 0,-10-20 0,-1 1 0,-1 0 0,3 14 0,-1-8 0,-3-2 0,0 0 0,-2 0 0,1-1 0,-2 1 0,0 0 0,-5 23 0,3-14 0,1-16 0,0 1 0,-1-1 0,0 0 0,-1 0 0,-4 10 0,3-9 0,1 0 0,0 0 0,-5 19 0,8-23 0,-1-1 0,0 1 0,-1-1 0,1 0 0,-1 1 0,0-1 0,0-1 0,-7 9 0,5-7 0,0 0 0,1 1 0,0 0 0,-3 7 0,3-7 0,1 0 0,-1 0 0,-10 13 0,-8 13 0,17-22 0,4-8 0,0 1 0,-1-1 0,0 0 0,0 0 0,0 1 0,0-1 0,-5 4 0,2 0 0,0-1 0,0 1 0,-8 14 0,11-16 0,-1 0 0,0 0 0,0 0 0,-1 0 0,0 0 0,1-1 0,-1 0 0,-1 0 0,1 0 0,-5 3 0,5-4 0,1 0 0,0-1 0,0 1 0,1 0 0,-1 0 0,0 0 0,-3 7 0,4-6 0,-1 0 0,0 0 0,-1 0 0,1 0 0,-5 3 0,5-3 0,-1-1 0,1 1 0,0 0 0,0-1 0,1 1 0,-1 1 0,-3 6 0,4-6 0,-1 0 0,0 0 0,0 0 0,-1 0 0,-5 5 0,-7 9 0,14-16 0,0 0 0,-1 0 0,0-1 0,1 1 0,-1 0 0,0-1 0,0 0 0,0 1 0,-6 1 0,1 1 0,-10 3 0,-25 16 0,28-14 0,5-2 0,-1 0 0,-17 8 0,14-10 0,0-1 0,0 0 0,0-1 0,0-1 0,-1 0 0,-20 2 0,-97 12 0,62-8 0,13-1 0,36-4 0,1-2 0,-24 1 0,-62 6 0,38-4 0,47-2 0,-28 0 0,-64-4 0,38-1 0,65 2 0,0-1 0,0-1 0,0 0 0,-18-6 0,-25-6 0,40 12 0,0-1 0,0 0 0,1-1 0,-21-10 0,21 8 0,0 2 0,0-1 0,-1 1 0,-23-4 0,27 7 0,0-2 0,0 1 0,0-1 0,1 0 0,-1-1 0,-11-7 0,11 6 0,-1 0 0,0 1 0,0 0 0,-11-3 0,4 3 0,0-2 0,0 0 0,-20-11 0,-25-9 0,-47-18 0,74 24 0,30 16 0,-1 1 0,1-1 0,-1 1 0,0 0 0,0 0 0,0 1 0,-13-3 0,10 2 0,1 1 0,-1-1 0,0-1 0,1 0 0,0 0 0,-12-8 0,-24-10 0,22 11 0,-34-20 0,33 18 0,-27-13 0,21 13 0,1-1 0,1-1 0,-48-36 0,44 28 0,17 14 0,1-2 0,-13-12 0,19 17 0,-1 0 0,1 1 0,-1-1 0,-13-5 0,-11-8 0,-10-4 0,34 20 0,0 0 0,1-1 0,-1-1 0,1 1 0,-12-11 0,-7-4 0,21 16 0,1 0 0,-1 0 0,1-1 0,0 1 0,0-1 0,1 0 0,-4-4 0,4 6 0,1 0 0,0 0 0,-1 1 0,1-1 0,-1 1 0,1 0 0,-1-1 0,0 1 0,1 0 0,-1 1 0,0-1 0,0 0 0,-4 0 0,-17-5 0,-26-14 0,13 6 0,-42-24 0,76 37 0,1-1 0,0 0 0,-1 0 0,1 0 0,0 0 0,0-1 0,1 1 0,-1 0 0,0-1 0,1 1 0,-2-5 0,1 4 0,0 0 0,1 0 0,-1 0 0,0 0 0,0 0 0,0 1 0,-1-1 0,1 1 0,-4-3 0,-4-3 0,0-1 0,0-1 0,1 0 0,0 0 0,-12-20 0,-2-15 0,19 35 0,-1 0 0,1 1 0,-11-16 0,0-3 0,13 24 0,0-1 0,0 1 0,0 0 0,0 0 0,0 1 0,-6-7 0,4 5 0,-1 0 0,1-1 0,1 1 0,-1-1 0,1 0 0,-3-7 0,2 4 0,2 6 0,0 1 0,1-1 0,-1 1 0,0-1 0,0 1 0,-1 0 0,-2-3 0,3 3 0,0 0 0,0 1 0,0-1 0,0-1 0,0 1 0,1 0 0,-1 0 0,1 0 0,-1-1 0,0-2 0,0 1 0,0 0 0,0 0 0,0 1 0,-1-1 0,1 1 0,-1-1 0,0 1 0,-4-3 0,4 2 0,0 1 0,0 0 0,0-1 0,0 1 0,0-1 0,1 0 0,0 1 0,-3-6 0,1-1 0,-1 0 0,0 1 0,-9-13 0,-9-17 0,21 36 0,0 0 0,0 0 0,-1 0 0,1 0 0,-1 1 0,1-1 0,-1 1 0,0 0 0,-5-3 0,-31-18 0,31 19 0,-142-75 0,126 61 0,21 16 0,1-1 0,-1 1 0,0 0 0,0 0 0,0 0 0,0 0 0,0 1 0,0-1 0,-5-1 0,4 2 0,1 0 0,0-1 0,0 1 0,0-1 0,0 0 0,0 0 0,0 0 0,0 0 0,-5-5 0,6 4 0,-1 0 0,-1 0 0,1 1 0,0-1 0,-1 1 0,-4-2 0,1 0 0,1 1 0,0-1 0,0 0 0,-10-9 0,-15-10 0,5 9 0,1-2 0,1 0 0,0-1 0,-27-27 0,2 3 0,38 31 0,0 1 0,-25-16 0,12 9 0,-45-27 0,66 41 0,-1 0 0,0 0 0,1 0 0,-1 0 0,-8-2 0,8 3 0,0 0 0,0-1 0,0 0 0,0 0 0,-6-4 0,1 0 0,1 1 0,-1 0 0,0 1 0,0-1 0,-16-4 0,10 4 0,-108-37 0,113 39 0,-1 0 0,1 1 0,-1 0 0,0 0 0,0 2 0,-19 0 0,-15-2 0,16-1 0,20 1 0,1 1 0,-1 0 0,1 1 0,0 0 0,-1 0 0,1 1 0,-13 2 0,7-1 0,0 0 0,-19 1 0,-9 0 0,10 0 0,-59-3 0,37-1 0,45 0 0,-1 0 0,1 0 0,0-1 0,-1 0 0,1-1 0,0 0 0,-11-5 0,-1-2 0,-36-24 0,-1-7 0,-7 2 0,27 11 0,32 22 0,-1 1 0,1 0 0,-1 0 0,-11-5 0,-19-15 0,31 20 0,-1 1 0,1-1 0,-1 1 0,-11-5 0,2 2 0,1-2 0,-28-18 0,23 14 0,-1-1 0,10 8 0,0-1 0,0-1 0,1 0 0,0 0 0,0-1 0,1 0 0,-10-12 0,15 16 0,-1 0 0,0 0 0,1 1 0,-11-7 0,-8-9 0,2 1 0,-12-14 0,-15-25 0,3 15 0,42 41 0,1-1 0,-1 1 0,0 0 0,0 0 0,-1 1 0,1-1 0,0 1 0,0-1 0,-1 1 0,1 0 0,-7-1 0,-20-9 0,11 2 0,1 0 0,-30-9 0,44 17 0,-2-2 0,1 0 0,0 0 0,1-1 0,-1 1 0,1-1 0,-1 0 0,1 0 0,0-1 0,0 1 0,1-1 0,-4-6 0,-21-22 0,23 27 0,-1-1 0,1 1 0,0-1 0,1 0 0,-4-8 0,-10-13 0,15 23 0,1 1 0,0-1 0,-1 0 0,2 0 0,-1 1 0,0-1 0,1 0 0,0-1 0,0 1 0,0-7 0,3-58 0,-1 31 0,-1 15 0,1-7 0,-2 1 0,-6-37 0,4 39 0,1-1 0,4-53 0,-1 20 0,0 17 0,-2-50 0,-3 61 0,2 18 0,0 0 0,2 1 0,0-19 0,1 32 0,-1 1 0,1 0 0,-1-1 0,1 1 0,0 0 0,0 0 0,-1-1 0,1 1 0,0 0 0,0 0 0,0 0 0,0 0 0,1 0 0,-1 0 0,0 0 0,0 1 0,1-1 0,-1 0 0,0 1 0,1-1 0,-1 1 0,0-1 0,1 1 0,-1-1 0,1 1 0,-1 0 0,3 0 0,46-3 0,-45 3 0,45-1 0,50 3 0,-74 1 0,-18-2 0,0 0 0,1 0 0,-1 0 0,1-1 0,10-2 0,-16 2 0,0-1 0,0 0 0,0 0 0,-1 0 0,1-1 0,0 1 0,0 0 0,-1-1 0,1 0 0,-1 0 0,1 0 0,-1 0 0,0 0 0,0 0 0,0 0 0,0-1 0,0 1 0,2-6 0,1-1 0,2-1 0,-1 0 0,0 0 0,-1 0 0,-1-1 0,0 0 0,0 0 0,-1 0 0,3-14 0,-4 6 0,1 0 0,1 1 0,9-27 0,-7 34 0,-1 0 0,1 1 0,1-1 0,0 1 0,11-12 0,18-28 0,-33 44 0,0-1 0,0 0 0,-1 0 0,0 0 0,-1 0 0,1 0 0,-1 0 0,0-13 0,-4-58 0,3 77 0,0-4 0,-1 1 0,0 0 0,0-1 0,0 1 0,0 0 0,0-1 0,-1 1 0,0 0 0,0 0 0,0 0 0,-1 1 0,1-1 0,-1 0 0,0 1 0,-5-5 0,-2 0 0,0 0 0,0 1 0,-1 0 0,-12-5 0,9 5 0,-5-2 0,-1 0 0,-36-9 0,-17-7 0,12 6 0,27 9 0,9 4 0,0 1 0,-1 1 0,1 2 0,-1 0 0,-32 2 0,-44-2 0,96 1 0,-1 0 0,1-1 0,0 1 0,0-1 0,0 0 0,1-1 0,-1 1 0,0-1 0,1 0 0,-6-5 0,-5-2 0,9 7 0,0-1 0,0 1 0,-1 1 0,0 0 0,-8-2 0,7 2 0,0 0 0,1-1 0,-13-5 0,-82-30 0,55 18 0,38 14 0,-9-5 0,0-1 0,1-1 0,-18-17 0,32 27 0,0-1 0,-1 1 0,0 0 0,-8-4 0,-17-13 0,18 11 0,0 0 0,-1 0 0,-25-12 0,3 2 0,-44-22 0,30 17 0,19 11 0,23 10 0,0 0 0,0 0 0,0 0 0,0-1 0,-9-7 0,8 5 0,-2 0 0,1 1 0,0 0 0,-1 1 0,0 0 0,-12-3 0,-23-10 0,-5 0 0,38 13 0,0 0 0,-18-8 0,23 9 0,1 1 0,0 0 0,-1 1 0,0 0 0,1 0 0,-1 0 0,-9 0 0,-16-1 0,-33-2 0,47 3 0,-31-3 0,11 0 0,26 3 0,0 0 0,-21-6 0,24 4 0,1-1 0,-1 0 0,-11-7 0,13 7 0,1 0 0,-1 0 0,0 1 0,0 0 0,0 0 0,-12-2 0,7 2 0,1-1 0,-1 0 0,1 0 0,-12-7 0,-3-1 0,-27-5 0,41 14 0,0-1 0,0 0 0,0 0 0,-13-8 0,-14-5 0,33 15 0,-1-1 0,1 1 0,0-1 0,0 0 0,0-1 0,0 0 0,-6-5 0,8 7 0,1-1 0,0 1 0,-1 0 0,1 0 0,-1 0 0,0 0 0,-7-2 0,-6-3 0,11 3 0,1 1 0,-1-1 0,1-1 0,0 1 0,0-1 0,-5-6 0,-2-2 0,-8-7 0,2 0 0,-20-27 0,28 35 0,0 0 0,-14-11 0,18 16 0,-16-11 0,17 15 0,0-1 0,1-1 0,-1 1 0,1-1 0,-6-7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1T13:44:22.389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10 0 24575,'-9'44'0,"9"-22"0,0 0 0,2 0 0,0 0 0,2-1 0,0 1 0,14 39 0,-8-27 0,-9-28 0,1 0 0,0 0 0,0 0 0,0-1 0,0 1 0,1 0 0,0-1 0,0 0 0,8 10 0,-10-13 0,1 0 0,-1 1 0,0-1 0,0 0 0,0 1 0,0-1 0,0 1 0,0-1 0,-1 1 0,1-1 0,-1 1 0,0 5 0,-1 37 0,-1-21 0,2 17 0,1 50 0,8-51 0,-7-34 0,0 1 0,-1 0 0,1 0 0,0 14 0,-2-16 0,1 1 0,-1-1 0,1 0 0,0 0 0,1 0 0,-1 0 0,1 0 0,0 0 0,1-1 0,2 6 0,32 42 0,-33-47 0,4 3 0,0 0 0,0-1 0,1 1 0,13 8 0,-10-8 0,-1 0 0,12 13 0,-14-12 0,0 0 0,-1-1 0,12 17 0,50 73 0,-58-83 0,1 0 0,25 21 0,-5-4 0,-28-29 0,-1 1 0,1-1 0,0-1 0,-1 1 0,2 0 0,4 1 0,14 7 0,25 29 0,-45-34 0,1-1 0,-1 1 0,0 0 0,-1 0 0,0 1 0,0-1 0,0 1 0,-1-1 0,1 1 0,-2 0 0,2 8 0,6 16 0,0 3 0,-8-26 0,1-1 0,0 1 0,0-1 0,1 0 0,4 8 0,2 7 0,-8-20 0,0 1 0,-1 0 0,1-1 0,1 1 0,-1-1 0,0 0 0,1 1 0,-1-1 0,1 0 0,0 0 0,-1 0 0,1 0 0,0 0 0,1 0 0,2 2 0,21 20 0,-4-3 0,-9-12 0,-9-5 0,1 0 0,0 0 0,0-1 0,0 1 0,0-1 0,1-1 0,-1 1 0,1-1 0,0 0 0,0 0 0,-1 0 0,1-1 0,11 1 0,-15-2 0,0 0 0,0 0 0,0 0 0,-1 0 0,1 1 0,0-1 0,0 1 0,0-1 0,0 1 0,-1 0 0,1-1 0,0 1 0,0 0 0,-1 0 0,1 0 0,-1 0 0,1 1 0,-1-1 0,0 0 0,1 1 0,-1-1 0,0 1 0,0-1 0,0 1 0,0-1 0,2 5 0,7 9 0,-3-8 0,0-1 0,0 0 0,1 0 0,0-1 0,9 5 0,-15-9 0,7 6 0,0 0 0,0 1 0,0 0 0,-1 0 0,12 17 0,16 15 0,25 31 0,-43-53 0,0 0 0,1-2 0,1 0 0,0-1 0,34 18 0,12 1 0,-44-24 0,42 27 0,8 2 0,-67-36 0,1 1 0,-1-2 0,1 1 0,0 0 0,0-1 0,10 2 0,-11-3 0,1 1 0,-1 0 0,0 0 0,0 0 0,1 0 0,-2 1 0,1-1 0,0 1 0,7 7 0,18 10 0,-25-17 0,0 0 0,0 0 0,0 0 0,6 7 0,20 19 0,33 24 0,-14-12 0,-30-26 0,-16-12 0,0 0 0,0 0 0,0 0 0,-1 1 0,1-1 0,4 7 0,10 16 0,-10-17 0,-1 0 0,0 1 0,-1 0 0,0 1 0,-1-1 0,0 1 0,-1 0 0,6 20 0,3 8 0,-10-33 0,0 1 0,-1 0 0,0 0 0,0 0 0,0 7 0,1-2 0,-1-1 0,2 0 0,-1 0 0,2 0 0,-1 0 0,2-1 0,6 11 0,6 14 0,-12-22 0,-1 1 0,0 0 0,-1 1 0,-1-1 0,0 1 0,-1-1 0,0 1 0,-1 0 0,-2 15 0,11 102 0,-10-79 0,-1 44 0,0-90 0,-1 1 0,0-1 0,-1 0 0,1 0 0,-2 0 0,1 0 0,-5 8 0,3-6 0,0 0 0,1 0 0,-5 13 0,7-15 0,-1 0 0,0 0 0,0 0 0,-5 7 0,4-8 0,1 0 0,-1 0 0,2 0 0,-1 0 0,-2 11 0,3-11 0,0 0 0,0-1 0,-1 1 0,1-1 0,-1 0 0,0 1 0,-7 6 0,7-7 0,-1 0 0,1 0 0,0 0 0,0 1 0,1-1 0,-4 11 0,3 1 0,1-1 0,1 0 0,1 1 0,2 20 0,0 9 0,-2-44 0,0 27 0,-7 56 0,5-60 0,0 1 0,3 39 0,0-15 0,9 38 0,-10-83 0,1 1 0,1-1 0,-1 0 0,1 0 0,0 1 0,0-1 0,0-1 0,1 1 0,4 6 0,1 1 0,1-2 0,15 16 0,6 7 0,-18-19 0,22 20 0,-30-31 0,0-1 0,-1 0 0,1 0 0,0-1 0,0 1 0,0-1 0,4 1 0,21 8 0,-14-1 0,0-2 0,1 0 0,0-1 0,0 0 0,20 3 0,-28-7 0,0 1 0,-1 0 0,1 0 0,11 8 0,-13-8 0,0 0 0,0 0 0,-1 0 0,2-1 0,-1 1 0,0-2 0,0 1 0,10 1 0,37 5-1365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1T13:44:40.110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6890 24575,'0'1'0,"0"-1"0,0 0 0,0 0 0,1 0 0,-1 0 0,0 0 0,0 0 0,0 0 0,0 0 0,0 0 0,0 0 0,0 0 0,0 1 0,0-1 0,0 0 0,0 0 0,0 0 0,1 0 0,-1 0 0,0 0 0,0 0 0,0 0 0,0 0 0,0 0 0,0 0 0,0 0 0,0 0 0,0 0 0,1 0 0,-1 0 0,0 0 0,0 0 0,0 0 0,0 0 0,0 0 0,0 0 0,0 0 0,0 0 0,0 0 0,1 0 0,-1 0 0,0-1 0,0 1 0,0 0 0,0 0 0,0 0 0,0 0 0,0 0 0,0 0 0,7 13 0,-3-7 0,3 5 0,0 1 0,0-1 0,5 15 0,7 13 0,-2-21 0,-15-16 0,1 0 0,-1 0 0,0 0 0,0 0 0,-1 0 0,1 1 0,0-1 0,1 4 0,-1-3 0,0 0 0,0 1 0,0-1 0,1 0 0,-1 0 0,1 0 0,0 0 0,0 0 0,5 2 0,11 13 0,-9-6 0,-9-10 0,1 0 0,-1 0 0,1 0 0,-1 0 0,1-1 0,0 1 0,0 0 0,0-1 0,0 0 0,0 1 0,0-1 0,3 1 0,8 2 0,0-1 0,0 0 0,1-1 0,-1-1 0,0 0 0,1-1 0,-1 0 0,20-3 0,-26 2 0,0 0 0,0 0 0,-1 0 0,1-1 0,0 0 0,-1 0 0,1-1 0,-1 1 0,0-1 0,0-1 0,0 1 0,-1-1 0,1 0 0,6-7 0,23-15 0,-26 20 0,-1 0 0,1 0 0,8-10 0,-3 4 0,1 0 0,0 1 0,27-15 0,11-12 0,-18 11 0,60-54 0,-37 33 0,1 2 0,-35 24 0,1 1 0,30-19 0,-14 12 0,12-12 0,-27 22 0,-20 14 0,-1 1 0,1-1 0,-1-1 0,7-5 0,2-5 0,32-23 0,-23 21 0,0-1 0,32-19 0,-25 23 0,-24 12 0,-1 0 0,0 0 0,1-1 0,-1 1 0,-1-1 0,1-1 0,6-4 0,-5 3 0,0 1 0,0 0 0,0 0 0,0 0 0,1 1 0,8-4 0,-8 5 0,0-1 0,0-1 0,0 1 0,-1-1 0,0-1 0,7-5 0,-8 7 0,1-1 0,-1 1 0,1 0 0,0 0 0,0 1 0,0 0 0,10-3 0,15-5 0,97-40 0,-102 41 0,46-10 0,-61 17 0,29-9 0,-25 7 0,0 0 0,0 1 0,1 0 0,25 0 0,224 3 0,-251-1 0,0 0 0,22-6 0,-21 4 0,0 0 0,17 0 0,371 3 0,-324-9 0,-21 3 0,87-5 0,-21 19 0,-100-6 0,1-2 0,-1-1 0,0-1 0,1-1 0,-1-1 0,0-1 0,32-12 0,-41 13 0,0 1 0,29-3 0,16-2 0,-27 4 0,50-2 0,-19 5 0,57 2 0,-1 17 0,-43-5 0,-56-9 0,-1 0 0,0-1 0,22-1 0,46 7 0,-19-4 0,-33-1 0,1 0 0,42 1 0,19 4 0,24 9 0,-50-6 0,-52-7 0,0-2 0,1 0 0,22 0 0,-34-2 0,-1 0 0,1 0 0,-1 1 0,0 0 0,0 1 0,0-1 0,0 2 0,0-1 0,7 6 0,-4-4 0,0 0 0,0 0 0,17 4 0,-16-5 0,1 0 0,-1 1 0,14 7 0,-18-7 0,1-1 0,0 0 0,0-1 0,0 0 0,0 0 0,1-1 0,14 2 0,-17-2 0,0 0 0,0 1 0,0 0 0,0 0 0,-1 0 0,1 1 0,-1 0 0,10 8 0,59 47 0,-48-45 0,-23-13 0,0 1 0,-1 0 0,1 0 0,-1 0 0,1 0 0,-1 0 0,5 5 0,0 0 0,0 0 0,1-1 0,13 9 0,18 13 0,-34-24 0,0-1 0,0 0 0,0 0 0,0-1 0,0 0 0,0 0 0,1 0 0,-1-1 0,11 1 0,21 6 0,-15-2 0,1-1 0,-1 0 0,1-2 0,0-2 0,0 0 0,0-1 0,43-6 0,-5 0 0,105-7 0,-128 12 0,-28 0 0,1 0 0,-1 1 0,1 0 0,0 1 0,-1 0 0,1 1 0,13 3 0,-12 1 0,0 1 0,-1 1 0,0 0 0,0 0 0,11 12 0,-2-3 0,42 31 0,1 3 0,-45-37 0,17 14 0,31 28 0,-41-37 0,-22-17 0,0 0 0,0 1 0,0 0 0,0-1 0,-1 1 0,4 4 0,6 6 0,2 0 0,-1-1 0,27 17 0,-20-14 0,135 102 0,-138-102 0,-12-11 0,0 0 0,0 0 0,1-1 0,12 6 0,0-1 0,57 35 0,-19-14 0,-37-18 0,27 10 0,19 19 0,-30-24 0,-27-11 0,0-1 0,1 0 0,0 0 0,-1-1 0,1 0 0,13 1 0,101 4 0,-113-8 0,0 1 0,0 1 0,0 0 0,0 0 0,0 1 0,0 0 0,-1 1 0,1 0 0,-1 1 0,0 0 0,13 8 0,-18-10 0,1 0 0,0-1 0,0 0 0,0 0 0,8 1 0,-8-2 0,1 0 0,-1 1 0,0 0 0,0 0 0,6 4 0,52 20 0,0-2 0,-39-9 0,-19-11 0,0 0 0,1-1 0,-1 0 0,12 4 0,-11-4 0,1 0 0,-1 0 0,14 10 0,15 6 0,-21-15 0,0 0 0,0 0 0,29 2 0,-26-4 0,-1 0 0,27 8 0,-24-5 0,0 0 0,1-2 0,24 1 0,5 1 0,-40-4 0,0 0 0,0 1 0,0 1 0,0-1 0,-1 2 0,1-1 0,-1 1 0,11 6 0,-10-5 0,1-1 0,-1 0 0,1-1 0,0 0 0,0-1 0,0 0 0,0-1 0,19 0 0,-22-1 0,-1 0 0,1 0 0,0-1 0,-1 0 0,1 0 0,-1-1 0,0 0 0,1 0 0,-1-1 0,0 1 0,0-2 0,10-6 0,132-84 0,-139 89 0,1 0 0,20-8 0,18-8 0,-32 12 0,33-12 0,-38 17 0,-3-1 0,0 1 0,-1-1 0,11-7 0,22-13 0,64-29 0,-75 37 0,-21 11 0,1 1 0,-1 0 0,1 1 0,20-7 0,-24 9 0,0 0 0,0-1 0,0 1 0,0-1 0,8-7 0,-8 6 0,0 1 0,1-1 0,-1 1 0,12-4 0,-8 3 0,0 1 0,-1-2 0,1 1 0,10-8 0,-11 6 0,1 1 0,0 0 0,18-7 0,-20 10 0,0-2 0,0 1 0,-1-1 0,15-10 0,10-5 0,12 4 0,-34 13 0,-1-1 0,0 0 0,10-5 0,39-18 0,-35 16 0,40-23 0,-27 14 0,-27 15 0,1-1 0,16-11 0,-18 11 0,-1 0 0,1 1 0,13-6 0,-13 7 0,0-1 0,-1 0 0,1 0 0,7-7 0,-7 6 0,-1 1 0,0-1 0,11-4 0,22-13 0,-8 1 0,-26 18 0,0-1 0,0 0 0,0 0 0,-1 0 0,1-1 0,7-8 0,13-10 0,-22 20 0,0-1 0,0 1 0,0 0 0,-1-1 0,7-7 0,-6 5 0,1 1 0,0-1 0,0 1 0,9-7 0,12-11 0,-15 12 0,1 1 0,1 0 0,20-13 0,0 0 0,-7 5 0,35-18 0,-57 34 0,90-52 0,-72 36 0,-19 15 0,0 1 0,-1-1 0,1 1 0,0 0 0,0 0 0,1 0 0,4-2 0,-3 1 0,0 0 0,0-1 0,0 0 0,0 0 0,-1 0 0,1 0 0,4-7 0,8-7 0,3-7 0,-17 21 0,-1 0 0,1 0 0,0 1 0,0-1 0,0 1 0,6-5 0,-5 4 0,0 0 0,1-1 0,-2 1 0,1-1 0,-1 0 0,4-6 0,2-3 0,47-82 0,-34 57 0,-18 30 0,0 1 0,1-1 0,1 0 0,0 1 0,7-9 0,-9 13 0,-1-1 0,0 1 0,0-1 0,4-9 0,6-9 0,15-23 0,-16 25 0,23-28 0,-25 30 0,-10 17 0,1-1 0,0 1 0,0 0 0,1 0 0,-1 0 0,0 0 0,1 0 0,2-3 0,3-2 0,-1 0 0,-1-1 0,1 1 0,-1-1 0,4-8 0,-4 5 0,1 2 0,13-17 0,-10 15 0,-1-1 0,-1 1 0,9-18 0,-8 14 0,0 2 0,11-16 0,-5 11 0,-1 3 0,0 0 0,-2-1 0,0-1 0,0 0 0,11-27 0,-18 27 0,-1 1 0,0 0 0,-2-1 0,0 1 0,-1-23 0,0 36 0,0 0 0,0 0 0,-1 0 0,1 0 0,-1-1 0,0 1 0,0 0 0,0 0 0,0 1 0,-1-1 0,1 0 0,-1 0 0,0 1 0,1-1 0,-5-3 0,0 0 0,-1 0 0,0 0 0,0 1 0,-11-6 0,-8-8 0,22 15 0,-1 1 0,0-1 0,0 1 0,0 0 0,0 0 0,0 1 0,-11-4 0,-2-1 0,-1-1 0,1 0 0,-27-18 0,21 12 0,14 8 0,1 0 0,-1-1 0,1-1 0,0 0 0,1 0 0,0 0 0,0-1 0,1 0 0,0-1 0,1 0 0,0 0 0,-8-17 0,4 7 0,5 11 0,1 0 0,-1 0 0,2-1 0,-1 1 0,1-1 0,-2-17 0,-12-17 0,13 31 0,0 0 0,-9-21 0,3 10 0,-1-11 0,10 28 0,-1-1 0,0 1 0,-1 0 0,0 0 0,-6-11 0,-12-27 0,18 37 0,0 0 0,0 0 0,-1 1 0,0 0 0,-9-12 0,9 12 0,0 1 0,0-1 0,0 0 0,1 0 0,-5-13 0,5 12 0,0 0 0,0 1 0,-1 0 0,0-1 0,-5-6 0,2 3 0,0 0 0,0 0 0,-7-19 0,8 16 0,0 1 0,-12-18 0,-1-4 0,17 29 0,-1 1 0,0-1 0,0 1 0,0-1 0,-1 1 0,1 0 0,-6-5 0,7 8 0,0 0 0,1 0 0,-1-1 0,1 1 0,-1-1 0,1 1 0,-2-6 0,2 5 0,0 1 0,0-1 0,0 0 0,-1 0 0,0 1 0,1-1 0,-4-2 0,-30-38 0,27 31 0,-1 1 0,-1-1 0,-12-10 0,2 5 0,12 9 0,-1 0 0,0 1 0,0 0 0,-20-10 0,18 10 0,1 0 0,-1 0 0,-17-17 0,10 8 0,-133-119 0,130 115 0,7 8 0,-1 0 0,-20-13 0,17 7 0,17 16 0,0 0 0,0 0 0,-1 0 0,1 0 0,-1 1 0,1-1 0,-1 1 0,0-1 0,0 1 0,0 0 0,-3-3 0,1 2 0,0 0 0,1 0 0,0-1 0,-1 1 0,1-1 0,0 0 0,1 0 0,-6-7 0,-8-8 0,8 10 0,0-2 0,0 1 0,-7-14 0,-4-4 0,-44-55 0,-37-24 0,86 90 0,11 12 0,0 1 0,0-1 0,0 1 0,0 0 0,-1 0 0,1 0 0,-1 1 0,-5-4 0,0 0 0,0 0 0,0 0 0,1-1 0,-15-15 0,-11-9 0,28 26 0,-1 1 0,0 0 0,0 0 0,0 1 0,0 0 0,0 0 0,-1 1 0,1-1 0,-1 2 0,-7-2 0,-10 1 0,-45 1 0,-7 0 0,64-1 0,0 0 0,0-1 0,-20-8 0,20 6 0,0 1 0,-1 1 0,-14-3 0,16 4 0,1-1 0,1-1 0,-1 0 0,0-1 0,1 1 0,0-2 0,0 0 0,1 0 0,-16-13 0,-31-18 0,-43-25 0,12 17 0,80 41 0,0 1 0,1-1 0,-1-1 0,1 1 0,-6-8 0,-15-9 0,1 3 0,14 8 0,-2 1 0,0 1 0,-15-8 0,-79-37 0,88 42 0,1-2 0,-26-21 0,6 5 0,23 18 0,8 6 0,1 0 0,-1-1 0,-8-9 0,-33-24 0,14 15 0,24 17 0,-1-1 0,2 0 0,-15-12 0,-24-19 0,44 34 0,-1 1 0,0 0 0,0 1 0,0-1 0,-1 1 0,-6-2 0,-7-4 0,-52-28 0,55 30 0,1 0 0,0-2 0,-14-9 0,25 15 0,1 1 0,-1 0 0,0 0 0,0 0 0,-10-1 0,11 2 0,-1 0 0,0-1 0,1 1 0,-1-1 0,1 0 0,0 0 0,-1 0 0,-3-3 0,2 1 0,1 1 0,-1 0 0,0 0 0,-1 0 0,1 1 0,0 0 0,-1 0 0,-9-1 0,10 2 0,-1-1 0,1 1 0,0-1 0,0 0 0,0-1 0,0 1 0,1-1 0,-1 0 0,-7-6 0,4 1 0,-23-22 0,27 23 0,-1 2 0,0-1 0,0 1 0,0 0 0,-8-5 0,-6-5 0,-26-27 0,19 14 0,23 22 0,-1 1 0,1 0 0,-1 0 0,-6-4 0,5 4 0,0-1 0,0 0 0,0 0 0,1-1 0,-7-11 0,-15-16 0,1 5 0,-30-28 0,17 29 0,29 21 0,0 0 0,-17-15 0,5 4 0,18 15 0,0 0 0,1 1 0,0-1 0,-1 0 0,1 0 0,0-1 0,1 1 0,-4-6 0,3 5 0,0 0 0,0 1 0,-1-1 0,1 1 0,-8-6 0,-11-12 0,18 18 0,1-1 0,-1 1 0,1 0 0,-1 0 0,-8-4 0,-14-12 0,20 13 0,0 1 0,-1 0 0,0 1 0,-13-7 0,14 7 0,0 1 0,0-1 0,0 0 0,0 0 0,0 0 0,-9-11 0,9 10 0,0 0 0,0 0 0,0 0 0,-1 1 0,-14-8 0,2 2 0,-71-35 0,63 32 0,-34-12 0,51 20 0,1 0 0,0 0 0,-1 1 0,0 0 0,0 0 0,-1 1 0,-11-2 0,-29-7 0,32 6 0,-13-4 0,16 5 0,-1 0 0,0 1 0,0 0 0,0 2 0,-19-1 0,26 2 0,0-1 0,-1 1 0,1-2 0,-17-5 0,-10-2 0,-5-3 0,33 10 0,0 0 0,0 0 0,-1 1 0,1 0 0,-18-1 0,19 2 0,0 0 0,0 0 0,0-1 0,0 0 0,-8-3 0,-5-2 0,1 1 0,-24-4 0,-44 1 0,22 2 0,33 2 0,-45 0 0,66 5 0,-26 0 0,-53 7 0,77-5 0,8-2 0,-1 1 0,1 0 0,-1 1 0,1-1 0,-1 1 0,1 1 0,0-1 0,0 1 0,-10 5 0,12-5 0,-1 0 0,0-1 0,0 1 0,1-1 0,-2-1 0,1 1 0,0-1 0,-7 1 0,-7 2 0,7 1 0,0 0 0,0 1 0,0 0 0,0 1 0,1 0 0,-18 15 0,13-11 0,-28 15 0,0 0 0,26-14 0,11-7 0,0 0 0,1-1 0,-2 0 0,-7 3 0,3-1 0,0 0 0,-22 16 0,4-3 0,24-15 0,0 1 0,1-1 0,0 1 0,-6 6 0,-12 11 0,20-19 0,-1 1 0,1-1 0,0 1 0,0 0 0,1 0 0,-1 1 0,-2 5 0,-9 14 0,10-17 0,0-1 0,1 1 0,0 0 0,0-1 0,0 1 0,1 1 0,0-1 0,0 0 0,0 1 0,1-1 0,1 0 0,-1 1 0,1-1 0,1 10 0,-10 62 0,8-70 0,-1-1 0,0 1 0,-1-1 0,0 0 0,-7 15 0,6-15 0,0 0 0,1 0 0,0 0 0,1 1 0,0-1 0,-2 11 0,3-14 0,0 0 0,-1 0 0,1 0 0,-1 0 0,-1 0 0,1-1 0,-1 1 0,1-1 0,-1 1 0,-6 6 0,-1 0 0,1-1 0,-21 17 0,22-21 0,-6 6 0,0-1 0,-1-1 0,0 0 0,-26 12 0,0-3 0,32-14 0,0 0 0,0-1 0,0 0 0,-1-1 0,0 0 0,1 0 0,-1-1 0,-16 1 0,1 0 0,-1 0 0,1 2 0,-44 13 0,26-6 0,-21 4 0,-63 18 0,71-16 0,-100 28 0,122-40 0,25-5 0,0 0 0,0 1 0,-10 3 0,-3 2 0,-1-2 0,1 0 0,-43 2 0,-218-5 0,143-4 0,117 2 0,15 1 0,0 0 0,0-1 0,0-1 0,0 1 0,0-1 0,0 0 0,0-1 0,1 0 0,-1 0 0,0-1 0,-11-5 0,12 4 0,0 1 0,-1 0 0,1 0 0,-16-3 0,14 4 0,0 0 0,1-1 0,-13-6 0,11 4 0,4 1 0,-1 1 0,1 0 0,-1 0 0,0 1 0,1-1 0,-1 1 0,-8-1 0,8 2 0,1-1 0,0 0 0,0-1 0,0 1 0,0-1 0,1 0 0,-1-1 0,1 0 0,0 1 0,0-2 0,0 1 0,0 0 0,-7-10 0,-25-21 0,13 24 0,22 11 0,0-1 0,0 1 0,0-1 0,0 0 0,0 0 0,0 0 0,0 0 0,0 0 0,1 0 0,-1-1 0,0 1 0,1-1 0,-1 1 0,1-1 0,-1 1 0,-1-4 0,1 2 0,-1 0 0,0 0 0,0 0 0,0 0 0,-1 0 0,1 0 0,-1 1 0,1 0 0,-1 0 0,0 0 0,-8-3 0,7 3 0,0 0 0,-1-1 0,1 0 0,0 0 0,1 0 0,-8-6 0,9 6 0,0 1 0,0 0 0,0-1 0,0 2 0,-1-1 0,-3-2 0,4 3 0,1 0 0,-1 0 0,1 0 0,-1 0 0,1-1 0,0 1 0,0-1 0,0 0 0,0 0 0,0 1 0,0-1 0,-2-3 0,1 1 0,1 0 0,-1 1 0,0-1 0,-1 1 0,1 0 0,0 0 0,-1 0 0,0 1 0,-4-3 0,-18-14 0,-3-8 0,-38-26 0,36 38 0,26 13 0,0 1 0,1-1 0,-1 0 0,1-1 0,0 1 0,-8-7 0,5 3 0,0-1 0,1 0 0,-1 0 0,-7-13 0,5 7 0,0 1 0,-1 0 0,-18-17 0,12 16 0,-25-24 0,38 33 0,1 1 0,-1 0 0,0-1 0,1 0 0,0 1 0,0-1 0,0 0 0,0 0 0,1 0 0,-2-5 0,1 0 0,-1 0 0,0 0 0,-6-11 0,5 12 0,1 1 0,-1-1 0,2 0 0,-3-11 0,-14-52 0,15 58 0,0 0 0,-1 0 0,-7-12 0,7 14 0,0 1 0,1-1 0,0 0 0,0 0 0,-1-12 0,4 19 0,0-1 0,-1 1 0,1 0 0,-1-1 0,0 1 0,0 0 0,-1 0 0,1 0 0,-1 1 0,-4-5 0,4 5 0,1 0 0,-1-1 0,0 1 0,1-1 0,0 0 0,0 0 0,0 0 0,0 0 0,1 0 0,0 0 0,-1 0 0,0-8 0,1 1 0,-1 1 0,0-1 0,-1 0 0,0 1 0,-1-1 0,-5-11 0,-7-19 0,14 36 0,0-1 0,0 0 0,1 1 0,0-1 0,0 0 0,0 0 0,1 0 0,0 1 0,0-1 0,1 0 0,-1 0 0,1 0 0,0 0 0,1 1 0,2-9 0,35-79 0,-24 57 0,-2-1 0,-2 0 0,-1 0 0,6-51 0,-13 67 0,-2 18 0,0 1 0,-1-1 0,1 0 0,-1 0 0,0 0 0,0 0 0,0 0 0,-1-2 0,0 3 0,1 1 0,-1-1 0,0 1 0,1-1 0,-1 1 0,0 0 0,0-1 0,0 1 0,0 0 0,-1 0 0,1 0 0,0 0 0,0 0 0,-1 0 0,1 0 0,-1 0 0,1 0 0,-2 0 0,-1-1 0,0-1 0,0 1 0,1-1 0,-1 1 0,1-1 0,0 0 0,0-1 0,0 1 0,-3-4 0,-3-4 0,7 9 0,-1 0 0,0 0 0,1 0 0,-1 0 0,0 0 0,0 0 0,-6-2 0,-18-11 0,21 10 0,0 1 0,-1 0 0,1 0 0,-1 1 0,0 0 0,0 0 0,0 0 0,-14-2 0,-23-10 0,31 10 0,-1 1 0,1 0 0,-1 1 0,0 0 0,-17 0 0,13 1 0,15 1 0,0 1 0,1-1 0,-1 0 0,0 0 0,1 0 0,-1-1 0,1 1 0,0 0 0,-1-1 0,1 0 0,0 1 0,0-1 0,0 0 0,0 0 0,0 0 0,0 0 0,1-1 0,-3-4 0,1 2 0,0 0 0,1 0 0,0-1 0,0 1 0,0-1 0,1 0 0,-2-9 0,1 2 0,0 1 0,-7-19 0,6 21 0,0 0 0,1 1 0,0-1 0,-1-20 0,-5-67 0,8 81 0,1 9 0,-1 0 0,-1 0 0,-1-13 0,2 18 0,-1-1 0,0 1 0,0-1 0,0 1 0,0 0 0,0-1 0,-1 1 0,1 0 0,-1 0 0,1 0 0,-1 0 0,0 0 0,0 0 0,-2-1 0,-36-46 0,14 30 0,22 17 0,1 1 0,0-2 0,-1 1 0,1 0 0,0-1 0,0 1 0,0-1 0,0 0 0,1 0 0,-1 0 0,1 0 0,0 0 0,0-1 0,0 1 0,0-1 0,1 0 0,-1 1 0,-1-9 0,2 4 0,1 0 0,0-1 0,1-11 0,0 14 0,-1 0 0,1-1 0,-1 1 0,-1 0 0,1 0 0,-1-1 0,-2-7 0,0 9 0,1 1 0,-1-1 0,-1 0 0,1 1 0,-1 0 0,1 0 0,-1 0 0,0 0 0,-1 0 0,1 1 0,-1 0 0,1 0 0,-7-3 0,3 1 0,0 0 0,1 0 0,-9-9 0,9 10 0,0-1 0,-1 1 0,1 1 0,-1-1 0,0 1 0,0 1 0,0-1 0,-10-1 0,8 2 0,-12-3 0,-39-2 0,4 0 0,-67-2 0,100 7 0,0 0 0,-48 4 0,42-1 0,-38-2 0,61 0-1365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1T13:45:02.663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1627 841 24575,'-2'1'0,"0"-1"0,0 1 0,0-1 0,0 1 0,0 0 0,0 0 0,0 0 0,1 0 0,-1 0 0,0 0 0,1 0 0,-1 0 0,1 1 0,-1-1 0,-1 3 0,-23 28 0,17-20 0,-29 47 0,-7 10 0,41-62 0,1 0 0,-1 0 0,1 0 0,1 0 0,-1 0 0,1 1 0,0-1 0,1 1 0,0-1 0,0 12 0,0-8 0,0-1 0,-1 1 0,0-1 0,-6 17 0,6-21 0,-1 1 0,1-1 0,0 1 0,1 0 0,0-1 0,0 1 0,0 0 0,1 0 0,0 0 0,0-1 0,3 14 0,1-4 0,1 1 0,1-1 0,11 23 0,-13-31 0,-2 0 0,1 0 0,-1 1 0,-1-1 0,0 0 0,0 1 0,0 12 0,0 4 0,9 14 0,-2-7 0,-6-24 0,0 1 0,1-1 0,0 0 0,0 0 0,6 11 0,-5-12 0,0 1 0,0 0 0,3 16 0,-6-21 0,-1 1 0,1 0 0,-1 0 0,0 0 0,0 0 0,0 0 0,-1-1 0,1 1 0,-1 0 0,0 0 0,0-1 0,-3 6 0,-3 11 0,-1 0 0,-6 35 0,12-48 0,0-1 0,-1 1 0,0 0 0,0-1 0,-1 0 0,1 0 0,-6 6 0,-14 27 0,18-29 0,0-1 0,-1 0 0,-11 14 0,-3 5 0,-52 67 0,35-52 0,-7 19 0,39-54 0,0-1 0,-1 0 0,0 0 0,-1 0 0,1-1 0,-10 7 0,9-7 0,-1 1 0,1 0 0,0 0 0,-11 15 0,16-19 0,0-1 0,0 0 0,0 0 0,0-1 0,0 1 0,0 0 0,0-1 0,-1 1 0,1-1 0,-1 0 0,1 0 0,-5 1 0,3 0 0,1-1 0,-1 1 0,1 0 0,-1 0 0,1 0 0,-4 3 0,-16 14 0,0-2 0,-35 21 0,49-32 0,-1-1 0,1 1 0,0 0 0,0 1 0,-9 9 0,-36 45 0,22-17 0,24-30 0,-1-1 0,-13 14 0,10-13 0,1 0 0,-10 17 0,-17 23 0,33-48 0,0 0 0,0 0 0,1 1 0,0-1 0,0 1 0,1 0 0,-1 1 0,2-1 0,-4 13 0,3-14 0,1 0 0,-1 0 0,0 0 0,0 0 0,-4 5 0,-13 26 0,-39 111 0,56-140 0,-1-1 0,0 1 0,-1-1 0,-10 13 0,1-2 0,3-4 0,-1-1 0,0 0 0,-21 17 0,7-7 0,22-20 0,1 1 0,1 0 0,-1 0 0,1 0 0,-1 0 0,-1 4 0,-13 21 0,-9 5 0,-14 15 0,31-39 0,0 0 0,0 1 0,2 0 0,-1 0 0,-9 22 0,-11 55 0,24-71 0,0-1 0,-2 28 0,5-36 0,1 0 0,0 0 0,0 0 0,1 0 0,0-1 0,0 1 0,4 14 0,30 93 0,-28-86 0,-6-25 0,-1-1 0,1 1 0,0 0 0,0 0 0,0-1 0,1 1 0,-1-1 0,1 1 0,0-1 0,0 0 0,0 1 0,0-1 0,1 0 0,-1 0 0,4 3 0,40 42 0,-44-45 0,0 0 0,0 0 0,-1 1 0,1-1 0,0 0 0,-1 1 0,0-1 0,0 1 0,0 0 0,-1-1 0,1 7 0,2 42 0,6 63 0,-8-103 0,0-1 0,1 1 0,0 0 0,1-1 0,6 16 0,-5-15 0,-1-1 0,0 1 0,0 0 0,1 23 0,-2-19 0,0-1 0,1 1 0,0-1 0,8 19 0,-3-8 0,-2-5 0,-1 1 0,0 0 0,-2 0 0,2 43 0,-5-59 0,0 1 0,1 0 0,-1 0 0,2-1 0,-1 1 0,1 0 0,0-1 0,0 1 0,0-1 0,1 0 0,0 0 0,0 0 0,1 0 0,0-1 0,0 1 0,8 7 0,-10-8 0,1 1 0,-1-1 0,0 1 0,0-1 0,-1 1 0,1 0 0,-1 0 0,-1 0 0,1 0 0,-1 0 0,0 7 0,1 8 0,2 4 0,2 56 0,-5-73 0,0 19 0,-1 0 0,-5 28 0,5-50 0,0 0 0,-1 0 0,1 0 0,-1 0 0,-1 0 0,1-1 0,-4 6 0,-4 7 0,-57 126 0,65-140 0,-13 28 0,-19 28 0,8-7 0,21-40 0,0-1 0,-1 0 0,-10 15 0,-1 9 0,2-3 0,-37 64 0,48-86 0,-1-2 0,1 1 0,0 0 0,1 0 0,0 0 0,1 0 0,0 0 0,0 1 0,1-1 0,-1 13 0,2-9 0,-2-1 0,0 1 0,0-1 0,-1 0 0,-7 18 0,7-21 0,-24 97 0,25-96 0,1 1 0,0-1 0,0 19 0,1-19 0,0-1 0,-1 1 0,0 0 0,-1-1 0,-2 10 0,-12 26 0,8-25 0,-9 33 0,-2 16 0,11-47 0,2 0 0,-6 41 0,10-38 0,1-12 0,0 0 0,-1 0 0,-5 19 0,3-15 0,1 1 0,-2 31 0,4-30 0,-8 107 0,6-101 0,1 5 0,-9 33 0,8-42 0,1 1 0,1-1 0,0 1 0,4 21 0,-2 10 0,-1-43 0,0 1 0,0-1 0,1 0 0,1 0 0,-1 0 0,2 0 0,-1 0 0,1 0 0,6 11 0,-5-10 0,0-1 0,-1 1 0,4 22 0,7 21 0,24 23 0,-33-63 0,2-1 0,0-1 0,14 22 0,3 2 0,-4-13 0,0-3 0,-16-15 0,0-1 0,0 1 0,0-1 0,8 6 0,-7-6 0,-1 0 0,1 1 0,0-1 0,4 8 0,17 25 0,57 64 0,-78-96 0,0 1 0,-1 0 0,1 0 0,-1 1 0,-1-1 0,1 1 0,-1 0 0,0 0 0,-1 0 0,0 0 0,0 0 0,0 1 0,0 9 0,1-5 0,0 0 0,6 17 0,1-1 0,-2-5 0,-6-17 0,0 0 0,0 0 0,0 1 0,-1-1 0,0 1 0,0 10 0,1-7 0,-1 0 0,1 0 0,0 0 0,1 0 0,1 0 0,8 18 0,5 18 0,-14-36 0,0 0 0,0 0 0,1 0 0,0 0 0,1-1 0,0 0 0,0 0 0,11 13 0,2 4 0,-15-21 0,0 0 0,1 0 0,-1 0 0,1 0 0,8 7 0,8 13 0,-18-22 0,-1 0 0,1-1 0,-1 1 0,1-1 0,0 1 0,0-1 0,0 0 0,1 0 0,-1 0 0,0 0 0,6 3 0,52 31 0,34 11 0,-62-32 0,19 11 0,-42-21 0,0-1 0,-1 0 0,1-1 0,1 0 0,-1 0 0,0-1 0,1-1 0,12 2 0,-12-2 0,-1 0 0,1 1 0,-1 0 0,1 0 0,-1 1 0,0 0 0,0 1 0,12 6 0,-4 1 0,30 13 0,-25-12 0,30 22 0,-41-27 0,-7-5 0,17 13 0,46 23 0,-41-19 0,-23-16 0,0-1 0,0 1 0,0-1 0,1 1 0,0-1 0,4 2 0,-5-2 0,1 0 0,-1 0 0,0 0 0,0 0 0,0 0 0,0 1 0,4 4 0,-4-4 0,0 0 0,0 0 0,0 0 0,1 0 0,5 3 0,0-1 0,-2 0 0,1 1 0,0 0 0,12 13 0,11 9 0,44 23 0,-51-37 0,51 28 0,36 12 0,-23-20 0,-43-17 0,-32-11 0,1-1 0,0 0 0,0-1 0,0-1 0,1 0 0,24 1 0,-27-3 0,1 0 0,22 6 0,-22-4 0,-1-1 0,1 0 0,13 0 0,-15-2 0,0 1 0,1 1 0,-1 0 0,0 0 0,0 1 0,0 0 0,12 6 0,35 7 0,-11-5 0,57 17 0,-73-23 0,-24-5 0,0 1 0,0 0 0,1 0 0,-1 1 0,0 0 0,0 0 0,0 0 0,-1 1 0,1 0 0,-1 1 0,10 6 0,-3-1 0,-1-1 0,1 0 0,26 11 0,2 2 0,-34-18 0,0 0 0,0-1 0,0 0 0,0 0 0,1 0 0,-1-1 0,11 1 0,-8-1 0,-1 0 0,0 0 0,0 1 0,10 4 0,-1-1 0,1-1 0,-1-1 0,1 0 0,0-1 0,-1-1 0,1-1 0,22-3 0,12 2 0,53-8 0,-32 11 0,108-4 0,-14-23 0,-106 7 0,-46 13 0,0 0 0,18-4 0,44-2 0,130-4 0,-85 24 0,-105-9 0,14 0 0,0-1 0,0-1 0,31-8 0,-31 5 0,56-3 0,-72 7 0,121-8 0,-75 8 0,61 3 0,-91 1 0,33 3 0,-41-8 0,0 0 0,25-7 0,-39 7 0,8-2 0,0 1 0,1 0 0,22 1 0,109-7 0,-103 10 0,65-2 0,-103-1 0,0-1 0,0 1 0,0-2 0,0 1 0,-1-1 0,1 0 0,11-8 0,20-10 0,-28 17 0,-1-1 0,1 0 0,-1-1 0,-1-1 0,1 1 0,10-11 0,-1-3 0,29-38 0,-9 0 0,-29 44 0,-6 9 0,-1 0 0,0 0 0,-1-1 0,5-8 0,17-36 0,-19 40 0,-1 1 0,1-1 0,-2 0 0,0 0 0,0-1 0,3-14 0,-2 0 0,1 1 0,17-41 0,-1 1 0,20-33 0,-19 35 0,-14 42 0,-2 0 0,7-26 0,-9 29 0,0 0 0,10-19 0,-8 20 0,-1-1 0,6-24 0,-9 31 0,5-30 0,-1 1 0,2-71 0,-2-18 0,-5 99 0,2-6 0,1-51 0,-5 58 0,1 0 0,5-30 0,-3 28 0,-1-1 0,-4-50 0,0 17 0,2-296 0,-1 345 0,-1 1 0,0-1 0,-8-24 0,-1-5 0,3 14 0,6 24 0,-1 0 0,2 0 0,-1 0 0,0-14 0,1 13 0,-1-1 0,1 0 0,-1 0 0,-1 0 0,0 1 0,0 0 0,-1-1 0,-5-8 0,-12-30 0,14 25 0,-19-49 0,22 61 0,0-1 0,0 0 0,1 1 0,1-1 0,-2-20 0,1-57 0,3 63 0,1 17 0,1 1 0,-1 0 0,1 0 0,0 0 0,0 0 0,1 0 0,0 0 0,5-8 0,12-29 0,-17 34 0,2 0 0,-1 1 0,1 0 0,1 0 0,10-13 0,6-12 0,-8 14 0,27-32 0,-29 38 0,66-94 0,-26 17 0,-4 18 0,35-63 0,-70 110 0,-2 6 0,12-33 0,-6 13 0,-12 28 0,0 0 0,0 0 0,5-26 0,-6 16 0,2 1 0,14-35 0,-11 31 0,-3 9 0,-3 9 0,0-1 0,-1 1 0,1-1 0,-2 0 0,1 0 0,-1 0 0,0-9 0,0-1 0,1 0 0,5-22 0,1-8 0,1-22 0,-6 38 0,2-43 0,-5 41 0,0-6 0,-7-62 0,-4 14 0,8 73 0,0 1 0,0 0 0,-1 0 0,-1 0 0,-7-14 0,4 9 0,-9-30 0,15 41 0,-1 0 0,0 0 0,-1 0 0,-5-7 0,-6-15 0,3 2 0,-29-50 0,36 70 0,1 0 0,1-1 0,-5-13 0,-5-13 0,2 11 0,4 9 0,0 1 0,0-1 0,-1 1 0,-1 0 0,-12-13 0,7 11 0,11 11 0,-1 0 0,0 1 0,0-1 0,-1 1 0,1 0 0,-1 1 0,0-1 0,0 1 0,-7-4 0,5 3 0,-1-2 0,1 1 0,-1-1 0,2 0 0,-1 0 0,1-1 0,0 0 0,0 0 0,1-1 0,-8-12 0,7 11 0,1-1 0,0-1 0,1 0 0,0-1 0,1 1 0,0-1 0,1 1 0,0-1 0,0-14 0,-1 1 0,2 9 0,0-1 0,1 1 0,1-1 0,0 1 0,2 0 0,-1-1 0,10-27 0,-2 4 0,-7 24 0,1 1 0,8-21 0,-5 19 0,-2 5 0,0 0 0,0 0 0,-2-1 0,4-16 0,-4 15 0,1 0 0,0 1 0,0 0 0,8-13 0,2-9 0,2-6 0,30-56 0,-30 66 0,16-27 0,8-10 0,-30 53 0,-1 0 0,8-20 0,14-21 0,16-24 0,-33 59 0,17-20 0,33-36 0,-12 17 0,-25 30 0,-18 20 0,0 0 0,1 0 0,0 1 0,0 1 0,19-13 0,58-37 0,-74 50 0,40-38 0,-51 43 0,3-2 0,-1-1 0,1 0 0,-1-1 0,-1 1 0,1-1 0,-1 0 0,3-9 0,11-22 0,-6 18 0,-2-1 0,0 0 0,10-40 0,-16 51 0,4-15 0,3-32 0,-1-1 0,-5 48 0,-1 0 0,1 0 0,1 0 0,9-15 0,6-15 0,-16 34 0,0 1 0,0 0 0,0 0 0,1 0 0,-1 0 0,1 1 0,0 0 0,1 0 0,-1 0 0,1 0 0,6-2 0,9-8 0,-6 4 0,-7 5 0,-1 1 0,0-1 0,0-1 0,-1 0 0,1 0 0,-1 0 0,-1 0 0,9-12 0,-10 13 0,0 0 0,0 0 0,1 1 0,-1-1 0,1 1 0,0 0 0,8-5 0,-7 5 0,0 0 0,0-1 0,0 0 0,5-5 0,-9 7 0,-1 1 0,1 0 0,0-1 0,-1 0 0,0 1 0,1-1 0,-1 0 0,0 1 0,-1-1 0,1 0 0,0 0 0,-1 0 0,1 0 0,-1-3 0,0-1 0,1-8 0,-2 0 0,-1-21 0,1 31 0,0 1 0,-1-1 0,1 0 0,-1 1 0,0-1 0,0 1 0,0-1 0,0 1 0,-1 0 0,0 0 0,-4-5 0,-16-26 0,5 5 0,3 11 0,5 6 0,1 1 0,-16-15 0,20 23 0,1-1 0,1 0 0,-1 0 0,1 0 0,-6-11 0,6 10 0,0 0 0,-1 0 0,1 0 0,-1 1 0,-5-6 0,6 8 0,1 0 0,-1 0 0,1-1 0,0 1 0,0 0 0,1-1 0,-1 1 0,1-1 0,-1 0 0,1 0 0,0 1 0,1-1 0,-1 0 0,1 0 0,-1 0 0,1 0 0,0 0 0,2-7 0,0-6 0,2 0 0,10-32 0,-7 27 0,1-9 0,-1-1 0,-2-1 0,2-41 0,-5-101 0,-3 95 0,0 70 0,0 1 0,0 0 0,-1-1 0,-1 1 0,-3-11 0,-7-27 0,-8-77 0,15 103 0,-1 1 0,-1 0 0,-15-28 0,9 18 0,3 8 0,6 13 0,1 1 0,0-1 0,1 1 0,-5-18 0,7 22 0,-1 0 0,0 0 0,0 0 0,0 0 0,0 1 0,0-1 0,-1 0 0,0 1 0,1 0 0,-7-5 0,-9-14 0,16 21 0,1 0 0,-1-1 0,1 1 0,-1 0 0,1 0 0,-1 0 0,0 0 0,0 0 0,0 0 0,1 0 0,-1 1 0,0-1 0,0 1 0,0-1 0,0 1 0,0 0 0,-3 0 0,-42 1 0,26 0 0,7 0 0,0 0 0,0 0 0,-1 1 0,1 1 0,1 0 0,-18 7 0,9-3 0,-1-2 0,1 0 0,-42 2 0,-42 10 0,34-7 0,15-2 0,-70 0 0,82-8 0,-51 1 0,86 0 0,0 1 0,0 1 0,1 0 0,-1 0 0,1 0 0,-18 11 0,-4 1 0,2-6 0,26-9 0,-1 1 0,1 0 0,-1 0 0,1 1 0,-1-1 0,1 0 0,0 1 0,-1 0 0,1 0 0,0 0 0,0 0 0,-3 4 0,-96 87 0,61-57 0,-12 13 0,38-32 0,-26 37 0,31-41 0,-1-1 0,0 0 0,-16 13 0,14-13 0,-100 90 0,102-93 0,-1 0 0,1-1 0,-2 0 0,1 0 0,-1-1 0,-1-1 0,-18 6 0,23-8 0,0-1 0,1 2 0,0-1 0,-11 8 0,-25 12 0,-2-2 0,32-15 0,0-1 0,0 0 0,-25 7 0,28-10 0,1 1 0,0 0 0,-17 9 0,18-8 0,0-1 0,-1 0 0,1 0 0,-13 3 0,-4-1 0,-40 16 0,58-19 0,-6 2 0,0 0 0,0-1 0,0 0 0,-22 2 0,17-3 0,-33 8 0,0 0 0,13-4 0,19-3 0,0-1 0,-34 1 0,45-3 0,-1 0 0,1 1 0,-1 0 0,1 0 0,0 1 0,0 0 0,0 0 0,-10 7 0,6-4 0,1-1 0,0 0 0,-17 3 0,-61 1 0,-40 9 0,72-9 0,41-5 0,-1-1 0,-30 0 0,-552-3 0,591 1 0,0 0 0,1 1 0,-1 0 0,0 0 0,1 1 0,0 0 0,-1 1 0,1 0 0,1 0 0,-1 0 0,-13 12 0,15-13 0,0 1 0,0-1 0,0-1 0,-10 4 0,12-5 0,0 1 0,0-1 0,0 0 0,0 1 0,1 0 0,-1 0 0,0 0 0,1 1 0,-1-1 0,1 1 0,0 0 0,0 0 0,0 0 0,-2 3 0,-1 3 0,0 0 0,0 0 0,-1-1 0,0 0 0,0 0 0,-16 12 0,14-17 0,0 1 0,0-2 0,0 1 0,0-1 0,0-1 0,-1 1 0,-12-1 0,-10 2 0,-94 6 0,80-6 0,1-1 0,-55-6 0,83 2 0,-32-9 0,-14-2 0,32 8 0,-42-11 0,16 3 0,8 2 0,25 4 0,-37-3 0,47 8 0,-1-1 0,1-1 0,0 0 0,0 0 0,1-1 0,-1-1 0,-19-12 0,6 4 0,22 12 0,1 0 0,-1 0 0,0-1 0,1 0 0,0 1 0,0-2 0,0 1 0,0 0 0,-4-6 0,-11-8 0,-4-6 0,20 19 0,0 1 0,0 0 0,0 0 0,-1 0 0,1 0 0,-1 1 0,-5-4 0,-16-12 0,14 9 0,0 0 0,-16-10 0,-17-13 0,41 29 0,0 1 0,-1 0 0,0 0 0,1 0 0,-9-2 0,-18-12 0,-59-55 0,84 67 37,0 1 0,0 0 0,-1 0 0,1 0 0,-9-2-1,-7-4-1622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1T13:45:06.880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4343 24575,'1'-2'0,"1"1"0,-1-1 0,1 1 0,-1-1 0,1 1 0,0 0 0,0-1 0,-1 1 0,1 0 0,0 0 0,0 0 0,0 1 0,0-1 0,2 0 0,3-2 0,126-64 0,-92 46 0,27-15 0,-24 13 0,-31 17 0,0 0 0,18-13 0,10-3 0,-10 6 0,93-48 0,-9 3 0,6-8 0,-65 34 0,84-59 0,-80 38 0,-26 22 0,26-30 0,-33 33 0,15-15 0,-6 16 0,49-30 0,-22 16 0,-57 40 0,0-1 0,1 1 0,-1 1 0,1-1 0,0 1 0,-1 0 0,14-3 0,160-45 0,-122 27 0,-41 16 0,31-10 0,-31 12 0,-1 0 0,19-11 0,-24 11 0,0 0 0,1 1 0,0 1 0,0 0 0,22-5 0,27-3 0,-44 8 0,1 0 0,-1 2 0,28-2 0,15 5 0,92-2 0,-117-4 0,0-2 0,55-18 0,-72 20 0,-1 0 0,3-2 0,0 2 0,1 0 0,23-2 0,-14 3 0,47-13 0,-57 12 0,1 2 0,25-3 0,42-12 0,71 10 0,-148 8 0,-1-2 0,1 0 0,-1 0 0,17-6 0,19-4 0,-17 3 0,-24 7 0,0 0 0,0 1 0,0-1 0,1 1 0,9-1 0,-1 1 0,1-1 0,-1-1 0,0-1 0,0 0 0,25-11 0,-19 8 0,37-11 0,55-14 0,-75 19 0,42-8 0,-63 17 0,1-1 0,20-9 0,-23 8 0,0 1 0,0 1 0,24-5 0,-32 7 0,1 0 0,-1 0 0,1-1 0,-1 0 0,0 0 0,1 0 0,9-8 0,19-9 0,4-5 0,-34 21 0,0 0 0,0 0 0,1 1 0,0 0 0,-1 0 0,1 0 0,0 0 0,9-1 0,-5 1 0,0 0 0,0-1 0,0 0 0,12-8 0,23-8 0,-35 15 0,0 1 0,-1-1 0,17-11 0,19-11 0,-6 12 0,-20 8 0,-1 0 0,19-11 0,-27 13 0,0 0 0,1 1 0,0 0 0,13-2 0,-13 3 0,0 0 0,-1 0 0,0-1 0,18-10 0,-18 9 0,1 0 0,-1 0 0,22-5 0,-21 7 0,-1-1 0,1 0 0,-1 0 0,12-8 0,9-7 0,60-28 0,-78 40 0,0 0 0,19-15 0,7-4 0,-23 16 0,-1 0 0,17-17 0,-17 14 0,-2 0 0,0 0 0,16-21 0,4-5 0,-11 14 0,34-54 0,-3 4 0,-48 68 0,-1-1 0,0 0 0,4-9 0,1-3 0,-4 11 0,10-19 0,14-39 0,-10 22 0,-13 34 0,-1-1 0,0 0 0,-1 1 0,4-21 0,-4 15 0,0 1 0,1 0 0,9-18 0,-1-2 0,-2 3 0,6-45 0,6-18 0,-16 68 0,-1 0 0,-1-1 0,-2 1 0,0-45 0,-3 52 0,0-10 0,-5-39 0,4 59 0,-1 0 0,-1 1 0,0-1 0,0 1 0,-1-1 0,-1 1 0,-7-12 0,10 17 0,0 1 0,1-1 0,-1 0 0,1 1 0,0-1 0,0 0 0,-1-7 0,2 7 0,-1-1 0,0 1 0,0-1 0,0 1 0,-1 0 0,-2-7 0,-3 0 0,2 3 0,0 0 0,0 0 0,1-1 0,0 1 0,1-1 0,-2-11 0,3 14 0,0 0 0,0 1 0,-1-1 0,0 1 0,0 0 0,-1-1 0,-7-9 0,-13-27 0,1-1 0,17 35 0,1 0 0,0 0 0,-6-18 0,-10-26 0,15 32 0,0 1 0,2-1 0,0 0 0,2 0 0,0 0 0,2-31 0,0-292 0,0 339-11,1-1 0,0 1 0,0-1 1,0 1-1,1-1 0,2-4 0,0-3-1278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1T13:45:11.334"/>
    </inkml:context>
    <inkml:brush xml:id="br0">
      <inkml:brushProperty name="width" value="0.2" units="cm"/>
      <inkml:brushProperty name="height" value="0.2" units="cm"/>
    </inkml:brush>
  </inkml:definitions>
  <inkml:trace contextRef="#ctx0" brushRef="#br0">4560 4939 24575,'0'-18'0,"0"-1"0,-2 0 0,0 0 0,-6-20 0,4 22 0,2 1 0,0-1 0,1-17 0,-2-18 0,-17-183 0,17 205 0,-7-30 0,5 35 0,1-1 0,-1-27 0,-3-70 0,7 38 0,2-69 0,1 141 0,1-1 0,1 0 0,9-25 0,-7 23 0,-1 0 0,4-21 0,-3-11 0,-1-81 0,-5 125 0,-1-1 0,1 1 0,-1 0 0,0-1 0,0 1 0,0 0 0,0 0 0,-1 0 0,0 0 0,0 0 0,0 0 0,0 0 0,-1 1 0,-5-7 0,0-3 0,1 3 0,5 8 0,1 0 0,0 0 0,0 0 0,-1 0 0,1 0 0,-1 0 0,0 1 0,1-1 0,-1 0 0,0 1 0,0 0 0,0-1 0,0 1 0,-2-1 0,-58-37 0,-29 1 0,75 32 0,0 0 0,-30-7 0,29 9 0,1-1 0,-31-12 0,32 11 0,0 0 0,0 1 0,0 1 0,-27-4 0,3 1 0,-20-8 0,32 7 0,-54-7 0,57 12 0,1-2 0,-41-13 0,42 11 0,0 0 0,0 2 0,-26-3 0,24 5 0,1-2 0,-1 0 0,-31-13 0,0 1 0,3 8 0,40 7 0,-1 0 0,0-1 0,-17-5 0,-5-5 0,23 9 0,-1 0 0,1-1 0,0 0 0,0-1 0,0-1 0,-14-10 0,15 9 0,0 0 0,-20-9 0,-10-8 0,-28-11 0,54 27 0,-1 1 0,-30-12 0,29 14 0,1-1 0,1-1 0,-16-9 0,20 11 0,0 0 0,0 1 0,-1 1 0,1 0 0,-1 0 0,-21-3 0,-31-10 0,49 11 0,-120-50 0,109 44 0,13 7 0,1-1 0,0 0 0,-17-12 0,22 13 0,-1 1 0,0 0 0,0 0 0,-15-4 0,-10-6 0,-58-26 0,-37-7 0,16-9 0,-46-28 0,80 48 0,48 24 0,24 10 0,1 0 0,-1 1 0,0 0 0,0 0 0,-9-1 0,9 2 0,0 0 0,0-1 0,1 0 0,-1-1 0,0 1 0,-6-3 0,8 2 0,-10-5 0,0 0 0,-1 1 0,0 1 0,0 0 0,-1 1 0,-16-2 0,15 4 0,1-1 0,0-1 0,0-1 0,-18-7 0,18 5 0,-1 2 0,0 0 0,-27-5 0,28 8 0,0-2 0,0 0 0,-20-9 0,-12-3 0,37 13 0,-19-4 0,1-2 0,-47-22 0,69 28 0,2 1 0,1 0 0,-1-1 0,1 1 0,0-1 0,0 0 0,0 0 0,1 0 0,-6-6 0,2 1 0,3 4 0,1 1 0,-1-1 0,1-1 0,0 1 0,0 0 0,1-1 0,-1 0 0,1 1 0,-2-8 0,0-1 0,1 0 0,0 0 0,1 0 0,1-1 0,0-21 0,0-45 0,3-61 0,25-71 0,-25 185 0,4-78 0,-6 81 0,1 15 0,0 1 0,-1-1 0,-1 1 0,1 0 0,-1-1 0,-1 1 0,1 0 0,-1-1 0,-1 1 0,0 0 0,-4-8 0,-3-1 0,-1 0 0,-13-16 0,-6-1 0,-36-33 0,15 12 0,45 48 0,-1-1 0,1 0 0,0-1 0,1 1 0,0-1 0,0 0 0,-5-15 0,-7-12 0,0-1 0,11 24 0,0-1 0,-12-17 0,5 12 0,-4-6 0,-24-28 0,35 46 0,-3-3 0,0 0 0,-18-15 0,15 16 0,1-2 0,1 0 0,0 0 0,1-1 0,-11-16 0,14 19 0,1 4 0,0-1 0,0 1 0,-1 0 0,1 0 0,-1 0 0,0 1 0,0 0 0,-1 0 0,1 0 0,-14-4 0,-16-11 0,16 8 0,8 5 0,1 0 0,0-1 0,1-1 0,-11-8 0,17 11 0,0 0 0,0-1 0,1 1 0,0-1 0,0 1 0,1-1 0,-1 0 0,1 0 0,0 0 0,-1-8 0,1 5 0,-1 0 0,0 0 0,-6-13 0,-9 3 0,2 3 0,11 11 0,0 0 0,0 1 0,0-1 0,-8-5 0,-16-14 0,-7-12 0,30 31 0,-1-1 0,1 0 0,0 0 0,1 0 0,-1-1 0,1 1 0,1-1 0,-1-1 0,1 1 0,0-1 0,-4-12 0,-21-118 0,25 127-341,0 1 0,0 0-1,-8-13 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1T13:45:15.377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1143 24575,'2'-5'0,"1"0"0,-1-1 0,1 1 0,0 0 0,0 0 0,0 1 0,1-1 0,-1 1 0,6-5 0,-6 5 0,107-134 0,-69 99 0,-31 30 0,40-29 0,-23 16 0,40-27 0,19-16 0,-71 51 0,34-26 0,5 0 0,-28 20 0,2 1 0,45-23 0,-51 31 0,2-1 0,-1 2 0,43-13 0,7 12 0,-62 10 0,46-2 0,-45 4 0,0-2 0,0 1 0,1-2 0,-1 1 0,0-2 0,0 1 0,0-2 0,11-4 0,1-2 0,44-13 0,-51 17 0,0 0 0,-1-2 0,20-11 0,2-1 0,-11 6 0,-20 9 0,0 1 0,0 1 0,1-1 0,-1 1 0,1 0 0,0 1 0,0 0 0,0 0 0,0 1 0,15-1 0,-13 2 0,0 1 0,0-2 0,0 1 0,0-2 0,0 1 0,0-1 0,0-1 0,18-6 0,83-43 0,-88 40 0,0 0 0,-1-2 0,0 0 0,-1-2 0,37-35 0,66-69 0,-102 105-1365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1T13:45:16.887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22 24575,'33'-1'-341,"-1"-2"0,1-1-1,37-10 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1T13:45:25.378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0 24575,'9'2'0,"1"-1"0,-1 1 0,0 0 0,0 1 0,0 0 0,0 1 0,0 0 0,-1 0 0,14 9 0,12 6 0,46 29 0,-74-44 0,1 0 0,-1 1 0,0 0 0,9 8 0,9 8 0,0 0 0,8 5 0,-28-22 0,1-1 0,-1 1 0,0 0 0,0 0 0,5 7 0,10 11 0,87 66 0,-87-74 0,29 16 0,-33-21 0,21 11 0,23 15 0,-29-22 0,-2-1 0,-17-7 0,0 1 0,0-1 0,1-1 0,0 0 0,0 0 0,0-2 0,0 1 0,17 0 0,14-1 0,47-3 0,-22-1 0,0 7 0,-47-2 0,253 6 0,-270-9 0,43 0 0,61-10 0,-41 3 0,127 5 0,-95 4 0,-65-4 0,57-9 0,-57 5 0,62-2 0,-66 7 0,-22 0 0,-1 1 0,1-1 0,-1 1 0,1 1 0,-1-1 0,1 1 0,-1 1 0,0-1 0,1 1 0,9 5 0,-10-4 0,0 0 0,-1-1 0,1 1 0,8 0 0,21 10 0,-27-10 0,0 0 0,1-1 0,0 0 0,-1-1 0,15 1 0,-12 0 0,73 0 0,-55-2 0,40 5 0,71 4 0,-88-7 0,-45-3 0,0 1 0,1 0 0,-1 1 0,0 0 0,0 0 0,0 0 0,0 1 0,8 3 0,18 7 0,-23-8 0,1 0 0,17 10 0,27 9 0,-44-17 0,-1-1 0,1-1 0,0 0 0,0 0 0,0-1 0,20 2 0,-6 0 0,-12-3 0,-1-1 0,1-1 0,-1 0 0,15-1 0,-16-1 0,1 2 0,-1 0 0,1 0 0,22 4 0,-22 1 0,1 0 0,21 12 0,-8-4 0,-15-8 0,-1 1 0,0 0 0,0 0 0,-1 1 0,12 10 0,-18-14 0,0 0 0,0 0 0,0 0 0,1-1 0,6 3 0,-7-3 0,0 0 0,1 0 0,-1 1 0,0-1 0,0 1 0,6 6 0,56 41 0,6 15 0,-41-38 0,-5-2 0,38 49 0,-10-9 0,-12-17 0,15 17 0,-13-12 0,-30-39 0,25 19 0,-23-21 0,-1 1 0,17 18 0,21 21 0,-44-37 0,-8-13 0,0 0 0,0 0 0,0 0 0,1 0 0,-1 0 0,0 0 0,1-1 0,-1 1 0,1 0 0,2 1 0,23 21 0,-22-18 0,0-1 0,0-1 0,1 1 0,-1-1 0,7 4 0,16 12 0,-23-15 0,0-1 0,0-1 0,1 1 0,9 5 0,28 12 0,-28-12 0,0-2 0,25 10 0,-10-12 0,-24-4 0,0 0 0,0 0 0,0 0 0,8 4 0,2 2 0,1 0 0,0-1 0,1 0 0,-1-1 0,1-2 0,0 1 0,0-2 0,19 0 0,-8-2 0,-10 1 0,1-1 0,0-1 0,-1-1 0,1 0 0,-1-2 0,27-7 0,45-20-1365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1T13:45:32.670"/>
    </inkml:context>
    <inkml:brush xml:id="br0">
      <inkml:brushProperty name="width" value="0.2" units="cm"/>
      <inkml:brushProperty name="height" value="0.2" units="cm"/>
    </inkml:brush>
  </inkml:definitions>
  <inkml:trace contextRef="#ctx0" brushRef="#br0">3143 1 24575,'-2'0'0,"0"1"0,0 0 0,1-1 0,-1 1 0,0 0 0,0 0 0,1 0 0,-1 0 0,1 0 0,-1 1 0,1-1 0,-1 0 0,1 1 0,0-1 0,-2 4 0,-15 11 0,-6-1 0,-31 26 0,18-12 0,-6 5 0,25-19 0,-2 0 0,-19 12 0,31-23 0,-31 18 0,-2-1 0,-61 23 0,69-30 0,28-11 0,0 0 0,-1-1 0,1 0 0,-1 0 0,0 0 0,1 0 0,-1-1 0,-11 1 0,10-2 0,1 1 0,-1 1 0,0-1 0,1 1 0,-1 0 0,1 0 0,-8 5 0,-12 3 0,-64 21 0,17-4 0,8-3 0,10-2 0,41-15 0,-1-1 0,-27 7 0,-28 8 0,50-14 0,0-1 0,-30 6 0,-37-4 0,58-3 0,1 1 0,1 1 0,-1 1 0,-44 20 0,28-10 0,-55 22 0,-30 11 0,120-47 0,-1 0 0,1 1 0,0 0 0,1 1 0,-1 0 0,1 0 0,0 1 0,-9 10 0,-104 110 0,64-64 0,-18 13 0,30-29 0,24-26 0,17-17 0,0 1 0,-1-1 0,1 0 0,-1 0 0,-7 4 0,-7 10 0,18-16 0,-1 0 0,1 0 0,-1 0 0,0 0 0,0 0 0,0-1 0,0 1 0,0-1 0,-4 3 0,-3 2 0,1-1 0,0 1 0,0 1 0,0 0 0,0 0 0,1 0 0,-11 16 0,9-12 0,-24 26 0,-14 13 0,38-42 0,1 0 0,-1 1 0,-9 13 0,-15 14 0,24-27 0,1 0 0,-1 0 0,2 1 0,-1 0 0,2 0 0,-1 1 0,1 0 0,-7 19 0,-14 41 0,17-39 0,2 1 0,-6 46 0,10-57 0,-25 152 0,28-166 0,-2 0 0,1-1 0,-1 0 0,0 1 0,0-1 0,-1-1 0,-8 13 0,-6 12 0,12-23 0,0 0 0,-1 0 0,1-1 0,-2 0 0,-13 11 0,15-12 0,-104 101 0,68-71 0,26-23 0,-27 28 0,40-38 0,-1 1 0,0-1 0,-1 0 0,1 0 0,-7 4 0,-19 14 0,-29 29 0,39-35 0,-28 30 0,35-33 0,10-9 0,-1 0 0,1 0 0,0 0 0,1 0 0,-1 1 0,-3 6 0,5-9 0,0 1 0,1 0 0,0-1 0,-1 1 0,1-1 0,0 1 0,0 0 0,0-1 0,0 1 0,0-1 0,0 1 0,0 0 0,1-1 0,-1 1 0,0-1 0,1 1 0,-1-1 0,1 1 0,0-1 0,0 1 0,-1-1 0,1 0 0,1 2 0,64 106 0,-8-17 0,0-23 0,-15-24 0,14 19 0,13 15 0,-13-13 0,122 139 0,-109-111 0,41 47 0,-9-37 0,-12-33 0,-59-50 0,-26-19 0,0 1 0,-1-1 0,0 1 0,1 0 0,-1 1 0,6 6 0,-1-1 0,-1-1 0,16 12 0,-16-14 0,0 1 0,0-1 0,-1 2 0,11 12 0,-12-13 0,0 0 0,0 0 0,1-1 0,0 0 0,11 7 0,17 15 0,-2-5 0,-27-19 0,0 0 0,0 0 0,10 10 0,-12-11 0,1 1 0,-1-1 0,0 0 0,10 5 0,8 6 0,-20-12 0,0 1 0,0-1 0,-1 0 0,1 0 0,0 1 0,-1-1 0,0 1 0,2 4 0,12 16 0,-4-9 0,0 1 0,0 0 0,9 18 0,-3-4 0,-1 8 0,-6-11 0,21 39 0,-15-27 0,-9-23 0,-1 0 0,-1 1 0,0 0 0,3 23 0,-4-19 0,1 0 0,13 33 0,-2-4 0,13 82 0,6-18 0,-31-102 0,1-1 0,10 20 0,-9-21 0,-1 0 0,-1 1 0,0 0 0,3 10 0,-2-6 0,1 0 0,-1-1 0,2 0 0,0 0 0,9 13 0,13 21 0,18 36 0,-28-50 0,2 0 0,1-1 0,2-1 0,37 37 0,-32-39 0,60 44 0,-64-51 0,-21-18 0,0 0 0,0 0 0,0-1 0,0 0 0,1 1 0,8 3 0,-8-4 0,0 0 0,0 0 0,-1 0 0,1 1 0,4 4 0,14 11 0,14 10 0,-29-22 0,0 0 0,0 0 0,1-1 0,11 6 0,9 5 0,-23-13 0,0 0 0,-1-1 0,1 1 0,0-1 0,11 3 0,-6-2 0,0 1 0,1 0 0,12 8 0,23 11 0,52 27 0,-82-43 0,0 1 0,25 18 0,-24-15 0,30 15 0,8 1 0,-24-12 0,1 0 0,51 15 0,-64-25 0,14 4 0,0-1 0,1-1 0,-1-2 0,56 2 0,14 1 0,-26 0 0,-68-7 0,-1 0 0,0 1 0,1 1 0,-1-1 0,0 2 0,8 4 0,4 2 0,72 31 0,-83-39 0,-1-1 0,1 0 0,0-1 0,0 1 0,0-2 0,0 1 0,0-2 0,14-1 0,13 0 0,-26 1 0,0 0 0,1-1 0,-1-1 0,21-7 0,5-1 0,-10 6 0,0 2 0,0 1 0,0 1 0,33 3 0,1 0 0,-46-3 0,0-1 0,-1 0 0,1-1 0,-1 0 0,22-9 0,-11 4 0,-12 5 0,1 1 0,-1 0 0,1 1 0,0 1 0,24 2 0,5 0 0,-29-1 0,1 0 0,-1 1 0,1 1 0,-1 0 0,0 1 0,0 0 0,14 8 0,1 3 0,0 2 0,48 37 0,-59-42 0,-15-10 0,0-1 0,0 1 0,0 1 0,0-1 0,-1 0 0,1 1 0,4 4 0,-1-1 0,0 0 0,0 0 0,0-1 0,12 8 0,1 1 0,22 19-1365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1T13:45:37.415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1492 24575,'3'0'0,"24"0"0,1 1 0,31 5 0,23 7 0,37 7 0,-44 2 0,-55-15 0,0-1 0,1 0 0,28 3 0,-23-5 0,1 1 0,31 11 0,-37-10 0,-7-2 0,1-1 0,27 3 0,37 2 0,-70-7 0,-1 0 0,1 0 0,-1 1 0,0 0 0,11 4 0,26 6 0,15 1 0,-46-9 0,0 0 0,1-1 0,0-1 0,17 0 0,-16-1 0,0 1 0,21 4 0,-21-3 0,0 0 0,24 0 0,23-2 0,51-3 0,-35-7 0,1 0 0,-5-3 0,-55 7 0,1 2 0,39-3 0,-42 5 0,0 0 0,22-6 0,-21 4 0,38-3 0,-31 6 0,1-1 0,-1-2 0,31-6 0,-20 1 0,-14 4 0,36-12 0,-42 11 0,-1 1 0,1 1 0,21-1 0,22-5 0,-21 0 0,12-3 0,69-7 0,-107 17 0,0 0 0,0-1 0,20-7 0,-22 6 0,0 0 0,0 1 0,0 0 0,1 1 0,12 0 0,-16 1 0,1 0 0,-1 0 0,14-5 0,-14 4 0,0 0 0,0 0 0,0 1 0,10-1 0,3 1 0,0-1 0,0-1 0,29-8 0,-27 5 0,1 1 0,28-2 0,-48 8 0,1-1 0,0 1 0,-1-1 0,1 1 0,-1 1 0,0-1 0,1 0 0,-1 1 0,5 3 0,-4-3 0,-1 0 0,1 0 0,0 0 0,0-1 0,0 1 0,-1-1 0,10 1 0,23-2 0,0-1 0,0-2 0,38-8 0,-41 3 0,37-6 0,17 5 0,-81 8 0,1-1 0,-1 0 0,1 0 0,-1-1 0,0 0 0,13-8 0,24-8 0,-7 6 0,-1-2 0,-1-1 0,0-2 0,41-28 0,-60 36 0,20-10 0,-20 11 0,0-1 0,0 0 0,18-16 0,-16 11 0,25-16 0,7-4 0,14-11 0,15-13 0,-8 8 0,-61 43 0,-1 0 0,15-17 0,-15 16 0,-1 0 0,1 0 0,11-7 0,-13 11 0,0-1 0,0-1 0,8-8 0,13-13 0,31-20 0,-6 2 0,-1-2 0,54-27 0,-3-10 0,6 0 0,-94 71 0,87-84 0,-78 79 0,1-1 0,32-36 0,-33 36 0,-2 2 0,36-41 0,-3 6 0,-43 37-455,2 2 0,25-24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1T13:45:58.256"/>
    </inkml:context>
    <inkml:brush xml:id="br0">
      <inkml:brushProperty name="width" value="0.2" units="cm"/>
      <inkml:brushProperty name="height" value="0.2" units="cm"/>
    </inkml:brush>
  </inkml:definitions>
  <inkml:trace contextRef="#ctx0" brushRef="#br0">7095 1 24575,'0'1'0,"-1"0"0,1 0 0,-1-1 0,1 1 0,-1 0 0,1 0 0,-1-1 0,0 1 0,1 0 0,-1-1 0,0 1 0,1 0 0,-1-1 0,0 1 0,0-1 0,0 1 0,-1 0 0,-20 9 0,18-8 0,-22 8 0,-38 10 0,37-13 0,-39 18 0,41-16 0,1-1 0,-50 10 0,10-2 0,35-9 0,1-1 0,-1-2 0,0-1 0,0-1 0,0-1 0,-33-3 0,30-2 0,-36-1 0,38 5 0,-3-1 0,1 2 0,0 2 0,-36 6 0,23 0 0,-65 6 0,50-7 0,42-5 0,-1 0 0,-25 0 0,20-2 0,0 2 0,0 0 0,-24 8 0,8-3 0,-19 1 0,-25 6 0,64-11 0,0-1 0,0-1 0,-40-1 0,-11 1 0,53 0 0,-32 9 0,-14 3 0,51-12 0,0 1 0,1 0 0,0 1 0,-14 6 0,13-5 0,1-1 0,-1 0 0,-23 5 0,27-8 0,1 1 0,0 1 0,0 0 0,-13 6 0,-21 6 0,-66 11 0,20 7 0,67-24 0,13-5 0,1 0 0,0 1 0,0-1 0,0 1 0,0 1 0,-7 8 0,-3 1 0,13-10 0,-1-1 0,1 1 0,0 0 0,-3 7 0,-16 17 0,15-21 0,0-1 0,-1 0 0,0 0 0,-1-1 0,-14 7 0,-6 6 0,23-14 0,-1-1 0,1 0 0,0 0 0,-12 4 0,-36 15 0,42-17 0,-1 1 0,-29 7 0,19-7 0,-40 16 0,41-13 0,-43 11 0,52-17 0,0 1 0,-22 11 0,21-10 0,-30 11 0,19-8 0,-1 1 0,2 2 0,0 0 0,-40 27 0,26-15 0,-42 28 0,52-34 0,21-13 0,0 0 0,1 0 0,0 0 0,-8 8 0,-3 4 0,-1-2 0,-27 18 0,23-18 0,-33 31 0,29-25 0,21-17 0,-1 1 0,1 0 0,-10 10 0,-7 6 0,18-18 0,1 0 0,0 0 0,0 0 0,1 1 0,-4 4 0,3-3 0,0-1 0,-1 0 0,1 1 0,-8 4 0,6-5 0,1 0 0,1 0 0,-1 0 0,-5 7 0,-44 46 0,-8 0 0,43-40 0,-1 0 0,-38 21 0,33-20 0,22-15 0,-1 0 0,0 0 0,1-1 0,-1 1 0,0-1 0,-1 0 0,1 0 0,0-1 0,-6 2 0,5-1 0,0 0 0,-1 0 0,1 0 0,0 1 0,0 0 0,1 0 0,-1 0 0,-4 4 0,5-4 0,-1 1 0,1-1 0,-1 0 0,0 0 0,0-1 0,0 1 0,0-1 0,-6 1 0,4-1 0,0 1 0,1-1 0,-1 1 0,0 0 0,-7 6 0,7-5 0,1 0 0,-1-1 0,0 0 0,-14 5 0,8-5 0,1 2 0,0-1 0,-18 11 0,18-9 0,-1 0 0,1-1 0,-18 5 0,-54 17 0,67-20 0,-1-1 0,0-1 0,0 0 0,-1-1 0,1-1 0,-27 1 0,-64-3 0,-73-3 0,156 0 0,-80-4 0,16 4 0,-85 4 0,144 1 0,-44 3 0,49-5 0,-47 8 0,23-1 0,2 0 0,29-5 0,1 0 0,-27 0 0,-100 6 0,52-4 0,61-2 0,4-1 0,0 1 0,0 1 0,0 2 0,1 1 0,-45 18 0,-13 8 0,48-18 0,26-11 0,0 1 0,-15 8 0,-50 28 0,54-24 0,1 0 0,0 2 0,-17 21 0,-22 20 0,-56 53 0,62-58 0,22-17 0,-34 49 0,11-24 0,-6 20 0,49-67 0,7-11 0,1 1 0,0 0 0,-6 12 0,-10 16 0,15-27 0,1 0 0,0 1 0,0-1 0,-4 12 0,5-12 0,1 0 0,-2-1 0,1 1 0,-6 6 0,-4 10 0,7-10 0,2 0 0,-1 0 0,2 0 0,-5 26 0,6-24 0,-1 0 0,-1 0 0,-8 21 0,-2 13 0,8-21 0,3-14 0,1 1 0,1 0 0,0 0 0,1 0 0,2 15 0,-1 13 0,-1-34 0,1 0 0,0 0 0,0 0 0,0 0 0,1-1 0,1 1 0,0 0 0,0-1 0,0 1 0,1-1 0,0 0 0,7 10 0,28 36 0,-36-51 0,-1 1 0,1 0 0,-1-1 0,0 1 0,0 0 0,-1 0 0,1 0 0,-1 0 0,0 0 0,1 8 0,-1-7 0,0 0 0,1 0 0,-1 0 0,1 0 0,0 0 0,4 7 0,-2-5 0,-1 1 0,-1-1 0,0 1 0,0-1 0,0 1 0,-1 0 0,0-1 0,0 15 0,1-1 0,5 41 0,-1-26 0,-1 50 0,-5 214 0,1-289 0,1 0 0,0 0 0,0 0 0,1 0 0,5 11 0,5 24 0,34 130 0,-32-122 0,10 52 0,-17-83 0,-2 0 0,0 1 0,-1 0 0,-2 0 0,2 34 0,-4-47 0,0 0 0,2 1 0,-1-1 0,1 0 0,1-1 0,0 1 0,9 17 0,9 25 0,-19-44 0,0-1 0,1 0 0,0 0 0,0 0 0,0-1 0,7 9 0,33 37 0,-34-43 0,3 6 0,25 21 0,-34-34 0,-1 1 0,0 0 0,0 0 0,0 0 0,3 7 0,12 15 0,2-4 0,30 44 0,-17 8 0,-27-64 0,0 1 0,-2 0 0,1-1 0,-1 2 0,-1-1 0,4 21 0,-4-23 0,-1 0 0,2 0 0,-1-1 0,10 16 0,3 9 0,-14-27 0,0 0 0,-1 1 0,0-1 0,0 0 0,0 11 0,-1-9 0,1 0 0,0 0 0,3 12 0,4 8 0,-2 1 0,5 47 0,-7-47 0,1 30 0,-4-47 0,1-1 0,0 0 0,1 1 0,7 19 0,-6-20 0,5 19 0,0-1 0,4 36 0,9 31 0,-14-66 0,7 47 0,-7 2 0,-5-56 0,7 28 0,-6-34 0,-1 1 0,0 0 0,0 22 0,6 49 0,-8-73 0,0-1 0,1 1 0,6 22 0,-3-17 0,-3-18 0,-1 0 0,1 0 0,0-1 0,0 1 0,0-1 0,1 1 0,-1-1 0,0 0 0,1 0 0,0 0 0,-1 0 0,5 2 0,11 9 0,-12-8 0,0 0 0,0 0 0,12 5 0,8 6 0,-21-12 0,1 0 0,0-1 0,0 0 0,0-1 0,0 1 0,0-1 0,1-1 0,9 3 0,0-1 0,-6 0 0,-1 1 0,1 0 0,10 6 0,21 8 0,77 11 0,-86-23 0,111 22 0,-119-25 0,0-2 0,37-2 0,-13 0 0,-32 0 0,0-1 0,0-1 0,25-7 0,-3 1 0,73-12 0,-94 16 0,-1 0 0,25-11 0,-9 3 0,-21 8 0,1 0 0,-1 0 0,0-1 0,0 0 0,17-14 0,-17 12 0,0 1 0,23-10 0,2-3 0,-11 6 0,-16 9 0,0 0 0,0 0 0,0-1 0,12-11 0,28-21 0,23-32 0,-59 55 0,-11 12 0,0 0 0,0 1 0,1-1 0,0 0 0,0 1 0,-1-1 0,1 1 0,4-2 0,-4 2 0,1-1 0,-1 1 0,0-1 0,0 0 0,-1 0 0,6-6 0,14-14 0,-16 18 0,-1 0 0,1-1 0,8-10 0,8-9 0,30-34 0,-22 25 0,32-47 0,-56 73 0,6-7 0,7-10 0,-15 18 0,0 1 0,1-1 0,8-8 0,-8 9 0,0 0 0,0-1 0,6-9 0,44-88 0,-37 75 0,-14 24 0,0 0 0,-1 0 0,1 0 0,-1-1 0,2-6 0,2-6 0,1 2 0,0-1 0,2 1 0,17-24 0,-4 8 0,-13 17 0,0 1 0,1 1 0,16-17 0,17-23 0,2 2 0,-34 37 0,-9 9 0,1 0 0,0 1 0,0-1 0,0 1 0,1 0 0,7-5 0,-3 3 0,-1-1 0,0 0 0,9-10 0,-4 4 0,-1 1 0,-1-1 0,10-16 0,-11 15 0,-7 9 0,0 0 0,0 0 0,-1-1 0,1 1 0,-1-1 0,1-6 0,6-14 0,-5 17 0,51-134 0,-31 88 0,-20 47 0,0-1 0,0 1 0,-1-1 0,0 0 0,0 1 0,-1-1 0,0 0 0,1-18 0,-4-644 0,11 556 0,-11-467 0,3 570 0,-1-1 0,2 1 0,0 0 0,0-1 0,1 1 0,1 1 0,-1-1 0,13-19 0,-3 1 0,-6 17 0,1 0 0,0 0 0,0 1 0,1 0 0,16-15 0,-2 2 0,-10 11 0,26-19 0,-25 21 0,14-9 0,0 1 0,43-20 0,-1 0 0,28-11 0,-61 30 0,-29 15 0,1 0 0,0 1 0,1 1 0,18-7 0,16-4 0,7-3 0,-32 15 0,32-2 0,-27 4 0,35-8 0,-41 6 0,0 0 0,24 0 0,45-6 0,-35 8 0,-31-1 0,-1 2 0,0 0 0,30 5 0,-42-2 0,1 0 0,-1 1 0,0 0 0,0 0 0,0 1 0,0 1 0,13 10 0,23 13 0,-26-18 0,-12-7 0,0 0 0,0 0 0,1-1 0,-1 1 0,1-2 0,0 1 0,0-1 0,11 2 0,1-2 0,5 0 0,32 0 0,-48-3 0,0 0 0,0 0 0,-1 0 0,1-1 0,0-1 0,-1 0 0,11-5 0,61-23 0,-53 22 0,46-24 0,-55 24 0,0 2 0,29-9 0,2-1 0,22-7 0,-43 15 0,46-20 0,-64 25 0,0 1 0,1 0 0,-1 0 0,1 1 0,-1 1 0,1 0 0,0 0 0,0 1 0,15 2 0,-14-1 0,0-1 0,1 0 0,-1-1 0,0 0 0,1-1 0,20-6 0,-20 5 0,1 0 0,-1 0 0,27 0 0,-18 1 0,-4 0 0,0 2 0,0 0 0,31 4 0,-39-3 0,0 1 0,0 1 0,0 0 0,-1 0 0,1 1 0,-1 0 0,0 0 0,10 7 0,-14-8 0,1 0 0,0 0 0,0 0 0,0-1 0,0 0 0,0 0 0,1 0 0,5 0 0,16 4 0,-11-1 0,22 4 0,14-2 0,-24-2 0,46 0 0,-17-6 0,80 2 0,-123 2 0,0 0 0,0 1 0,23 10 0,-26-9 0,0 1 0,0 0 0,19 15 0,-4-3 0,-2 1 0,0 1 0,22 23 0,-36-32 0,2 0 0,-1-1 0,1-1 0,17 9 0,-7-3 0,42 32 0,87 92 0,-143-130 0,-1-2 0,-1 1 0,0 0 0,8 11 0,-14-17 0,1 1 0,0-1 0,0 0 0,0-1 0,0 1 0,1 0 0,-1 0 0,4 1 0,-4-2 0,0 1 0,1-1 0,-1 1 0,0-1 0,0 1 0,0 0 0,0 0 0,0 0 0,-1 0 0,4 4 0,0 2 0,1 0 0,0 0 0,1 0 0,0-1 0,0 0 0,1 0 0,-1-1 0,2 0 0,8 6 0,-1-2 0,32 33 0,-42-38 0,0 1 0,0-1 0,0 1 0,-1 1 0,9 12 0,-9-11 0,1 0 0,0-1 0,0 0 0,11 9 0,57 42 0,-56-38 0,-16-17 0,0 0 0,1 0 0,-1 0 0,1 0 0,-1-1 0,1 1 0,5 2 0,56 46 0,-42-30 0,-18-18 0,-1 1 0,1 0 0,0-1 0,0 0 0,0 0 0,8 4 0,87 44 0,-94-48 0,0 1 0,0-1 0,0 1 0,-1 0 0,0 0 0,6 7 0,7 6 0,40 33 0,-35-32 0,-17-15 0,-1 0 0,0 1 0,0-1 0,-1 1 0,7 7 0,-7-7 0,1 0 0,-1 0 0,1-1 0,0 1 0,5 2 0,14 15 0,-7-4 0,1-1 0,23 17 0,12 11 0,-47-40-97,0 1-1,0-1 1,1 1-1,-1-2 1,1 1-1,0 0 1,1-1-1,-1 0 1,0-1-1,1 0 1,-1 0-1,1 0 0,13 1 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1T13:46:08.767"/>
    </inkml:context>
    <inkml:brush xml:id="br0">
      <inkml:brushProperty name="width" value="0.2" units="cm"/>
      <inkml:brushProperty name="height" value="0.2" units="cm"/>
    </inkml:brush>
  </inkml:definitions>
  <inkml:trace contextRef="#ctx0" brushRef="#br0">2505 0 24575,'-6'1'0,"1"-1"0,-1 1 0,1 0 0,0 1 0,-1-1 0,1 1 0,0 0 0,0 0 0,-7 4 0,-44 32 0,28-17 0,13-11 0,-5 4 0,-1-1 0,-23 11 0,1 1 0,33-18 0,0-1 0,-22 10 0,-4 2 0,28-13 0,-1 0 0,1-1 0,-14 4 0,9-3 0,1 0 0,-24 13 0,25-11 0,-1-1 0,0-1 0,-17 6 0,-28 8 0,40-12 0,-1-1 0,0-1 0,-30 5 0,-4 3 0,13-3 0,-6-2 0,0-2 0,-75 1 0,98-7 0,-11-1 0,-64 9 0,82-7 0,-1 1 0,-15-2 0,16-1 0,1 2 0,-25 3 0,-60 8 0,99-12 0,-108 15 0,101-14 0,-71 9 0,62-9 0,-1 1 0,1 1 0,0 0 0,0 1 0,1 1 0,-1 0 0,1 1 0,-28 15 0,17-8 0,23-12 0,0 0 0,0 1 0,0-1 0,0 1 0,0 0 0,0 0 0,0 0 0,0 0 0,1 0 0,-4 4 0,-11 10 0,14-13 0,0-1 0,0 1 0,0 0 0,0 0 0,1 0 0,-4 5 0,2-2 0,0 0 0,0-1 0,-1 0 0,-5 5 0,-14 17 0,-29 44 0,25-36 0,-41 39 0,-11 12 0,52-53 0,18-23 0,1 1 0,0 0 0,0 0 0,1 1 0,-11 23 0,11-18 0,-1 3 0,1 0 0,1 0 0,0 1 0,-6 39 0,10-45 0,0-1 0,-1 0 0,-1 0 0,-6 13 0,5-11 0,-41 133 0,43-140 0,1 1 0,0 1 0,1-1 0,0 0 0,0 1 0,1-1 0,0 1 0,2 11 0,-10 66 0,17 1 0,-6-51 0,-2 45 0,-1-28 0,0-43 0,-1-1 0,0 1 0,0 0 0,-7 16 0,-1 12 0,-2 4 0,8-32 0,1 1 0,0-1 0,1 0 0,0 1 0,0 13 0,-6 79 0,-1 37 0,10-100 0,-2 57 0,-3-75 0,-10 42 0,7-40 0,-4 34 0,2 28 0,1-18 0,4-37 0,-1 41 0,5 269-1365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1T13:46:42.213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9 24575,'0'0'0,"1"-1"0,-1 1 0,0-1 0,1 1 0,-1-1 0,1 1 0,-1-1 0,1 1 0,-1-1 0,1 1 0,-1 0 0,1-1 0,0 1 0,-1 0 0,1-1 0,-1 1 0,1 0 0,0 0 0,-1 0 0,1-1 0,0 1 0,-1 0 0,1 0 0,0 0 0,-1 0 0,2 0 0,22 0 0,-21 0 0,3 0 0,1 0 0,-1 1 0,1 0 0,-1 1 0,10 3 0,10 2 0,-12-4 0,-3-1 0,0 0 0,-1 1 0,14 6 0,15 2 0,-33-10 0,0 0 0,0 0 0,0 1 0,0 0 0,0 0 0,6 4 0,-1 0 0,1-1 0,0 0 0,1-1 0,-1 0 0,17 2 0,3 2 0,40 15 0,-44-15 0,-20-5 0,0-1 0,1 0 0,-1 0 0,1-1 0,10 1 0,-13-2 0,1 1 0,0 0 0,-1 0 0,1 1 0,-1 0 0,10 4 0,26 7 0,1 0 0,-36-11 0,0 1 0,1-1 0,-1 0 0,1 0 0,9 0 0,0 0 0,0 0 0,24 7 0,-26-5 0,0 0 0,0-2 0,24 2 0,40 4 0,28 1 0,24-1 0,-116-7 0,-1 0 0,0 0 0,0 1 0,0 1 0,0 0 0,0 1 0,0 0 0,-1 2 0,0-1 0,15 10 0,-23-13 0,0 0 0,0 0 0,0-1 0,0 1 0,9 0 0,-9-1 0,0 0 0,0 0 0,0 1 0,-1-1 0,1 1 0,5 3 0,-1 0 0,0 1 0,1-2 0,-1 1 0,1-1 0,0-1 0,0 0 0,0 0 0,0-1 0,11 1 0,-2 0 0,0 1 0,0 1 0,21 8 0,15 4 0,-27-11 0,31 2 0,13 3 0,84 15 0,-62-15 0,-64-9 0,-3 1 0,1 0 0,30 10 0,-36-8 0,1-1 0,-1-1 0,1-1 0,39-1 0,-32-1 0,0-1 0,48-9 0,-50 4 0,0 2 0,53-1 0,78-4 0,-37 0 0,-53 11 0,113-4 0,-77-7 0,-63 5 0,27 0 0,28-5 0,-76 8 0,40-7 0,-40 4 0,41-1 0,-41 4 0,-1-1 0,40-9 0,9-2 0,66-4 0,-90 13 0,52-1 0,23-3 0,-33-1 0,-19 10 0,94-2 0,-149 0 0,133-7 0,-14 17 0,-93-10 0,54 2 0,-72 2 0,40 11 0,-46-9 0,2-1 0,-1-1 0,0 0 0,24 0 0,65 6 0,-91-9 0,0 1 0,0 1 0,-1 0 0,1 0 0,-1 1 0,1 1 0,-1 1 0,15 6 0,99 57 0,-101-57 0,-21-10 0,-1 0 0,1 1 0,-1 0 0,1 0 0,-1 0 0,0 1 0,0-1 0,0 1 0,0 0 0,0 0 0,4 5 0,-5-4 0,1 0 0,1 0 0,-1-1 0,7 5 0,-6-5 0,-1 0 0,0 0 0,0 1 0,0-1 0,-1 1 0,5 5 0,-3-3 0,0-1 0,1 1 0,-1-1 0,11 7 0,11 12 0,17 16 0,-8-5 0,-28-28 0,0 0 0,0 1 0,-1 0 0,0 0 0,0 1 0,-1-1 0,10 20 0,-1-2 0,-12-22 0,0 0 0,0 0 0,-1 1 0,0-1 0,0 1 0,0-1 0,2 9 0,-1-2 0,1-1 0,-1 0 0,2 0 0,0 0 0,0 0 0,11 15 0,12 23 0,24 51 0,-36-74 0,-13-21 0,1 1 0,-1 0 0,0-1 0,-1 1 0,1 0 0,2 9 0,-3-9 0,0 0 0,1 1 0,-1-1 0,1 0 0,0 0 0,1-1 0,4 6 0,-4-5 0,-1-1 0,1 1 0,-1 0 0,0 0 0,0 1 0,2 5 0,-1-3 0,0-1 0,0 0 0,0 0 0,1 0 0,8 9 0,7 12 0,15 21 0,-21-31 0,17 29 0,8 20 0,-12-31 0,-22-28 0,1 1 0,1-1 0,0 0 0,10 10 0,7 8 0,18 13 0,-19-15 0,27 21 0,-42-37 0,-2-4 0,-1 1 0,1 0 0,0 0 0,0 0 0,1-1 0,-1 0 0,13 5 0,-14-6 0,0-1 0,-1 1 0,0 0 0,0 0 0,0 1 0,4 3 0,18 14 0,5 1 0,-22-15 0,0-1 0,0 0 0,15 7 0,-20-12 0,-1 1 0,0 0 0,1 0 0,-1 0 0,0 0 0,0 0 0,0 1 0,0 0 0,-1-1 0,1 1 0,-1 0 0,0 0 0,0 0 0,0 1 0,0-1 0,0 0 0,0 1 0,-1-1 0,0 1 0,0-1 0,0 1 0,0 0 0,0 0 0,-1-1 0,0 1 0,0 0 0,0 0 0,0 4 0,-1 24 0,-6 87 0,-2-75 0,6-32 0,0-1 0,1 1 0,1-1 0,-1 13 0,1-6 0,-1-1 0,-1 0 0,-1 0 0,0 0 0,-9 21 0,-5 24 0,11-41 0,-13 35 0,11-36 0,-11 41 0,15-43 0,-13 34 0,10-35 0,2 0 0,-5 21 0,-6 18 0,11-40 0,2-1 0,-5 21 0,5 0 0,-1 60 0,5-78 0,0-7 0,-1 0 0,1 0 0,1 0 0,0-1 0,0 1 0,1 0 0,1-1 0,-1 1 0,2-1 0,8 19 0,2 2 0,-11-24 0,0 0 0,0 0 0,1-1 0,5 8 0,10 13 0,-13-16 0,2-1 0,-1 0 0,15 13 0,23 27 0,-29-36 0,-9-7 0,0-1 0,0 0 0,1 0 0,9 4 0,-4-3 0,-5-2 0,0 0 0,1 0 0,-1-1 0,1-1 0,0 0 0,0 0 0,1 0 0,-1-1 0,1 0 0,-1-1 0,13 0 0,46 0 0,40-3 0,-3-16 0,-62 13 0,56-14 0,-89 16 0,0-1 0,-1 1 0,1-2 0,-1 1 0,0-1 0,12-9 0,-19 12 0,1 1 0,-1 0 0,1 0 0,-1 0 0,1 0 0,0 0 0,-1 1 0,4-1 0,-4 0 0,1 1 0,-1-1 0,1 1 0,-1-1 0,1 0 0,-1 0 0,1 0 0,-1 0 0,4-3 0,5-4 0,1 0 0,0 1 0,0 1 0,0 0 0,16-6 0,-23 11 0,66-32 0,19-7 0,-17 8 0,42-6 0,80-27 0,-181 61 0,6-1 0,-1-1 0,26-12 0,-22 8 0,38-10 0,12-6 0,50-24 0,-83 31 0,-32 13 0,1 1 0,0 1 0,1 0 0,-1 0 0,1 1 0,19-4 0,76-10 0,-75 13 0,29-1 0,-40 4 0,1-1 0,23-5 0,7-1 0,-29 6 0,64-4 0,-73 5 0,-1 0 0,1-1 0,-1 0 0,17-7 0,22-3 0,-24 7 0,51-18 0,-7 1 0,198-56 0,-115 51 0,-137 23 0,71-12 0,-76 14 0,0 1 0,0 0 0,0 1 0,0 1 0,1-1 0,-1 2 0,0 0 0,0 0 0,-1 1 0,1 0 0,14 7 0,-15-6 0,1 0 0,0 0 0,0-1 0,0-1 0,19 3 0,16 3 0,-39-7-1365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1T13:46:53.363"/>
    </inkml:context>
    <inkml:brush xml:id="br0">
      <inkml:brushProperty name="width" value="0.2" units="cm"/>
      <inkml:brushProperty name="height" value="0.2" units="cm"/>
    </inkml:brush>
  </inkml:definitions>
  <inkml:trace contextRef="#ctx0" brushRef="#br0">500 0 24575,'2'93'0,"-4"97"0,0-162 0,-4 76 0,-3 11 0,-1-36 0,8-47 0,-2 0 0,-1 0 0,-12 40 0,10-49 0,1 0 0,1 1 0,-1 29 0,2-23 0,-2-1 0,-8 29 0,-5 21 0,14-50 0,-1 10 0,-13 41 0,-10 12 0,26-79 0,1 1 0,0-1 0,2 0 0,-1 1 0,4 23 0,-2 6 0,-1 2 0,1 50 0,0-88 0,0 0 0,1 0 0,0-1 0,1 0 0,-1 1 0,1-1 0,1 0 0,-1 0 0,1 0 0,7 9 0,1 4 0,10 11 0,-2-10 0,-10-8 0,1-1 0,0 0 0,1-1 0,0-1 0,19 12 0,38 24 0,9 6 0,-61-42 0,-1 0 0,1-2 0,1 0 0,0-1 0,0-1 0,30 5 0,62 8 0,97 8 0,-194-25 0,0 0 0,-1 2 0,1-1 0,-1 1 0,0 1 0,19 8 0,36 36 0,-57-42 0,0 2 0,15 12 0,4 5 0,33 31 0,-43-36 0,-13-14 0,-1 0 0,2-1 0,8 8 0,-11-10 0,0 0 0,0 0 0,-1 1 0,1-1 0,2 5 0,-3-4 0,0 0 0,1 0 0,0-1 0,7 7 0,-7-7 0,-1 0 0,1 0 0,-1 1 0,0 0 0,0-1 0,0 1 0,3 6 0,16 19 0,43 46 0,-19-26 0,-18-25 0,-11-10 0,32 22 0,18 8 0,-37-23 0,-18-13 0,0 0 0,15 7 0,1-2 0,0-1 0,0-1 0,1-2 0,31 6 0,-51-13 0,0 1 0,-1 0 0,15 7 0,-14-6 0,0 0 0,0-1 0,12 3 0,-10-2 0,0-1 0,0 1 0,0 1 0,-1 0 0,16 10 0,-14-8 0,-1 0 0,2-1 0,21 8 0,0-3 0,-19-6 0,0-1 0,18 4 0,-30-8 0,0 1 0,-1-1 0,1 1 0,0 0 0,-1 0 0,1 0 0,0 0 0,-1 1 0,1-1 0,-1 0 0,0 1 0,1 0 0,-1 0 0,0 0 0,0 0 0,0 0 0,2 4 0,1 1 0,-1 1 0,0 0 0,-1 0 0,4 13 0,-7-20 0,13 22 0,-11-20 0,0-1 0,-1 0 0,1 0 0,-1 1 0,0-1 0,1 1 0,-1-1 0,0 1 0,-1-1 0,1 1 0,0 0 0,-1 4 0,8 108 0,2 6 0,-11-78 0,2 57 0,1-84 0,1-1 0,5 16 0,-5-20 0,0 1 0,0 0 0,-1 0 0,0 20 0,-2-16 0,1-13 0,-1 0 0,1 0 0,-1 0 0,0 0 0,0-1 0,0 1 0,-1 0 0,1 0 0,-1 0 0,0 0 0,1 0 0,-1-1 0,0 1 0,-1 0 0,1-1 0,0 1 0,-1-1 0,0 1 0,1-1 0,-1 0 0,-4 4 0,-60 50 0,-24 10 0,77-57 0,9-5 0,-1-1 0,0 0 0,0 0 0,0-1 0,-10 5 0,9-5 0,1 1 0,-1 0 0,1 0 0,-10 8 0,-9 4 0,-23 9 0,25-14 0,-31 20 0,26-18 0,24-11 0,-1 0 0,0 0 0,1 0 0,-1 1 0,1 0 0,-6 3 0,-10 8 0,-1 0 0,0-2 0,-30 12 0,12-6 0,-14 1 0,25-6 0,-43 11 0,-4 2 0,46-15 0,-36 8 0,34-10 0,-32 15 0,50-17 0,-1 0 0,0-1 0,0-1 0,-17 3 0,-31 11 0,45-15 0,1 2 0,0 0 0,0 0 0,0 1 0,1 1 0,-23 15 0,-10 8 0,34-21 0,-1 1 0,1 0 0,1 0 0,0 1 0,-16 19 0,6-7 0,-12 14 0,-27 41 0,44-57 0,-68 87 0,6-5 0,41-56 0,26-33 0,8-9 0,-1 0 0,2 0 0,-1 0 0,-3 7 0,-56 85 0,37-58 0,7-11 0,-100 169 0,19-33 0,74-121 0,-23 37 0,21-29 0,8-13 0,16-31 0,-1 3 0,-1 0 0,-1-1 0,0 0 0,-13 14 0,-24 30 0,-53 52 0,15-28 0,73-67 0,4-5 0,0 0 0,0 1 0,1-1 0,0 1 0,0 0 0,0 0 0,1 0 0,-4 10 0,6-12 0,-1 0 0,1 0 0,0 1 0,0-1 0,0 1 0,0-1 0,1 1 0,0-1 0,0 1 0,1 5 0,0-7 0,0 1 0,0-1 0,1 1 0,-1-1 0,1 1 0,0-1 0,0 0 0,0 0 0,1 0 0,-1 0 0,1 0 0,4 4 0,10 11 0,-12-12 0,1-1 0,-1 0 0,1 0 0,9 7 0,10 6 0,-20-14 0,-1 0 0,1-1 0,0 1 0,0-1 0,0 0 0,1-1 0,5 3 0,9 1 0,1-1 0,-1 0 0,1-2 0,0-1 0,36 1 0,-15-4 0,57 2 0,-68 2 0,26 2 0,-44-4 0,-1 1 0,1 0 0,-1 1 0,0 1 0,0 0 0,0 0 0,0 1 0,-1 0 0,1 1 0,12 9 0,-16-10 0,12 8 0,1 0 0,45 17 0,-57-26 0,1 0 0,-1 1 0,17 10 0,16 9 0,-32-20 0,1 0 0,0 1 0,0 0 0,-1 1 0,0 0 0,13 10 0,-18-13 0,0 0 0,1 0 0,-1 0 0,1-1 0,-1 0 0,8 2 0,17 8 0,-19-6 0,1 0 0,-1 1 0,0 0 0,12 11 0,28 37 0,-42-41 0,-6-9 0,0-1 0,0 0 0,0 0 0,7 6 0,6 7 0,0-1 0,-2 2 0,0 0 0,16 29 0,-24-37 0,0-1 0,0 1 0,-1-1 0,0 1 0,-1-1 0,7 21 0,-9-21 0,1 0 0,1-1 0,-1 0 0,8 12 0,-6-12 0,0 1 0,-1 1 0,4 12 0,17 44 0,-19-52 0,0 1 0,-1 0 0,-1 0 0,5 28 0,-7-35 0,-1 0 0,2 1 0,-1-1 0,7 13 0,-6-13 0,1 1 0,-1 0 0,3 17 0,14 44 0,-19-66 0,0 0 0,0-1 0,0 1 0,1 0 0,3 6 0,5 10 0,-3-3 0,2 0 0,0-1 0,1-1 0,0 1 0,25 25 0,-26-30 0,5 5 0,0 0 0,1-2 0,32 25 0,9-5 0,-41-23 0,0-1 0,20 10 0,2 1 0,66 30 0,-60-28 0,-31-17 0,-1 0 0,0 0 0,16 13 0,-14-9 0,-8-6 0,1 1 0,-1-1 0,0 1 0,0 0 0,-1 0 0,1 1 0,-1 0 0,5 8 0,10 19 0,-10-17 0,13 26 0,-3-3 0,-15-33 0,0 1 0,-1-1 0,0 1 0,0 0 0,0 0 0,-1 0 0,0 0 0,-1 1 0,2 12 0,-2-4 0,1-1 0,1 1 0,5 19 0,-4-16 0,5 30 0,2 3 0,-3-25 0,-3-7 0,1-1 0,17 33 0,-11-25 0,13 55 0,-24-80 0,7 16 0,-1 0 0,8 28 0,-14-42-151,-1 0-1,1 0 0,-1 0 0,0 0 1,0 0-1,0 0 0,0 0 1,-2 4-1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1T13:47:00.333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10 0 24575,'-9'168'0,"9"-148"0,0-3 0,0-1 0,0 1 0,2 0 0,0 0 0,1-1 0,0 0 0,8 21 0,-9-29 0,0 0 0,0 0 0,0 0 0,-1 0 0,0 12 0,2 14 0,-1-10-1365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1T13:47:05.935"/>
    </inkml:context>
    <inkml:brush xml:id="br0">
      <inkml:brushProperty name="width" value="0.2" units="cm"/>
      <inkml:brushProperty name="height" value="0.2" units="cm"/>
    </inkml:brush>
  </inkml:definitions>
  <inkml:trace contextRef="#ctx0" brushRef="#br0">2501 1 24575,'0'3'0,"-1"-1"0,0 1 0,-1-1 0,1 1 0,0-1 0,-1 1 0,1-1 0,-1 0 0,0 1 0,-3 3 0,-8 10 0,6-4 0,-1 0 0,0-1 0,-11 12 0,14-16 0,-26 29 0,-66 78 0,-32 33 0,109-123 0,-2-1 0,0-1 0,-35 26 0,40-34 0,7-7 0,1 1 0,-1-2 0,-17 10 0,-27 14 0,-9 4 0,-17 1 0,66-27 0,0 0 0,1 1 0,0 1 0,-16 14 0,12-9 0,-13 11 0,22-19 0,0 0 0,1 1 0,0 0 0,1 0 0,0 0 0,0 1 0,-9 17 0,-29 54 0,38-67 0,3-7 0,0 0 0,0-1 0,0 1 0,-1-1 0,0 1 0,0-1 0,-7 6 0,-10 7 0,15-13 0,0 0 0,0-1 0,1 2 0,0-1 0,0 1 0,0-1 0,-5 11 0,-30 42 0,35-48 0,1-1 0,0 1 0,-3 16 0,4-15 0,0 0 0,-1-1 0,-5 11 0,3-8 0,1 0 0,1 0 0,0 1 0,1-1 0,-3 18 0,-8 35 0,6-42 0,2 1 0,0-1 0,2 1 0,0 0 0,0 41 0,-4 22 0,7-26 0,2 52 0,7-47 0,-3-34 0,-1 44 0,-4-59 0,1 31 0,-3-1 0,-11 67 0,10-97 0,0 30 0,-1 9 0,0-17 0,2 0 0,4 45 0,0-12 0,-2 430 0,-1-495 0,0 0 0,-1 0 0,0 0 0,0 0 0,0 0 0,-1 0 0,-7 12 0,6-11 0,0 0 0,0 1 0,1 0 0,-4 16 0,4-11 0,0-1 0,-2 1 0,-10 24 0,-3 6 0,8 4 0,9-39 0,-1-1 0,0 1 0,-1 0 0,0-1 0,-5 11 0,3-8 0,0 1 0,1 0 0,-3 15 0,3-9 0,0 0 0,0 0 0,-1-1 0,-7 19 0,-19 29 0,30-63 0,-1 4 0,-1 0 0,0 0 0,0 0 0,0-1 0,-1 1 0,0-1 0,0 0 0,-1 0 0,-6 6 0,4-3 0,0 0 0,0 1 0,1-1 0,-10 20 0,-1 2 0,13-24 0,1 0 0,0 1 0,-3 11 0,-5 13 0,10-29 0,-3 6 0,0 0 0,0-1 0,-1 1 0,0-1 0,-1 0 0,0 0 0,0 0 0,-11 10 0,13-15 0,1 1 0,0-1 0,-1 1 0,1 0 0,0 1 0,-3 5 0,-10 15 0,11-18 0,0 0 0,1 0 0,0 1 0,0-1 0,1 1 0,-1 0 0,2 1 0,-1-1 0,1 0 0,1 1 0,-2 12 0,2 6 0,0 0 0,5 36 0,-3-58 0,0 0 0,0 0 0,1 0 0,0 0 0,2 6 0,6 15 0,-1 3 0,-6-19 0,0 0 0,0 0 0,-1 0 0,-1 0 0,1 16 0,-2 2 0,1 0 0,4 33 0,-1-28 0,-4-26 0,0-1 0,1 0 0,0 1 0,0-1 0,0 0 0,1 1 0,0-1 0,4 9 0,41 87 0,-29-71 0,-14-27 0,-1 1 0,0 0 0,0 0 0,-1 0 0,1 0 0,-1 1 0,0-1 0,2 12 0,9 38 0,-9-38 0,0 0 0,2 17 0,1 29 0,-2-27 0,-1 42 0,6 46 0,-10-81 0,0 0 0,-8 65 0,-2-10 0,1 86 0,8-172 0,0 0 0,-1 0 0,-1 1 0,-4 13 0,-6 31 0,10-48 0,0 1 0,-1-1 0,0 0 0,0 0 0,-1 0 0,0-1 0,0 1 0,-1-1 0,-1-1 0,-9 11 0,-2-1 0,0 0 0,-25 16 0,-56 44 0,52-40 0,-56 23 0,96-56 0,-8 5 0,-31 12 0,-12 4 0,32-13 0,-33 10 0,7-1 0,43-17 0,0 0 0,0-1 0,0 0 0,0 0 0,0 0 0,-1-1 0,1-1 0,-14 1 0,7-2 0,1 1 0,0 1 0,0 0 0,-25 7 0,33-7 68,0-1 1,-1-1-1,1 1 0,-13-2 0,14 1-352,-1 0-1,0 0 1,0 0 0,1 1-1,-11 2 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1T13:47:08.769"/>
    </inkml:context>
    <inkml:brush xml:id="br0">
      <inkml:brushProperty name="width" value="0.2" units="cm"/>
      <inkml:brushProperty name="height" value="0.2" units="cm"/>
    </inkml:brush>
  </inkml:definitions>
  <inkml:trace contextRef="#ctx0" brushRef="#br0">2594 1 24575,'-2'0'0,"1"0"0,-1 0 0,1 1 0,-1-1 0,0 0 0,1 1 0,-1-1 0,1 1 0,-1 0 0,1 0 0,0-1 0,-1 1 0,1 0 0,0 0 0,0 0 0,-1 0 0,1 0 0,0 1 0,0-1 0,-1 2 0,-16 34 0,6-12 0,3-10 0,1 1 0,0 0 0,-9 27 0,-42 113 0,11-40 0,43-107 0,1 0 0,-2 0 0,0 0 0,0-1 0,0 1 0,-1-1 0,-14 12 0,-4 7 0,-138 139 0,147-152 0,0 0 0,-1-2 0,0 1 0,-1-2 0,0 0 0,-1-1 0,0-1 0,-27 8 0,30-11 0,0 1 0,0 1 0,-16 11 0,-30 14 0,22-14 0,31-13 0,-1-1 0,0-1 0,0 0 0,0 0 0,0-1 0,0 0 0,-22 3 0,-47 3 0,71-8 0,-1 1 0,1 0 0,-1 0 0,1 1 0,-9 4 0,10-4 0,-1 1 0,0-2 0,0 1 0,-1-1 0,-15 2 0,-109 5 0,-405-10 0,433-8 0,78 9 0,19-1 0,0 1 0,-1 0 0,1 0 0,0 1 0,-1 0 0,1 0 0,0 1 0,0 0 0,0 0 0,0 1 0,-8 4 0,-50 24 0,1 11 0,-30 21 0,60-47 0,23-12 0,1 2 0,-17 8 0,1 2 0,19-11 0,-1 0 0,1 0 0,0 1 0,-11 11 0,1 2 0,1 1 0,-28 44 0,2-12 0,37-45 0,2 1 0,-1-1 0,1 1 0,0 0 0,0 0 0,1 0 0,0 0 0,1 0 0,0 1 0,0 0 0,1-1 0,0 1 0,0 0 0,2 13 0,-1-6 0,1 1 0,0-1 0,2 0 0,6 28 0,22 66 0,-28-105 0,-1 0 0,1-1 0,-1 1 0,1-1 0,1 0 0,3 5 0,-2-4 0,-1 0 0,-1 0 0,1 1 0,3 6 0,15 29 0,-14-29 0,-1 1 0,6 14 0,-8-13 0,2 0 0,0 0 0,0-1 0,1 0 0,19 23 0,14 4 0,-25-25 0,-11-11 0,0 1 0,0-1 0,0 1 0,6 10 0,-1-1 0,-1 1 0,0 0 0,-1 0 0,-1 1 0,7 20 0,25 66 0,-36-91 0,-1 0 0,0 0 0,0 18 0,-1-13 0,1-9-1365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11T13:42:58.371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126 6,'0'2,"-3"0,-7-2,-4 0,-1-2,0-1,0 0,2 1,2 2,4 3,1 3,1 6,-1 0,0-1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11T13:42:58.934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5 1,'-1'0,"-1"1,0 3,2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11T13:43:01.104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0 0,'0'0,"1"0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09:57:23.657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10341 2118 24575,'-18'0'0,"1"-2"0,-21-4 0,20 2 0,1 2 0,-25-1 0,-25 2 0,-52 2 0,88 3 0,-34 8 0,47-7 0,1 1 0,0 1 0,1 0 0,-28 17 0,-26 20 0,-9 10 0,-5-5 0,-5 4 0,-8 7 0,85-52 0,-20 13 0,-65 31 0,0-14 0,22-10 0,63-22 0,-112 45 0,77-32 0,26-10 0,-42 11 0,4-1 0,44-13 0,0-1 0,-29 6 0,25-7 0,0 1 0,-33 12 0,33-9 0,0-2 0,-29 6 0,28-7 0,0 0 0,0 1 0,-36 17 0,-49 16 0,51-15 0,23-11 0,-41 25 0,62-32 0,5-4 0,0 1 0,0 1 0,0-1 0,0 1 0,1-1 0,0 1 0,0 1 0,-7 8 0,-8 12 0,8-10 0,0 0 0,-9 19 0,-30 58 0,38-74 0,-1 0 0,-26 29 0,17-21 0,-15 24 0,13-25 0,20-23 0,0 1 0,1 1 0,0-1 0,-1 0 0,1 1 0,-4 6 0,-34 45 0,18-29 0,20-23 0,0 0 0,1 0 0,-1 0 0,0 0 0,1 0 0,0 0 0,0 1 0,-2 3 0,1-2 0,0-1 0,1 0 0,-2 1 0,1-2 0,0 1 0,-1 0 0,-7 6 0,-11 12 0,2 0 0,0-1 0,-44 36 0,48-46 0,1-1 0,-1-1 0,-1 0 0,-20 8 0,4-2 0,3 1 0,24-12 0,-1 0 0,0 0 0,0-1 0,-15 6 0,14-7 0,-1 2 0,1-1 0,0 1 0,-11 7 0,13-6 0,-1-1 0,0-1 0,1 1 0,-2-1 0,1-1 0,-15 5 0,5-3 0,0 0 0,1 1 0,-22 11 0,-24 6 0,1 3 0,47-19 0,0 0 0,0-1 0,-24 6 0,22-7 0,0 1 0,-22 9 0,24-8 0,0-1 0,0-1 0,-24 5 0,23-6 0,0 1 0,1 0 0,-25 11 0,28-10 0,-1 0 0,0-1 0,0 0 0,0-1 0,0-1 0,-19 3 0,8-3 0,-1 1 0,2 1 0,-32 10 0,32-9 0,0 0 0,0 0 0,0-2 0,0-1 0,0-1 0,-32-2 0,50 0 0,0 0 0,-1 0 0,1-1 0,0 1 0,0-1 0,0 0 0,0 0 0,-5-3 0,5 2 0,0 1 0,0-1 0,-1 1 0,1 0 0,-1 1 0,-8-3 0,0 1 0,1 0 0,-1-1 0,-22-11 0,-15-4 0,50 19 0,0 0 0,-1 0 0,1 0 0,0 0 0,0 0 0,-1 0 0,1-1 0,0 1 0,0 0 0,-1 0 0,1 0 0,0 0 0,0 0 0,0-1 0,-1 1 0,1 0 0,0 0 0,0 0 0,0-1 0,0 1 0,-1 0 0,1 0 0,0 0 0,0-1 0,0 1 0,0 0 0,0 0 0,0-1 0,0 1 0,0 0 0,0 0 0,0-1 0,0 1 0,0 0 0,0 0 0,0-1 0,0 1 0,0 0 0,0-1 0,0 1 0,0 0 0,0 0 0,0-1 0,0 1 0,0 0 0,1 0 0,12-15 0,21-10 0,56-35 0,-23 26 0,45-34 0,5 9 0,-66 35 0,-32 16 0,26-16 0,-17 10 0,-23 12 0,0 0 0,0 0 0,0-1 0,0 1 0,-1-1 0,1 0 0,-1 0 0,0-1 0,0 1 0,0-1 0,0 0 0,3-6 0,-3 0 0,-2 0 0,1-1 0,-2 1 0,1-1 0,-1-21 0,-1-321 0,-1 345 0,1 0 0,-2 1 0,1-1 0,-1 0 0,0 1 0,0-1 0,-1 1 0,0 0 0,-4-9 0,-6-6 0,-23-29 0,17 25 0,12 17 0,-1 0 0,0 1 0,-1 0 0,0 0 0,0 1 0,-17-11 0,-19-14 0,29 18 0,1-1 0,1-1 0,-15-20 0,23 28 0,1-1 0,0 0 0,-5-13 0,-11-21 0,17 38 0,1-1 0,0 0 0,1 0 0,-1 0 0,1 0 0,0-1 0,1 1 0,0 0 0,0-1 0,0 1 0,1-1 0,0 0 0,0 1 0,2-11 0,0 3 0,1 0 0,0 1 0,2 0 0,-1 0 0,13-23 0,-4 9 0,1 2 0,1 0 0,2 1 0,22-27 0,-16 23 0,-18 20 0,1 1 0,0 0 0,8-8 0,29-40 0,-36 48 0,-1-1 0,0 0 0,6-10 0,11-13 0,33-42 0,-42 54 0,13-14 0,-4 9 0,-18 18 0,0 1 0,0-1 0,0 1 0,12-8 0,38-33 0,45-31 0,-53 36 0,45-47 0,-77 72 0,34-25 0,-28 20 0,-17 16 0,0 1 0,0 0 0,1 0 0,6-5 0,6-3 0,0-1 0,21-22 0,-21 18 0,27-19 0,35-29 0,-59 46 0,-1 0 0,-1-1 0,0-2 0,-2 1 0,0-2 0,15-30 0,7 6 0,72-155 0,-55 99 0,-47 83 0,-1 0 0,0 0 0,-2 0 0,5-36 0,-9 54 0,2-13 0,1-1 0,10-23 0,-9 29 0,-1-1 0,0 0 0,-1 0 0,-1 0 0,1-1 0,0-19 0,-3 26 0,1 0 0,-1 0 0,-1 1 0,1-1 0,-1 0 0,0 1 0,0-1 0,0 1 0,0-1 0,-1 1 0,0-1 0,0 1 0,0 0 0,-1 0 0,1 0 0,-5-6 0,4 7 0,1 0 0,0 0 0,1-1 0,-1 1 0,1-1 0,-1 1 0,0-5 0,-9-20 0,3 15 0,-1 0 0,0 1 0,-1-1 0,0 2 0,-15-14 0,2 1 0,20 20 0,-1-1 0,0 1 0,0 0 0,-9-7 0,-8-10 0,19 19 0,0-1 0,0 1 0,-1-1 0,1 1 0,0 0 0,-1 0 0,1 0 0,-1 0 0,-3-2 0,-4-2 0,0 1 0,1-2 0,0 0 0,-12-11 0,4 3 0,-19-17 0,11 11 0,-30-21 0,29 26 0,-14-9 0,34 22 0,-1 0 0,1 0 0,-1 0 0,0 1 0,0 0 0,0 1 0,0-1 0,0 1 0,-8 0 0,-13-3 0,-113-22 0,81 20 0,14 2 0,2 0 0,-83 4 0,51 2 0,-11 0 0,-90-4 0,145-2 0,-33-1 0,-4 4 0,-56 2 0,118 1 0,0 0 0,1 0 0,-1 1 0,1 0 0,0 0 0,-1 0 0,2 1 0,-1 0 0,0 0 0,-6 7 0,-10 6 0,-81 61 0,13-27 0,76-43 0,1 0 0,-16 6 0,-13 8 0,6-2 0,-32 21 0,-5 7 0,-19 19 0,-58 54 0,112-86 0,9-10 0,1 1 0,1 1 0,-25 35 0,2-1 0,39-51 0,8-7 0,0-1 0,1 1 0,-1 0 0,1 0 0,0 0 0,-4 6 0,-16 20 0,17-25 0,2 0 0,-1 0 0,0 1 0,-4 8 0,4-5 0,-1-1 0,0 0 0,0-1 0,-10 11 0,9-11 0,0 1 0,0 0 0,-9 15 0,-31 44 0,42-61 0,1 1 0,-1-1 0,-1 0 0,-5 6 0,-13 14 0,15-14 0,-1 0 0,0-1 0,-1-1 0,0 0 0,-14 11 0,-66 47 0,-23 29 0,45-37 0,6-9 0,48-38 0,-18 13 0,26-21 0,-1 1 0,1 0 0,-9 8 0,10-8 0,0 0 0,-1 0 0,0 0 0,-8 4 0,-4 2 0,1 0 0,-25 22 0,19-14 0,13-11 0,0 0 0,-17 8 0,-118 68 0,55-40 0,90-44 0,-105 48 0,82-39 0,-23 7 0,28-11 0,-35 14 0,41-14 0,0 0 0,0-1 0,-1 0 0,1-1 0,-1-1 0,-19 2 0,16-2 0,0 1 0,0 0 0,1 1 0,-1 0 0,-21 11 0,22-10 0,0 2 0,11-6 0,1 1 0,-1 0 0,0-1 0,1 0 0,-1 0 0,0 0 0,0-1 0,-5 1 0,-3 0 0,1 1 0,-1 0 0,1 1 0,-1 0 0,1 1 0,-20 9 0,15-6 0,0 0 0,-18 3 0,20-5 0,0 0 0,1 1 0,0 1 0,0 0 0,0 1 0,-16 13 0,13-10 0,-113 91 0,94-67 0,26-28 0,1 0 0,-1 1 0,-8 11 0,-5 4 0,8-5 0,12-15 0,1 0 0,-1-1 0,0 1 0,0-1 0,0 0 0,-1 1 0,1-1 0,-4 2 0,0 1 0,-1 0 0,1 0 0,1 1 0,-1 0 0,-6 10 0,-5 4 0,-25 29 0,-31 32 0,51-53 0,18-22 0,0 0 0,-1-1 0,1 0 0,-9 8 0,10-10 0,-1 1 0,1 0 0,0-1 0,-6 10 0,-13 14 0,-36 37 0,43-48 0,0 1 0,-26 38 0,33-44 0,-1-1 0,0 1 0,0-2 0,-1 1 0,-1-1 0,0-1 0,0 0 0,0-1 0,-1 0 0,-13 6 0,-60 47 0,16-15 0,34-25 0,24-13 0,0-1 0,-19 8 0,-14 7 0,35-16 0,0 0 0,0-1 0,-18 7 0,-2-2 0,-34 16 0,-21 7 0,-57 15 0,80-27 0,29-10 0,-34 9 0,40-13 0,-38 16 0,41-14 0,1 0 0,-38 7 0,34-10 0,-43 16 0,48-14 0,0-1 0,0 0 0,-32 3 0,-19 3 0,54-7 0,0-2 0,1 0 0,-25 0 0,-44 1 0,39 0 0,-38 4 0,-33 2 0,-261-10 0,368 1 0,0 0 0,1 1 0,-1 0 0,1 1 0,0 0 0,-1 1 0,1 0 0,1 0 0,-1 1 0,-12 9 0,10-5 0,0 2 0,1-1 0,1 1 0,-14 19 0,-18 18 0,39-45 0,0 1 0,1 0 0,0 0 0,-1 0 0,1 0 0,-2 6 0,-7 14 0,4-13 0,1 1 0,0 0 0,-6 19 0,10-18 0,0-1 0,0 1 0,2 0 0,-1 0 0,4 21 0,-2 7 0,-2 45 0,3 92 0,0-168 0,0 0 0,1 0 0,0-1 0,1 1 0,0-1 0,7 13 0,-4-10 0,20 39 0,20 44 0,-29-66 0,-15-25 0,0 1 0,0 0 0,-1-1 0,1 1 0,-1 0 0,3 8 0,-1 0 0,1-1 0,0 1 0,1-1 0,10 15 0,7 15 0,-20-38 0,0 1 0,0-1 0,0 0 0,0 0 0,5 4 0,-5-4 0,0-1 0,0 0 0,0 1 0,0 0 0,-1-1 0,1 1 0,-1 0 0,2 5 0,-1-3 0,-1 0 0,1 0 0,1 0 0,-1-1 0,6 7 0,13 23 0,-17-24 0,1 0 0,0 0 0,1-1 0,0 0 0,11 12 0,35 39 0,-49-56 0,0 0 0,0 0 0,1-1 0,0 1 0,7 5 0,-9-7 0,0 0 0,0 1 0,0-1 0,0 1 0,0 0 0,-1-1 0,4 9 0,12 17 0,-15-25 0,0 0 0,0 1 0,-1-1 0,0 1 0,0 0 0,0 0 0,0 0 0,1 6 0,5 16 0,40 66 0,-44-87 0,0 0 0,0 0 0,0 0 0,1-1 0,7 8 0,2 2 0,5 6 0,33 27 0,-40-38 0,5 5 0,30 20 0,-30-18 0,-15-15 0,0 0 0,-1 0 0,1 0 0,0 0 0,0 0 0,0 0 0,1-1 0,-1 1 0,5 2 0,-1-1 0,0 1 0,0 0 0,0 0 0,-1 1 0,1-1 0,7 10 0,-7-8 0,-1-1 0,1 1 0,0-1 0,1 0 0,8 4 0,0 1 0,0 0 0,-1 0 0,22 21 0,-28-25 0,0 0 0,0-1 0,1 0 0,0 0 0,0-1 0,15 5 0,12 6 0,-24-10 0,1-1 0,0 1 0,1-2 0,20 3 0,7 2 0,-27-4 0,0 1 0,-1 1 0,20 10 0,8 3 0,-35-16 0,0 1 0,0 0 0,0 0 0,0 1 0,-1 0 0,1 0 0,-1 0 0,6 8 0,24 21 0,-27-28 0,-1 0 0,1 1 0,-1 0 0,-1 0 0,9 11 0,1-2 0,-13-14 0,-1 0 0,1 1 0,-1-1 0,0 1 0,1-1 0,-1 1 0,2 3 0,18 25 0,-18-26 0,1 0 0,-2 0 0,1 0 0,4 9 0,-6-10 0,1-1 0,-1 0 0,0 0 0,1 0 0,0 0 0,-1 0 0,7 4 0,12 14 0,23 32 0,-20-25 0,22 21 0,-29-31 0,0 0 0,14 21 0,7-1 0,-28-25 0,0-2 0,1 1 0,1-1 0,-1-1 0,1 0 0,23 13 0,-25-15 0,-1 0 0,0 0 0,0 0 0,0 1 0,-1 1 0,12 17 0,-3-10-1365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09:57:29.524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1 396 24575,'0'6'0,"0"0"0,1 0 0,0 1 0,0-1 0,0 0 0,1 0 0,0-1 0,0 1 0,1 0 0,-1-1 0,1 1 0,6 8 0,-1-1 0,-6-9 0,0 0 0,1 0 0,0 0 0,0 0 0,0 0 0,4 3 0,26 32 0,-7-5 0,91 103 0,-72-75 0,-21-27 0,-18-25 0,0 0 0,1-1 0,13 14 0,33 38 0,-38-43 0,-13-15 0,1 0 0,-1 1 0,1-1 0,0 0 0,0 0 0,4 2 0,1 1 0,0 1 0,-1 0 0,0 0 0,-1 0 0,1 1 0,6 12 0,12 13 0,17 4 0,-37-33 0,0 0 0,0-1 0,0 0 0,0 0 0,1 0 0,-1 0 0,1-1 0,0 0 0,0 0 0,0 0 0,0-1 0,7 1 0,3 2 0,23 11 0,-32-12 0,0 0 0,0 0 0,0-1 0,0 0 0,10 2 0,-3-1 0,-1 0 0,1 0 0,-1 2 0,25 11 0,14 4 0,-23-12 0,-21-6 0,0 0 0,0 0 0,0 1 0,0 0 0,9 5 0,-9-4 0,0-1 0,0 0 0,0 0 0,0-1 0,1 0 0,11 1 0,30 9 0,-45-10 0,1-1 0,0 1 0,0-1 0,0 0 0,0 0 0,0-1 0,0 0 0,1 0 0,-1 0 0,0-1 0,9-2 0,2-2 0,0-1 0,25-12 0,-10 4 0,40-14 0,-15-1 0,41-22 0,-27 7 0,14-27 0,-69 56 0,-1 0 0,-1-1 0,18-26 0,-23 29 0,1 0 0,1 1 0,0 0 0,1 0 0,13-10 0,-19 17 0,1 1 0,0 0 0,-1 0 0,1 0 0,0 1 0,1 0 0,-1 1 0,1-1 0,-1 1 0,11-1 0,-12 1 0,0 0 0,0 0 0,-1-1 0,10-6 0,8-3 0,43-16 0,9-7 0,-48 27 0,-19 6 0,-1 0 0,0 0 0,0 0 0,0-1 0,0 0 0,-1 0 0,1-1 0,-1 0 0,0 0 0,9-7 0,6-12 0,-13 14 0,0 1 0,16-13 0,24-18 0,-32 25 0,0 1 0,1 1 0,20-12 0,54-38 0,-81 56 0,0-2 0,-1 1 0,11-12 0,-5 4 0,40-41 0,-4-5 0,-22 34 0,-17 15 0,1 0 0,0 1 0,23-14 0,-6 5 0,-23 14 0,1 1 0,-1 0 0,1 1 0,0 0 0,15-5 0,-1 1 0,32-16 0,1 0 0,-20 9 0,-24 10 0,1 0 0,0 0 0,1 1 0,-1 1 0,16-3 0,42-3 0,-39 5 0,18 0 0,21-5 0,-18 1 0,-34 4 0,1 2 0,25-1 0,-5-1 0,-33 3 0,0 0 0,1 0 0,-1 1 0,1 0 0,-1 0 0,0 1 0,12 1 0,51 23 0,-29-10 0,-27-9 0,1 0 0,-1 1 0,15 11 0,24 12 0,27 5 0,-57-24 0,-1 1 0,22 16 0,-23-14 0,1-2 0,25 13 0,-34-21 0,1 0 0,-1-1 0,17 3 0,20 4 0,-26-3 0,0 0 0,37 4 0,-52-10 0,0 1 0,0 0 0,0 1 0,0 0 0,15 7 0,-16-6 0,0-1 0,0 0 0,0 0 0,0 0 0,0-1 0,1-1 0,11 2 0,87 6 0,-91-8 0,1 0 0,-1 2 0,23 6 0,-7-2 0,30 8 0,18-6 0,-47-7 0,76 3 0,-61-5 0,58 1 0,-94 0 0,1 2 0,-1 0 0,11 4 0,27 5 0,-9-5 0,40 4 0,-41-8 0,67 2 0,-5 3 0,-95-7 0,99 9 0,-85-8 0,1 2 0,-1 0 0,0 1 0,26 10 0,-14-7 0,7 3 0,-9 4 0,-23-11 0,0 0 0,1-1 0,-1 1 0,1-2 0,0 1 0,9 1 0,-1-1 0,-1 1 0,0 1 0,25 11 0,12 4 0,-46-18 0,0 0 0,-1 1 0,1 0 0,-1 0 0,0 0 0,1 1 0,7 7 0,-1-1 0,35 14 0,-33-14 0,1-1 0,26 11 0,10 6 0,-32-16 0,39 15 0,-50-22 0,12 3 0,-18-6 0,1 1 0,0 0 0,-1 0 0,1-1 0,0 2 0,-1-1 0,1 0 0,-1 0 0,0 1 0,1-1 0,-1 1 0,4 4 0,6 6 0,-7-7 0,0 0 0,0 0 0,0 1 0,4 7 0,22 35 0,15 24 0,-44-66 0,0 1 0,0-1 0,0 0 0,1 10 0,4 13 0,-4-18 0,-1 1 0,0-1 0,1 19 0,0 4 0,7 79 0,-8 49 0,-3-86 0,-1-61 0,0 0 0,0 0 0,-1 0 0,-1-1 0,-1 1 0,0-1 0,0 0 0,-9 13 0,3-2 0,-2 0 0,-24 34 0,22-32 0,12-21 0,-1-1 0,1 1 0,-1-1 0,-5 8 0,-44 52 0,16-23 0,17-18 0,-2-1 0,-32 28 0,52-50 0,-18 16 0,-2-1 0,0-1 0,-36 19 0,43-27 0,0 0 0,-1-1 0,0 0 0,0-2 0,-1 1 0,-19 1 0,18-4 0,1 2 0,-28 8 0,-19 4 0,-65 12 0,5-2 0,78-16 0,13-2 0,-1-2 0,0-1 0,-49 1 0,13-8 0,-89 4 0,27 16 0,114-15 0,0 0 0,1 1 0,-17 7 0,-3 0 0,-41 3 0,70-12 0,0 2 0,0-1 0,1 1 0,-1 0 0,1 1 0,-12 9 0,-14 8 0,-82 43 0,37-28 0,52-26 0,1 0 0,0 2 0,0 1 0,-36 28 0,57-39 0,-1 0 0,0 0 0,0 0 0,-1-1 0,-8 3 0,-9 4 0,-54 33 0,-28 6 0,8 1 0,55-32 0,28-11 0,-1 0 0,0-1 0,1 0 0,-28 4 0,24-6 0,0 1 0,1 1 0,-1 0 0,-20 11 0,-26 7 0,43-16 0,1 1 0,-20 12 0,3-3 0,-78 42 0,82-37 0,-10 4 0,25-15 0,0 0 0,0 1 0,-30 26 0,35-27 0,-66 55 0,75-62 0,1-1 0,-1 1 0,1 0 0,0 0 0,-4 6 0,-13 14 0,15-18 0,0 0 0,1 1 0,0-1 0,0 1 0,0 0 0,-4 11 0,-7 12 0,-2 5 0,11-22 0,0-2 0,-15 23 0,-14 6 0,25-30 0,0 1 0,1 0 0,0 0 0,-13 25 0,18-31 0,0 0 0,1 0 0,-1-1 0,-1 0 0,1 0 0,-1 0 0,1 0 0,-1-1 0,0 0 0,-1 0 0,-8 4 0,-25 17 0,32-19 0,-1 0 0,1 0 0,-1-1 0,-13 5 0,13-6 0,0 1 0,0 0 0,0 1 0,-11 7 0,14-8 0,0-1 0,-1 1 0,0-1 0,0-1 0,-9 4 0,9-4 0,1 0 0,-1 0 0,1 1 0,-1 0 0,1 0 0,0 0 0,-7 6 0,8-5 0,-1 0 0,0-1 0,0 0 0,0 0 0,0 0 0,-6 2 0,6-3 0,1 0 0,0 0 0,0 0 0,0 0 0,0 1 0,0 0 0,0 0 0,1 0 0,-1 0 0,1 0 0,-3 5 0,-10 16 0,10-14 0,0-1 0,-1 0 0,-14 15 0,11-13 0,6-8 0,1 1 0,-1-1 0,0 0 0,1 0 0,-1 0 0,-1 0 0,-7 3 0,6-2 0,0-1 0,1 1 0,-1 0 0,-6 6 0,-21 12 0,-16 11 0,14-9 0,19-14 0,1 0 0,0 1 0,-22 23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09:57:33.701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1254 0 24575,'-3'1'0,"1"-1"0,-1 0 0,0 1 0,0 0 0,1-1 0,-1 1 0,1 0 0,-1 0 0,1 0 0,-1 1 0,1-1 0,0 1 0,-1-1 0,-1 3 0,-29 31 0,21-20 0,-8 16 0,-2 1 0,2-8 0,-21 32 0,16-20 0,12-12 0,12-21 0,0 0 0,-1 0 0,1 0 0,-1 0 0,0 0 0,0-1 0,0 1 0,0 0 0,0-1 0,-3 3 0,-2 1 0,1 0 0,1 0 0,-1 0 0,-5 10 0,-10 11 0,14-20 0,1 1 0,1 0 0,-8 13 0,9-12 0,-1-1 0,0-1 0,0 1 0,-8 7 0,-18 34 0,3-9 0,22-30 0,0 0 0,-1 0 0,-12 12 0,-17 32 0,32-51 0,1 1 0,0-1 0,1 1 0,-1 0 0,1 0 0,-3 6 0,-4 6 0,-12 18 0,-13 22 0,30-49 0,-1 1 0,0-1 0,0 0 0,-9 8 0,7-7 0,1 0 0,-11 15 0,-39 53 0,48-65 0,5-6 0,-1 0 0,1 1 0,0 0 0,0-1 0,-2 8 0,0 0 0,-1 0 0,-10 16 0,-9 22 0,21-43 0,0 0 0,0 0 0,-8 11 0,7-14 0,2 1 0,-1-1 0,1 1 0,0 1 0,0-1 0,0 0 0,-1 8 0,2-8 0,0-1 0,0 0 0,-1 1 0,1-1 0,-1 0 0,-1-1 0,-4 8 0,3-7 0,1 1 0,0 0 0,1 0 0,-6 12 0,4-4 0,-2 0 0,-14 23 0,-7 15 0,26-48 0,-1 0 0,0 0 0,0 0 0,0 0 0,0-1 0,-5 5 0,-7 7 0,8-7 0,0-1 0,-1 0 0,-9 7 0,-15 14 0,-21 25 0,20-16 0,9-13 0,21-21 0,-1 0 0,1-1 0,0 1 0,0 1 0,1-1 0,-1 0 0,1 1 0,-1-1 0,-1 6 0,-15 24 0,15-27 0,1-1 0,-1 1 0,1-1 0,1 1 0,-1 0 0,-2 8 0,4-7 0,-2 2 0,1 0 0,1 0 0,0 1 0,-1 10 0,2-17 0,1-1 0,-1 1 0,0 0 0,1-1 0,0 1 0,-1-1 0,1 1 0,0-1 0,0 0 0,0 1 0,1-1 0,-1 0 0,0 0 0,1 1 0,0-1 0,-1 0 0,1-1 0,0 1 0,4 3 0,21 13 0,31 15 0,-26-16 0,-19-9 0,0 0 0,0 1 0,0 1 0,-1 0 0,-1 0 0,0 1 0,0 0 0,9 14 0,29 27 0,-30-31 0,1 0 0,1-1 0,44 33 0,-36-34 0,12 9 0,-35-23 0,0-1 0,0 0 0,1 0 0,0-1 0,-1 0 0,14 4 0,23 12 0,-33-14 0,0 0 0,0-1 0,0-1 0,12 3 0,21 8 0,-18-4 0,1-1 0,35 8 0,-52-14 0,1 0 0,-1 1 0,-1 0 0,1 1 0,0 0 0,8 7 0,11 6 0,48 33 0,-68-45 0,0 0 0,0 0 0,12 14 0,2 1 0,79 61 0,-39-28 0,-43-41 0,-9-6 0,-1 0 0,15 15 0,-18-17 0,0 0 0,0 0 0,1-1 0,10 6 0,13 8 0,46 26 0,-50-29 0,-16-9 0,0 0 0,-1 0 0,0 0 0,0 1 0,12 13 0,68 71 0,-60-68 0,-20-16 0,0 1 0,14 14 0,-17-17 0,-1 0 0,1-1 0,0 1 0,10 4 0,1 2 0,65 53 0,-40-29 0,-34-29 0,0 1 0,0 1 0,-1-1 0,0 1 0,0 0 0,7 12 0,29 60 0,-31-56 0,10 28 0,5 12 0,-18-42 0,3 7 0,1-7 0,17 41 0,-1 0 0,-10-22 0,-13-27 0,0 0 0,9 13 0,-11-19 0,0 0 0,0 0 0,-1 0 0,0 0 0,2 12 0,-3-11 0,0 0 0,1-1 0,0 1 0,8 14 0,-5-12 0,-1 0 0,0 0 0,-1 1 0,0 0 0,-1 0 0,0 0 0,0 0 0,0 24 0,-1-22 0,1-1 0,5 16 0,-4-16 0,0 0 0,2 19 0,2 13 0,-5-34 0,-1 0 0,0 0 0,0 17 0,-1-16 0,0 0 0,1-1 0,0 1 0,6 15 0,4 28 0,2 10 0,-9-44 0,3 28 0,10 67 0,-14-87 0,1 1 0,17 55 0,-14-40 0,-5-21 0,30 128 0,-22-98 0,-9-43 0,-1 0 0,2 0 0,-1-1 0,1 1 0,1-1 0,9 18 0,-9-18 0,0 0 0,-1 0 0,0 0 0,-1 0 0,0 0 0,1 18 0,1 1 0,1-5 0,14 43 0,-17-62 0,33 103 0,9 15 0,-20-73 0,-18-41 0,-1 0 0,0 1 0,-1 0 0,0 0 0,3 13 0,-4-14 0,0 0 0,0 0 0,1 0 0,7 11 0,-6-10 0,0 0 0,7 20 0,-8-20 0,0-1 0,0 1 0,1-1 0,8 12 0,-7-11 0,0 0 0,-1 0 0,6 15 0,-7-16 0,0 1 0,0-1 0,8 11 0,-6-11 0,-1 0 0,-1 0 0,5 11 0,14 26 309,-19-39-518,0 0-1,0 0 1,-1 0 0,0 1 0,0-1-1,-1 1 1,3 12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09:57:41.572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956 1 24575,'3'0'0,"0"0"0,0 0 0,-1 0 0,1 0 0,0 1 0,0-1 0,-1 1 0,1 0 0,0 0 0,-1 0 0,1 0 0,3 2 0,-3 0 0,1 0 0,-1 1 0,1-1 0,-1 1 0,0 0 0,3 5 0,1 3 0,0 0 0,-1 0 0,0 1 0,4 14 0,0-3 0,1-1 0,22 32 0,-17-29 0,15 35 0,-25-49 0,1 0 0,11 15 0,8 16 0,15 16 0,16 28 0,-54-83 0,-1 0 0,1 0 0,0-1 0,1 1 0,-1-1 0,7 5 0,14 18 0,29 41 0,-47-60 0,-1-1 0,1 0 0,10 8 0,10 13 0,12 7 0,-8-8 0,-23-19 0,0 0 0,1-1 0,0-1 0,0 1 0,1-1 0,8 3 0,-13-6 0,6 4 0,-1 0 0,16 13 0,-2-1 0,46 35 0,59 33 0,-120-82 0,1 1 0,-1-2 0,1 1 0,0-1 0,0 0 0,13 1 0,24 9 0,-25-4 0,-12-5 0,0-1 0,0 1 0,13 2 0,-18-5 0,1 0 0,-1 1 0,0 0 0,0 0 0,0 0 0,0 1 0,0-1 0,0 1 0,5 5 0,-5-5 0,0 1 0,0-1 0,0 0 0,0 0 0,1-1 0,0 1 0,7 2 0,-3-1 0,-1 0 0,1 0 0,-1 1 0,0 0 0,-1 0 0,1 1 0,-1 0 0,0 1 0,0 0 0,8 10 0,23 21 0,9 12 0,21 33 0,-52-67 0,-13-13 0,0 0 0,0 0 0,0 0 0,0 0 0,3 6 0,-4-6 0,1 1 0,0 0 0,0-1 0,0 1 0,1-1 0,4 4 0,-5-5 0,0 1 0,0-1 0,0 1 0,0 0 0,-1 0 0,1 0 0,-1 0 0,0 1 0,2 3 0,-1-1 0,0-1 0,1 0 0,-1 0 0,1 0 0,8 7 0,11 15 0,-2 4 0,-7-12 0,13 27 0,-14-22 0,-5-7 0,1-1 0,8 29 0,0 0 0,-12-33 0,0 1 0,-1 0 0,0 0 0,2 18 0,-2-7 0,-3-17 0,1 0 0,-1 1 0,-1-1 0,1 1 0,-1-1 0,-1 10 0,0-16 0,1 1 0,-1 0 0,1-1 0,-1 1 0,0-1 0,1 1 0,-1-1 0,0 1 0,0-1 0,0 0 0,0 1 0,0-1 0,0 0 0,-1 0 0,1 0 0,0 0 0,-1 0 0,1 0 0,0 0 0,-1 0 0,1-1 0,-1 1 0,0 0 0,1-1 0,-1 1 0,1-1 0,-1 0 0,0 1 0,1-1 0,-1 0 0,0 0 0,-3-1 0,-20 2 0,0-1 0,0-2 0,0 0 0,-38-10 0,40 5 0,0 0 0,-26-13 0,-66-26 0,41 19 0,34 11 0,-1 2 0,-43-9 0,15 3 0,54 14 0,0 1 0,0 0 0,-1 2 0,-28-4 0,38 6 0,-1 0 0,0-1 0,1 1 0,-1-1 0,1 0 0,0-1 0,0 0 0,-11-6 0,-15-7 0,19 11 0,0 2 0,-22-4 0,-11-4 0,28 7 0,-34-5 0,34 7 0,0-1 0,-18-5 0,25 5 0,-1 1 0,0 0 0,-12 0 0,-8-1 0,11 0 0,-117-14 0,120 14 0,0-1 0,0 0 0,-30-12 0,27 8 0,-10-3 0,17 5 0,0 1 0,-24-5 0,-22-2 0,-39-6 0,52 11 0,24 3 0,0 1 0,-25 0 0,20-2 0,24 4 0,1 0 0,0 0 0,0 1 0,-1-1 0,1 1 0,0 0 0,0 0 0,-1 0 0,1 0 0,-5 1 0,8-1 0,0 0 0,0 0 0,-1 0 0,1 0 0,0 1 0,0-1 0,-1 0 0,1 0 0,0 0 0,0 0 0,0 0 0,-1 0 0,1 1 0,0-1 0,0 0 0,0 0 0,0 0 0,-1 0 0,1 1 0,0-1 0,0 0 0,0 0 0,0 0 0,0 1 0,0-1 0,0 0 0,0 0 0,-1 1 0,1-1 0,0 0 0,0 0 0,0 0 0,0 1 0,0-1 0,0 0 0,0 0 0,0 1 0,1-1 0,-1 0 0,0 1 0,8 10 0,14 7 0,64 40 0,-54-37 0,58 50 0,-83-65 0,-1 0 0,-1 1 0,1 0 0,-1 0 0,0 1 0,6 13 0,12 17 0,21 14 0,-6 0 0,-26-33 0,30 32 0,-18-25 0,-16-15 0,1-1 0,16 12 0,71 63 0,-3-19 0,-88-62 0,2 2 0,1 1 0,0-1 0,15 8 0,-13-8 0,-1 0 0,-1 1 0,1 0 0,9 11 0,10 8 0,90 73 0,-109-91 0,0-1 0,21 12 0,-5 1 0,-22-17 0,1 1 0,0-1 0,0 0 0,1 0 0,6 4 0,-2-3 0,-2 1 0,1 0 0,13 11 0,8 5 0,32 24 0,-44-32 0,1 0 0,0 0 0,24 11 0,-4-3 0,13 6 0,-43-24 0,-1 1 0,0 0 0,0 0 0,8 8 0,22 12 0,5 2 0,-34-19 0,0-2 0,1 1 0,17 7 0,-13-6 0,1-1 0,13 11 0,10 5 0,-6-6 0,42 16 0,-67-29 0,0 0 0,0 0 0,0 1 0,0-1 0,9 10 0,-8-8 0,-1 1 0,1-2 0,10 7 0,-9-5 0,0 0 0,0 0 0,-1 1 0,0 0 0,8 11 0,-14-16 0,22 20 0,-18-17 0,0-1 0,-1 1 0,1 0 0,-1 1 0,0-1 0,0 1 0,0 0 0,3 7 0,-5-8 0,0-1 0,0 0 0,1 0 0,-1 0 0,1-1 0,0 1 0,4 3 0,-3-3 0,-1 0 0,1 0 0,-1 0 0,0 0 0,3 8 0,26 44 0,8 44 0,-32-84 0,3 9 0,1-1 0,23 34 0,-32-52 0,1 1 0,-2 0 0,1 0 0,-1 0 0,0 0 0,0 0 0,-1 0 0,0 1 0,0-1 0,0 1 0,-1-1 0,-1 0 0,0 11 0,0-17 0,1 0 0,-1 1 0,1-1 0,-1 0 0,0 1 0,1-1 0,-1 0 0,0 0 0,0 0 0,0 0 0,0 0 0,0 0 0,0 0 0,0 0 0,0 0 0,0 0 0,0 0 0,-2 0 0,-30 15 0,13-7 0,1 2 0,13-7 0,-1 1 0,0-2 0,0 1 0,-1-1 0,-7 2 0,4-1 0,-1 1 0,1 0 0,-16 10 0,18-10 0,0 0 0,0 0 0,0-1 0,-1 0 0,-18 4 0,12-4 0,-1 1 0,-30 13 0,-13 5 0,-40 12 0,-92 56 0,144-69 0,12 0 0,31-18 0,-1 0 0,1-1 0,-1 0 0,0 0 0,0 0 0,-7 2 0,1-1 0,1 1 0,0 0 0,1 0 0,-15 10 0,-24 12 0,-27 16 0,-32 16 0,14-16 0,49-21 0,36-17 0,-1 0 0,1 0 0,-1-1 0,0 0 0,-14 2 0,9-2 0,0 1 0,0 0 0,-19 10 0,17-8 0,1 0 0,-21 5 0,16-5 0,0 0 0,-23 12 0,-15 6 0,45-20 0,-23 8 0,-40 8 0,64-17 0,1 0 0,0 0 0,-17 10 0,17-8 0,0-1 0,0 0 0,-18 4 0,17-5 0,0 1 0,1 0 0,0 1 0,-17 10 0,23-13 0,-107 47 0,105-46 0,-1-1 0,1 0 0,-1 0 0,-15 3 0,15-5 0,0 1 0,0 1 0,1-1 0,-1 2 0,-10 4 0,7-2 0,1 0 0,-1-1 0,-17 4 0,16-5 0,-1 0 0,-16 10 0,17-8 0,0-1 0,-23 7 0,18-6 0,12-4 0,-1 1 0,1 1 0,-1-1 0,1 1 0,0 0 0,-6 6 0,5-4 0,0-1 0,-1 0 0,-12 6 0,-12 10 0,28-18 0,1 0 0,-1 0 0,1-1 0,-1 0 0,0 0 0,0 0 0,0 0 0,0 0 0,0-1 0,0 0 0,-8 2 0,-58 7 0,60-9 0,0 1 0,-1 0 0,1 0 0,0 1 0,1 1 0,-1 0 0,0 0 0,-14 10 0,22-13 0,-1 0 0,1 1 0,0-1 0,-1 0 0,1 1 0,0-1 0,0 1 0,0 0 0,0 0 0,1 0 0,-1 0 0,1 0 0,-1 0 0,1 0 0,-1 1 0,1-1 0,0 0 0,0 1 0,0-1 0,0 4 0,-4 17 0,2-1 0,0 1 0,2 0 0,0 0 0,5 39 0,-4-60 0,0 1 0,1-1 0,0 1 0,-1-1 0,1 1 0,0-1 0,0 0 0,0 1 0,1-1 0,-1 0 0,0 0 0,1 0 0,-1 0 0,1 0 0,0 0 0,0 0 0,0-1 0,0 1 0,0-1 0,0 1 0,0-1 0,0 0 0,1 0 0,-1 0 0,0 0 0,1 0 0,-1 0 0,1-1 0,-1 1 0,5 0 0,0-1 0,-1 1 0,1-1 0,0 0 0,-1 0 0,1-1 0,0 0 0,-1 0 0,1-1 0,-1 0 0,11-4 0,3-1 0,-1 1 0,1 1 0,0 1 0,32-3 0,-39 5 0,19-1 0,53 3 0,-34 1 0,-36 0 0,1 1 0,22 5 0,16 2 0,42 8 0,-56-8 0,-33-7 0,0 0 0,1 0 0,-1-1 0,13 1 0,28-3 0,1-1 0,93-19 0,-89 10 0,0 3 0,105-3 0,-61 2 0,-69 9 0,-1-2 0,1-1 0,46-11 0,-52 10 0,0 1 0,0 1 0,0 1 0,35 3 0,-6-1 0,-35 0 0,0 1 0,0 0 0,0 1 0,24 8 0,-31-7 0,0 0 0,-1 0 0,1 1 0,10 8 0,25 13 0,-32-20 0,0 1 0,0 0 0,15 13 0,16 10 0,-24-17 0,-17-10 0,1-1 0,0 0 0,-1 0 0,1 0 0,0-1 0,0 1 0,1-1 0,-1 0 0,5 2 0,0 0 0,-1 0 0,1 0 0,0 1 0,-1 0 0,0 0 0,13 11 0,8 4 0,29 17 0,-41-26 0,0-1 0,26 22 0,-11-8 0,30 22 0,30 21 0,-39-23 0,-34-26 0,-15-14 0,0 0 0,0 0 0,1 0 0,-1 0 0,7 3 0,19 10 0,-13-6 0,0-2 0,1 0 0,21 7 0,66 17 0,-33-17 0,-52-10 0,0 1 0,0 1 0,24 12 0,-39-17 0,0-1 0,0 0 0,1 0 0,-1 0 0,0-1 0,0 1 0,0-1 0,1 0 0,5 0 0,42-9 0,-14 2 0,-37 7 0,0 0 0,0 0 0,-1 0 0,1 0 0,0 0 0,0 1 0,0-1 0,-1 0 0,1 1 0,0-1 0,0 0 0,-1 1 0,1-1 0,0 1 0,-1-1 0,1 1 0,0-1 0,-1 1 0,1-1 0,-1 1 0,1 0 0,-1-1 0,1 1 0,-1 0 0,1 0 0,-1-1 0,0 1 0,1 0 0,-1 0 0,0-1 0,0 1 0,1 0 0,-1 0 0,0 0 0,0 0 0,0-1 0,0 3 0,-1 39 0,0-30 0,0 14 0,1 0 0,-6 48 0,2-61 0,1 0 0,-10 21 0,-5 19 0,16-49 0,1 1 0,-1 0 0,-1-1 0,1 1 0,-1-1 0,0 0 0,0 0 0,-5 5 0,4-4 0,0 0 0,0-1 0,1 2 0,0-1 0,-3 6 0,-50 101 0,51-101 0,-1 0 0,0 0 0,-11 14 0,9-13 0,0 0 0,-8 16 0,-15 38 0,4-9 0,20-45 0,1 0 0,0 1 0,1 0 0,-4 14 0,4-12 0,0 0 0,-2 0 0,0-1 0,-17 26 0,10-15 0,-25 41 0,33-58 0,1 1 0,-2-2 0,1 1 0,-1-1 0,0 0 0,-1 0 0,0-1 0,0 1 0,0-2 0,-14 7 0,-29 13 0,41-22 0,1 1 0,1 0 0,-1 0 0,0 1 0,1 0 0,0 1 0,-8 7 0,12-10 0,0 0 0,0 0 0,0-1 0,0 1 0,-1-1 0,-4 2 0,4-2 0,1 0 0,-1 1 0,0-1 0,1 1 0,-7 5 0,-14 16 0,-35 23 0,55-41 0,-1-1 0,1 1 0,0 0 0,0 1 0,1-1 0,0 1 0,0 0 0,0 0 0,-3 10 0,-8 14 0,10-21 0,1 0 0,1 0 0,0 0 0,-3 15 0,3-12 0,-1 0 0,-6 17 0,-6 0 292,12-22-706,-1 0-1,1 0 1,-6 17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1T13:44:03.576"/>
    </inkml:context>
    <inkml:brush xml:id="br0">
      <inkml:brushProperty name="width" value="0.2" units="cm"/>
      <inkml:brushProperty name="height" value="0.2" units="cm"/>
    </inkml:brush>
  </inkml:definitions>
  <inkml:trace contextRef="#ctx0" brushRef="#br0">2754 8 24575,'0'0'0,"0"0"0,0-1 0,0 1 0,0-1 0,0 1 0,-1 0 0,1-1 0,0 1 0,0-1 0,-1 1 0,1 0 0,0-1 0,-1 1 0,1 0 0,0-1 0,-1 1 0,1 0 0,0 0 0,-1 0 0,1-1 0,-1 1 0,1 0 0,0 0 0,-1 0 0,1 0 0,-1-1 0,1 1 0,-1 0 0,1 0 0,0 0 0,-1 0 0,1 0 0,-1 0 0,1 0 0,-1 0 0,1 1 0,0-1 0,-1 0 0,1 0 0,-1 0 0,1 0 0,0 1 0,-1-1 0,1 0 0,-1 0 0,1 1 0,-1-1 0,-19 11 0,-7 11 0,-54 33 0,56-39 0,12-8 0,-124 76 0,97-54 0,33-22 0,0 0 0,0 0 0,1 1 0,0 0 0,0 0 0,1 0 0,0 1 0,-5 14 0,2-6 0,0 5 0,0 0 0,-5 25 0,11-34 0,0 1 0,1-1 0,0 0 0,2 16 0,0-18 0,-1 1 0,-1-1 0,1 1 0,-2-1 0,0 1 0,-4 13 0,3-15 0,0 1 0,1 0 0,-1 16 0,-2 9 0,2-26 0,0-1 0,0 0 0,-1-1 0,-11 19 0,9-16 0,0 0 0,-6 19 0,8-21 0,0 0 0,0 0 0,-11 16 0,9-17 0,1 0 0,0 1 0,1-1 0,-5 13 0,-12 39 0,14-46 0,1 1 0,1 0 0,-5 26 0,4-15 0,-1 0 0,-2-1 0,-20 47 0,21-55 0,-31 48 0,34-57 0,1 1 0,-1-2 0,-1 1 0,-8 10 0,5-7 0,-5 11 0,-9 11 0,-46 55 0,53-67 0,14-19 0,0 0 0,0 0 0,0 0 0,0 0 0,-1 0 0,1 0 0,-1-1 0,0 1 0,-4 2 0,-35 29 0,34-25 0,-1-1 0,-1-1 0,-11 8 0,-26 22 0,16-14 0,25-17 0,0-1 0,0-1 0,-1 1 0,-9 4 0,-5 0 0,1 1 0,1 1 0,0 0 0,0 2 0,-29 25 0,7-8 0,-4 11 0,-98 68 0,95-72 0,26-16 0,20-18 0,-1 0 0,1 0 0,-1-1 0,0 0 0,1 1 0,-1-1 0,0 0 0,0 0 0,0 0 0,-5 1 0,2 0 0,0 0 0,0 1 0,0-1 0,1 1 0,0 0 0,-1 0 0,-4 6 0,4-4 0,0-1 0,-1 1 0,-12 7 0,15-10 0,-1 0 0,1 0 0,0 1 0,0-1 0,0 1 0,-4 6 0,-16 13 0,20-19 0,1-1 0,-1 1 0,0 0 0,1 0 0,-4 7 0,4-7 0,0 0 0,0 0 0,-1 0 0,1 0 0,-9 7 0,9-8 0,-1 1 0,1-1 0,-1 1 0,1 0 0,0 0 0,1 0 0,-1 1 0,1-1 0,-3 7 0,3-6 0,0 0 0,0-1 0,-1 1 0,0-1 0,0 0 0,0 1 0,0-1 0,-6 4 0,7-5 0,-1-1 0,1 1 0,0-1 0,0 1 0,0 0 0,1 0 0,-2 3 0,-13 17 0,-57 58 0,46-51 0,1 2 0,-41 66 0,55-81 0,0-2 0,-1 0 0,-29 27 0,17-19 0,-7 8 0,20-21 0,1 0 0,1 0 0,0 1 0,0 0 0,1 1 0,0 0 0,-8 18 0,-15 32 0,19-40 0,2 0 0,1 0 0,-10 32 0,18-47 0,-1 0 0,0 0 0,0 0 0,-1-1 0,0 1 0,0-1 0,-1 0 0,-5 6 0,8-9 0,-22 44 0,9-27 0,8-9 0,-2-1 0,1 1 0,-1-2 0,-16 15 0,19-17 0,-1 0 0,1 1 0,1-1 0,0 1 0,0 1 0,0-1 0,1 1 0,-3 9 0,1-6 0,2 0 0,1 0 0,-1 1 0,2-1 0,0 1 0,-1 13 0,-1 10 0,-5 36 0,-2 118 0,3-102 0,9-45 0,-2 55 0,-3-66 0,-1 34 0,5 366 0,-1-417 0,-1 0 0,-1 0 0,0 0 0,-10 26 0,1 0 0,7-22 0,1-7 0,1 0 0,0 1 0,1-1 0,-1 25 0,3-29 0,0 0 0,-1 0 0,0 1 0,0-1 0,-1 0 0,0 0 0,-4 9 0,3-8 0,0 0 0,1 0 0,0 0 0,0 1 0,1-1 0,0 0 0,1 1 0,0-1 0,0 1 0,1-1 0,0 0 0,1 1 0,0-1 0,5 14 0,20 47 0,-18-49 0,-2-5 0,18 29 0,10 17 0,-22-41 0,-8-12 0,0-1 0,0 0 0,1-1 0,6 8 0,-2-6 0,130 124 0,-133-127 0,1 0 0,0-1 0,0 0 0,8 5 0,-13-8 0,0-1 0,0 1 0,-1 1 0,1-1 0,-1 0 0,1 0 0,-1 1 0,2 2 0,-2-2 0,1 0 0,-1 0 0,0-1 0,1 1 0,0-1 0,-1 0 0,1 0 0,3 2 0,-2-2 0,0 1 0,-1-1 0,1 1 0,-1 0 0,1 0 0,2 5 0,-3-5 0,0 0 0,1 0 0,-1 0 0,1 0 0,-1 0 0,7 3 0,76 50 0,-49-36 0,-27-13 0,0-1 0,1-1 0,20 8 0,-22-10 0,0 2 0,0-1 0,0 1 0,-1 1 0,0-1 0,15 14 0,19 13 0,54 36 0,-26-26 0,-9-7 0,-52-29 0,1-1 0,-1 0 0,1 0 0,13 4 0,-12-5 0,0 0 0,0 1 0,11 7 0,-13-7 0,-1 0 0,1-1 0,0 0 0,15 4 0,-13-4 0,45 26 0,-42-26 0,-1 0 0,0-1 0,1 0 0,0-1 0,-1 0 0,1-1 0,20-2 0,28 3 0,-50 0 0,0 0 0,-1 1 0,12 4 0,25 6 0,-9-5 0,-27-5 0,0-1 0,0 0 0,19 0 0,65-8 0,-60 2 0,-16 2 0,33-10 0,-9 2 0,-17 5 0,-1 0 0,0-2 0,36-15 0,-54 19 0,0 1 0,0-1 0,16-1 0,4-1 0,-23 3 0,0-1 0,1 1 0,-2-1 0,1 0 0,0 0 0,0 0 0,-1-1 0,6-5 0,14-11 0,59-36 0,-60 35 0,-21 18 0,1 0 0,0 0 0,-1 0 0,1 0 0,1 1 0,5-4 0,19-17 0,0 0 0,-20 18 0,-1-1 0,1 1 0,7-9 0,-10 9 0,1 0 0,0 0 0,1 0 0,-1 1 0,10-6 0,58-32 0,-63 36 0,-1 0 0,0-1 0,12-10 0,17-10 0,-13 9 0,-19 12 0,0 2 0,-1-1 0,12-4 0,19-15 0,-30 19 0,0 0 0,0 0 0,12-5 0,67-38 0,-52 35 0,51-22 0,-65 27 0,35-10 0,7-3 0,-40 13 0,-1 1 0,1 1 0,32-4 0,-51 10 0,16-2 0,-1-1 0,0-1 0,0-1 0,23-8 0,77-26 0,-105 34 0,0 1 0,18-3 0,-18 4 0,0 0 0,21-8 0,-28 8 0,1 1 0,0 0 0,0 1 0,0 0 0,0 0 0,0 0 0,-1 1 0,1 0 0,9 1 0,1 1 0,-1 1 0,28 8 0,33 2 0,-60-8 0,0-2 0,24 3 0,19 3 0,-13-1 0,-30-6 0,30 9 0,-42-10 0,1 1 0,-1 0 0,0 1 0,0-1 0,0 1 0,-1 0 0,1 0 0,-1 1 0,8 6 0,40 25 0,-9-1 0,-36-29 0,-1-1 0,1 2 0,-1-1 0,0 0 0,0 1 0,0 0 0,-1 1 0,0-1 0,5 9 0,11 15 0,-18-26 0,0-1 0,0 1 0,-1-1 0,1 1 0,-1 0 0,0 0 0,0 0 0,0 0 0,0 1 0,1 7 0,1 54 0,-4-48 0,4 31 0,-3-40 0,1 1 0,-2-1 0,1 0 0,-2 0 0,1 1 0,-1-1 0,0 0 0,-1 0 0,0 0 0,-1 0 0,0 0 0,0 0 0,-1-1 0,0 1 0,0-1 0,-1 0 0,-6 8 0,6-9 0,-1 0 0,1 1 0,-4 10 0,-4 5 0,-12 24 0,-9 12 0,-21 37 0,50-87 0,1 1 0,-1-1 0,-3 17 0,5-16 0,-1-1 0,1 1 0,-2-1 0,-4 9 0,5-11 0,1 0 0,-1-1 0,1 1 0,1 1 0,-1-1 0,1 0 0,1 1 0,-1-1 0,1 10 0,-1-10 0,0 0 0,0 0 0,-1 0 0,1 0 0,-8 12 0,-5 16 0,5 7 0,8-30 0,-1 0 0,-7 20 0,-18 44 0,-6 16 0,5-13 0,20-51 0,-17 36 0,16-42 0,8-15 0,-1-1 0,0 0 0,-1 0 0,1 0 0,-8 9 0,3-4 0,-1 1 0,2 0 0,-8 15 0,8-13 0,-1 0 0,-11 15 0,9-15 0,0 2 0,0-1 0,-13 34 0,17-31 0,-11 20 0,11-25 0,0 0 0,0 0 0,1 1 0,1-1 0,-3 17 0,-7 21 0,3-16 0,4-9 0,-2-1 0,-15 31 0,16-41 0,1 1 0,1 0 0,1 1 0,-6 23 0,2-11 0,-20 49 0,23-62 0,3-9 0,1-1 0,0 1 0,1 0 0,-1 8 0,-2 9 0,2-18 0,0 1 0,-1-1 0,0 1 0,0-1 0,-5 8 0,-11 23 0,17-26 0,0 1 0,1-1 0,0 1 0,1 0 0,2 22 0,0 5 0,-3-24 0,2 0 0,0 0 0,0 0 0,1-1 0,6 22 0,14 31 0,-21-56 0,0-1 0,0 1 0,-1 10 0,-1-11 0,2-1 0,-1 1 0,4 16 0,16 43 0,-13-49 0,-1 1 0,0-1 0,3 31 0,-8-44 0,1-1 0,-1 1 0,2-1 0,-1 0 0,1 0 0,0 0 0,0 0 0,0-1 0,8 10 0,-5-7 0,-1 0 0,0 1 0,5 11 0,-4-9 0,-1 1 0,2-1 0,0-1 0,0 1 0,16 16 0,-19-23 0,-3-2 0,1 0 0,0-1 0,0 1 0,0-1 0,0 1 0,1-1 0,-1 0 0,2 1 0,-1-1 0,-1 0 0,0 0 0,0 0 0,0 1 0,0-1 0,0 1 0,0-1 0,0 1 0,2 2 0,6 6 0,-1-1 0,2 1 0,-1-2 0,1 0 0,0 0 0,1-1 0,0 0 0,0-1 0,0-1 0,1 0 0,16 4 0,-26-8 0,0 0 0,0 0 0,0 0 0,0 0 0,0 1 0,0-1 0,0 1 0,-1 0 0,1 0 0,0 0 0,-1 0 0,0 0 0,1 0 0,1 3 0,4 1 0,-1-1 0,1 0 0,0 0 0,0-1 0,16 6 0,-17-7 0,0 1 0,0 0 0,9 7 0,-10-6 0,0-1 0,1 0 0,-1 0 0,9 3 0,-11-5 0,1 1 0,-1-1 0,0 1 0,8 6 0,-8-6 0,0 0 0,0-1 0,0 1 0,0-1 0,0 0 0,5 3 0,-3-3 0,0 0 0,-1 1 0,1 0 0,-1 1 0,10 6 0,-12-6 0,2-1 0,-1 0 0,0 0 0,0-1 0,1 1 0,0-1 0,-1 0 0,1 0 0,8 1 0,13 6 0,-22-7 0,0-1 0,0 0 0,0 1 0,0-1 0,0 0 0,7 0 0,70 6 0,-57-4 0,-1 2 0,39 11 0,-19-8 0,4 0 0,-25-1 0,41 5 0,-9-3 0,-31-4 0,41 1 0,-31-4 0,37 16 0,-11-6 0,-46-8 0,0-1 0,0 0 0,1-1 0,16 0 0,18-3 0,62 2 0,-70 8 0,-34-7 0,1 0 0,0 0 0,0-1 0,14 1 0,280-3 0,-223 11 0,-7-1 0,-40-6 0,26 2 0,-37-4 0,0 2 0,0 0 0,33 9 0,-7 4 0,-21-11 0,-2 0 0,0-2 0,39 2 0,-22-6 0,61 2 0,-70 2 0,35 3 0,-28-5 0,-27 0 0,1 0 0,0-1 0,-1 0 0,1-1 0,0-1 0,12-2 0,-19 2 0,-1-1 0,1 1 0,0-1 0,-1 0 0,6-4 0,-6 4 0,0 0 0,-1 1 0,1-1 0,0 1 0,0 0 0,0 0 0,7-2 0,10-2 0,0-2 0,-1 0 0,0-2 0,0 0 0,-1-1 0,23-17 0,26-10 0,-48 24 0,1 1 0,0 1 0,1 1 0,27-10 0,-41 19 42,0 0 0,0 1 1,0 0-1,0 1 0,0-1 0,0 2 0,13 1 0,-14-1-197,0-1 1,0 1-1,0-1 0,0 0 0,0-1 1,0 0-1,0 0 0,0 0 0,0-1 1,10-3-1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1T13:44:13.819"/>
    </inkml:context>
    <inkml:brush xml:id="br0">
      <inkml:brushProperty name="width" value="0.2" units="cm"/>
      <inkml:brushProperty name="height" value="0.2" units="cm"/>
    </inkml:brush>
  </inkml:definitions>
  <inkml:trace contextRef="#ctx0" brushRef="#br0">9194 1205 24575,'0'1'0,"-1"-1"0,0 0 0,0 0 0,1 1 0,-1-1 0,0 0 0,0 1 0,1-1 0,-1 1 0,0-1 0,1 0 0,-1 1 0,1 0 0,-1-1 0,1 1 0,-1-1 0,1 1 0,-1 0 0,1-1 0,-1 1 0,1 0 0,0 0 0,-1-1 0,1 2 0,-8 24 0,5-13 0,-9 25 0,8-26 0,1 0 0,-2 0 0,-9 19 0,-1 7 0,5-11 0,-1 0 0,-2-1 0,-18 27 0,5-18 0,-47 47 0,43-49 0,20-25 0,1 1 0,-1-1 0,0-1 0,-1 0 0,-18 9 0,-14 10 0,38-23 0,-1 0 0,1 0 0,-1-1 0,1 0 0,-10 3 0,-12 4 0,9 0 0,-13 4 0,-21 5 0,44-16 0,-30 6 0,36-7 0,1 0 0,-1-1 0,0 1 0,0 0 0,0 1 0,1-1 0,-1 0 0,0 0 0,1 1 0,-1-1 0,1 1 0,0-1 0,-1 1 0,1 0 0,-2 3 0,-13 25 0,11-21 0,0-1 0,1 1 0,0-1 0,1 1 0,-1 0 0,1 0 0,1 1 0,0-1 0,-1 15 0,-6 55 0,7-63 0,-4 83 0,7-72 0,0 1 0,9 40 0,-6-55 0,0 0 0,1-1 0,10 21 0,3 6 0,-10-11 0,-7-23 0,0 0 0,0 0 0,0-1 0,1 1 0,0-1 0,0 1 0,0-1 0,6 8 0,-4-6 0,-1 0 0,0 0 0,0 0 0,4 13 0,-2-7 0,4 26 0,-9-33 0,1 1 0,1-1 0,-1 1 0,1-1 0,0 1 0,0-1 0,0 0 0,4 7 0,1-2 0,-2 1 0,1 1 0,-2-1 0,1 1 0,2 15 0,-3-14 0,0 0 0,0-1 0,1 1 0,11 18 0,-9-19 0,-1 0 0,0 1 0,3 14 0,13 25 0,34 70 0,-46-101 0,10 18 0,-16-33 0,0 1 0,0 0 0,-1 0 0,0 0 0,0 0 0,0 0 0,-1 1 0,-1-1 0,1 1 0,-1-1 0,0 1 0,-1 0 0,0-1 0,0 1 0,-1 0 0,-2 11 0,2-16 0,-1 1 0,0-1 0,0 1 0,0-1 0,0 0 0,-1 1 0,1-1 0,-1-1 0,-5 5 0,-6 9 0,-26 23 0,17-18 0,-20 19 0,35-34 0,-1 0 0,1 0 0,-11 4 0,11-6 0,1 0 0,-1 1 0,1 0 0,0 0 0,-8 8 0,10-9 0,-1 1 0,1-1 0,-1 0 0,-6 3 0,-17 12 0,9-4 0,16-13 0,1 0 0,-1 1 0,1 0 0,-1 0 0,1 0 0,0 0 0,0 0 0,-3 5 0,2-3 0,0-1 0,0 1 0,-1-1 0,0 0 0,1 0 0,-10 6 0,8-7 0,2 0 0,-1 1 0,0 0 0,1 0 0,-1 0 0,1 0 0,1 1 0,-6 7 0,5-5 0,1 0 0,0 1 0,0-1 0,1 1 0,0 0 0,1-1 0,-2 15 0,2 60 0,2-46 0,-1-13 0,-1 10 0,9 62 0,-4-38 0,-4-43 0,1-1 0,0 1 0,5 19 0,15 64 0,-16-81 0,0 4 0,6 33 0,-9-41 0,1 1 0,0-1 0,0 1 0,2-1 0,0 0 0,10 19 0,-10-20 0,-1 1 0,-1 0 0,3 14 0,-1-8 0,-3-2 0,0 0 0,-2 0 0,1-1 0,-2 1 0,0 0 0,-5 23 0,3-14 0,1-16 0,0 1 0,-1-1 0,0 0 0,-1 0 0,-4 10 0,3-9 0,1 0 0,0 0 0,-5 19 0,8-23 0,-1-1 0,0 1 0,-1-1 0,1 0 0,-1 1 0,0-1 0,0-1 0,-7 9 0,5-7 0,0 0 0,1 1 0,0 0 0,-3 7 0,3-7 0,1 0 0,-1 0 0,-10 13 0,-8 13 0,17-22 0,4-8 0,0 1 0,-1-1 0,0 0 0,0 0 0,0 1 0,0-1 0,-5 4 0,2 0 0,0-1 0,0 1 0,-8 14 0,11-16 0,-1 0 0,0 0 0,0 0 0,-1 0 0,0 0 0,1-1 0,-1 0 0,-1 0 0,1 0 0,-5 3 0,5-4 0,1 0 0,0-1 0,0 1 0,1 0 0,-1 0 0,0 0 0,-3 7 0,4-6 0,-1 0 0,0 0 0,-1 0 0,1 0 0,-5 3 0,5-3 0,-1-1 0,1 1 0,0 0 0,0-1 0,1 1 0,-1 1 0,-3 6 0,4-6 0,-1 0 0,0 0 0,0 0 0,-1 0 0,-5 5 0,-7 9 0,14-16 0,0 0 0,-1 0 0,0-1 0,1 1 0,-1 0 0,0-1 0,0 0 0,0 1 0,-6 1 0,1 1 0,-10 3 0,-25 16 0,28-14 0,5-2 0,-1 0 0,-17 8 0,14-10 0,0-1 0,0 0 0,0-1 0,0-1 0,-1 0 0,-20 2 0,-97 12 0,62-8 0,13-1 0,36-4 0,1-2 0,-24 1 0,-62 6 0,38-4 0,47-2 0,-28 0 0,-64-4 0,38-1 0,65 2 0,0-1 0,0-1 0,0 0 0,-18-6 0,-25-6 0,40 12 0,0-1 0,0 0 0,1-1 0,-21-10 0,21 8 0,0 2 0,0-1 0,-1 1 0,-23-4 0,27 7 0,0-2 0,0 1 0,0-1 0,1 0 0,-1-1 0,-11-7 0,11 6 0,-1 0 0,0 1 0,0 0 0,-11-3 0,4 3 0,0-2 0,0 0 0,-20-11 0,-25-9 0,-47-18 0,74 24 0,30 16 0,-1 1 0,1-1 0,-1 1 0,0 0 0,0 0 0,0 1 0,-13-3 0,10 2 0,1 1 0,-1-1 0,0-1 0,1 0 0,0 0 0,-12-8 0,-24-10 0,22 11 0,-34-20 0,33 18 0,-27-13 0,21 13 0,1-1 0,1-1 0,-48-36 0,44 28 0,17 14 0,1-2 0,-13-12 0,19 17 0,-1 0 0,1 1 0,-1-1 0,-13-5 0,-11-8 0,-10-4 0,34 20 0,0 0 0,1-1 0,-1-1 0,1 1 0,-12-11 0,-7-4 0,21 16 0,1 0 0,-1 0 0,1-1 0,0 1 0,0-1 0,1 0 0,-4-4 0,4 6 0,1 0 0,0 0 0,-1 1 0,1-1 0,-1 1 0,1 0 0,-1-1 0,0 1 0,1 0 0,-1 1 0,0-1 0,0 0 0,-4 0 0,-17-5 0,-26-14 0,13 6 0,-42-24 0,76 37 0,1-1 0,0 0 0,-1 0 0,1 0 0,0 0 0,0-1 0,1 1 0,-1 0 0,0-1 0,1 1 0,-2-5 0,1 4 0,0 0 0,1 0 0,-1 0 0,0 0 0,0 0 0,0 1 0,-1-1 0,1 1 0,-4-3 0,-4-3 0,0-1 0,0-1 0,1 0 0,0 0 0,-12-20 0,-2-15 0,19 35 0,-1 0 0,1 1 0,-11-16 0,0-3 0,13 24 0,0-1 0,0 1 0,0 0 0,0 0 0,0 1 0,-6-7 0,4 5 0,-1 0 0,1-1 0,1 1 0,-1-1 0,1 0 0,-3-7 0,2 4 0,2 6 0,0 1 0,1-1 0,-1 1 0,0-1 0,0 1 0,-1 0 0,-2-3 0,3 3 0,0 0 0,0 1 0,0-1 0,0-1 0,0 1 0,1 0 0,-1 0 0,1 0 0,-1-1 0,0-2 0,0 1 0,0 0 0,0 0 0,0 1 0,-1-1 0,1 1 0,-1-1 0,0 1 0,-4-3 0,4 2 0,0 1 0,0 0 0,0-1 0,0 1 0,0-1 0,1 0 0,0 1 0,-3-6 0,1-1 0,-1 0 0,0 1 0,-9-13 0,-9-17 0,21 36 0,0 0 0,0 0 0,-1 0 0,1 0 0,-1 1 0,1-1 0,-1 1 0,0 0 0,-5-3 0,-31-18 0,31 19 0,-142-75 0,126 61 0,21 16 0,1-1 0,-1 1 0,0 0 0,0 0 0,0 0 0,0 0 0,0 1 0,0-1 0,-5-1 0,4 2 0,1 0 0,0-1 0,0 1 0,0-1 0,0 0 0,0 0 0,0 0 0,0 0 0,-5-5 0,6 4 0,-1 0 0,-1 0 0,1 1 0,0-1 0,-1 1 0,-4-2 0,1 0 0,1 1 0,0-1 0,0 0 0,-10-9 0,-15-10 0,5 9 0,1-2 0,1 0 0,0-1 0,-27-27 0,2 3 0,38 31 0,0 1 0,-25-16 0,12 9 0,-45-27 0,66 41 0,-1 0 0,0 0 0,1 0 0,-1 0 0,-8-2 0,8 3 0,0 0 0,0-1 0,0 0 0,0 0 0,-6-4 0,1 0 0,1 1 0,-1 0 0,0 1 0,0-1 0,-16-4 0,10 4 0,-108-37 0,113 39 0,-1 0 0,1 1 0,-1 0 0,0 0 0,0 2 0,-19 0 0,-15-2 0,16-1 0,20 1 0,1 1 0,-1 0 0,1 1 0,0 0 0,-1 0 0,1 1 0,-13 2 0,7-1 0,0 0 0,-19 1 0,-9 0 0,10 0 0,-59-3 0,37-1 0,45 0 0,-1 0 0,1 0 0,0-1 0,-1 0 0,1-1 0,0 0 0,-11-5 0,-1-2 0,-36-24 0,-1-7 0,-7 2 0,27 11 0,32 22 0,-1 1 0,1 0 0,-1 0 0,-11-5 0,-19-15 0,31 20 0,-1 1 0,1-1 0,-1 1 0,-11-5 0,2 2 0,1-2 0,-28-18 0,23 14 0,-1-1 0,10 8 0,0-1 0,0-1 0,1 0 0,0 0 0,0-1 0,1 0 0,-10-12 0,15 16 0,-1 0 0,0 0 0,1 1 0,-11-7 0,-8-9 0,2 1 0,-12-14 0,-15-25 0,3 15 0,42 41 0,1-1 0,-1 1 0,0 0 0,0 0 0,-1 1 0,1-1 0,0 1 0,0-1 0,-1 1 0,1 0 0,-7-1 0,-20-9 0,11 2 0,1 0 0,-30-9 0,44 17 0,-2-2 0,1 0 0,0 0 0,1-1 0,-1 1 0,1-1 0,-1 0 0,1 0 0,0-1 0,0 1 0,1-1 0,-4-6 0,-21-22 0,23 27 0,-1-1 0,1 1 0,0-1 0,1 0 0,-4-8 0,-10-13 0,15 23 0,1 1 0,0-1 0,-1 0 0,2 0 0,-1 1 0,0-1 0,1 0 0,0-1 0,0 1 0,0-7 0,3-58 0,-1 31 0,-1 15 0,1-7 0,-2 1 0,-6-37 0,4 39 0,1-1 0,4-53 0,-1 20 0,0 17 0,-2-50 0,-3 61 0,2 18 0,0 0 0,2 1 0,0-19 0,1 32 0,-1 1 0,1 0 0,-1-1 0,1 1 0,0 0 0,0 0 0,-1-1 0,1 1 0,0 0 0,0 0 0,0 0 0,0 0 0,1 0 0,-1 0 0,0 0 0,0 1 0,1-1 0,-1 0 0,0 1 0,1-1 0,-1 1 0,0-1 0,1 1 0,-1-1 0,1 1 0,-1 0 0,3 0 0,46-3 0,-45 3 0,45-1 0,50 3 0,-74 1 0,-18-2 0,0 0 0,1 0 0,-1 0 0,1-1 0,10-2 0,-16 2 0,0-1 0,0 0 0,0 0 0,-1 0 0,1-1 0,0 1 0,0 0 0,-1-1 0,1 0 0,-1 0 0,1 0 0,-1 0 0,0 0 0,0 0 0,0 0 0,0-1 0,0 1 0,2-6 0,1-1 0,2-1 0,-1 0 0,0 0 0,-1 0 0,-1-1 0,0 0 0,0 0 0,-1 0 0,3-14 0,-4 6 0,1 0 0,1 1 0,9-27 0,-7 34 0,-1 0 0,1 1 0,1-1 0,0 1 0,11-12 0,18-28 0,-33 44 0,0-1 0,0 0 0,-1 0 0,0 0 0,-1 0 0,1 0 0,-1 0 0,0-13 0,-4-58 0,3 77 0,0-4 0,-1 1 0,0 0 0,0-1 0,0 1 0,0 0 0,0-1 0,-1 1 0,0 0 0,0 0 0,0 0 0,-1 1 0,1-1 0,-1 0 0,0 1 0,-5-5 0,-2 0 0,0 0 0,0 1 0,-1 0 0,-12-5 0,9 5 0,-5-2 0,-1 0 0,-36-9 0,-17-7 0,12 6 0,27 9 0,9 4 0,0 1 0,-1 1 0,1 2 0,-1 0 0,-32 2 0,-44-2 0,96 1 0,-1 0 0,1-1 0,0 1 0,0-1 0,0 0 0,1-1 0,-1 1 0,0-1 0,1 0 0,-6-5 0,-5-2 0,9 7 0,0-1 0,0 1 0,-1 1 0,0 0 0,-8-2 0,7 2 0,0 0 0,1-1 0,-13-5 0,-82-30 0,55 18 0,38 14 0,-9-5 0,0-1 0,1-1 0,-18-17 0,32 27 0,0-1 0,-1 1 0,0 0 0,-8-4 0,-17-13 0,18 11 0,0 0 0,-1 0 0,-25-12 0,3 2 0,-44-22 0,30 17 0,19 11 0,23 10 0,0 0 0,0 0 0,0 0 0,0-1 0,-9-7 0,8 5 0,-2 0 0,1 1 0,0 0 0,-1 1 0,0 0 0,-12-3 0,-23-10 0,-5 0 0,38 13 0,0 0 0,-18-8 0,23 9 0,1 1 0,0 0 0,-1 1 0,0 0 0,1 0 0,-1 0 0,-9 0 0,-16-1 0,-33-2 0,47 3 0,-31-3 0,11 0 0,26 3 0,0 0 0,-21-6 0,24 4 0,1-1 0,-1 0 0,-11-7 0,13 7 0,1 0 0,-1 0 0,0 1 0,0 0 0,0 0 0,-12-2 0,7 2 0,1-1 0,-1 0 0,1 0 0,-12-7 0,-3-1 0,-27-5 0,41 14 0,0-1 0,0 0 0,0 0 0,-13-8 0,-14-5 0,33 15 0,-1-1 0,1 1 0,0-1 0,0 0 0,0-1 0,0 0 0,-6-5 0,8 7 0,1-1 0,0 1 0,-1 0 0,1 0 0,-1 0 0,0 0 0,-7-2 0,-6-3 0,11 3 0,1 1 0,-1-1 0,1-1 0,0 1 0,0-1 0,-5-6 0,-2-2 0,-8-7 0,2 0 0,-20-27 0,28 35 0,0 0 0,-14-11 0,18 16 0,-16-11 0,17 15 0,0-1 0,1-1 0,-1 1 0,1-1 0,-6-7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1T13:44:22.389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10 0 24575,'-9'44'0,"9"-22"0,0 0 0,2 0 0,0 0 0,2-1 0,0 1 0,14 39 0,-8-27 0,-9-28 0,1 0 0,0 0 0,0 0 0,0-1 0,0 1 0,1 0 0,0-1 0,0 0 0,8 10 0,-10-13 0,1 0 0,-1 1 0,0-1 0,0 0 0,0 1 0,0-1 0,0 1 0,0-1 0,-1 1 0,1-1 0,-1 1 0,0 5 0,-1 37 0,-1-21 0,2 17 0,1 50 0,8-51 0,-7-34 0,0 1 0,-1 0 0,1 0 0,0 14 0,-2-16 0,1 1 0,-1-1 0,1 0 0,0 0 0,1 0 0,-1 0 0,1 0 0,0 0 0,1-1 0,2 6 0,32 42 0,-33-47 0,4 3 0,0 0 0,0-1 0,1 1 0,13 8 0,-10-8 0,-1 0 0,12 13 0,-14-12 0,0 0 0,-1-1 0,12 17 0,50 73 0,-58-83 0,1 0 0,25 21 0,-5-4 0,-28-29 0,-1 1 0,1-1 0,0-1 0,-1 1 0,2 0 0,4 1 0,14 7 0,25 29 0,-45-34 0,1-1 0,-1 1 0,0 0 0,-1 0 0,0 1 0,0-1 0,0 1 0,-1-1 0,1 1 0,-2 0 0,2 8 0,6 16 0,0 3 0,-8-26 0,1-1 0,0 1 0,0-1 0,1 0 0,4 8 0,2 7 0,-8-20 0,0 1 0,-1 0 0,1-1 0,1 1 0,-1-1 0,0 0 0,1 1 0,-1-1 0,1 0 0,0 0 0,-1 0 0,1 0 0,0 0 0,1 0 0,2 2 0,21 20 0,-4-3 0,-9-12 0,-9-5 0,1 0 0,0 0 0,0-1 0,0 1 0,0-1 0,1-1 0,-1 1 0,1-1 0,0 0 0,0 0 0,-1 0 0,1-1 0,11 1 0,-15-2 0,0 0 0,0 0 0,0 0 0,-1 0 0,1 1 0,0-1 0,0 1 0,0-1 0,0 1 0,-1 0 0,1-1 0,0 1 0,0 0 0,-1 0 0,1 0 0,-1 0 0,1 1 0,-1-1 0,0 0 0,1 1 0,-1-1 0,0 1 0,0-1 0,0 1 0,0-1 0,2 5 0,7 9 0,-3-8 0,0-1 0,0 0 0,1 0 0,0-1 0,9 5 0,-15-9 0,7 6 0,0 0 0,0 1 0,0 0 0,-1 0 0,12 17 0,16 15 0,25 31 0,-43-53 0,0 0 0,1-2 0,1 0 0,0-1 0,34 18 0,12 1 0,-44-24 0,42 27 0,8 2 0,-67-36 0,1 1 0,-1-2 0,1 1 0,0 0 0,0-1 0,10 2 0,-11-3 0,1 1 0,-1 0 0,0 0 0,0 0 0,1 0 0,-2 1 0,1-1 0,0 1 0,7 7 0,18 10 0,-25-17 0,0 0 0,0 0 0,0 0 0,6 7 0,20 19 0,33 24 0,-14-12 0,-30-26 0,-16-12 0,0 0 0,0 0 0,0 0 0,-1 1 0,1-1 0,4 7 0,10 16 0,-10-17 0,-1 0 0,0 1 0,-1 0 0,0 1 0,-1-1 0,0 1 0,-1 0 0,6 20 0,3 8 0,-10-33 0,0 1 0,-1 0 0,0 0 0,0 0 0,0 7 0,1-2 0,-1-1 0,2 0 0,-1 0 0,2 0 0,-1 0 0,2-1 0,6 11 0,6 14 0,-12-22 0,-1 1 0,0 0 0,-1 1 0,-1-1 0,0 1 0,-1-1 0,0 1 0,-1 0 0,-2 15 0,11 102 0,-10-79 0,-1 44 0,0-90 0,-1 1 0,0-1 0,-1 0 0,1 0 0,-2 0 0,1 0 0,-5 8 0,3-6 0,0 0 0,1 0 0,-5 13 0,7-15 0,-1 0 0,0 0 0,0 0 0,-5 7 0,4-8 0,1 0 0,-1 0 0,2 0 0,-1 0 0,-2 11 0,3-11 0,0 0 0,0-1 0,-1 1 0,1-1 0,-1 0 0,0 1 0,-7 6 0,7-7 0,-1 0 0,1 0 0,0 0 0,0 1 0,1-1 0,-4 11 0,3 1 0,1-1 0,1 0 0,1 1 0,2 20 0,0 9 0,-2-44 0,0 27 0,-7 56 0,5-60 0,0 1 0,3 39 0,0-15 0,9 38 0,-10-83 0,1 1 0,1-1 0,-1 0 0,1 0 0,0 1 0,0-1 0,0-1 0,1 1 0,4 6 0,1 1 0,1-2 0,15 16 0,6 7 0,-18-19 0,22 20 0,-30-31 0,0-1 0,-1 0 0,1 0 0,0-1 0,0 1 0,0-1 0,4 1 0,21 8 0,-14-1 0,0-2 0,1 0 0,0-1 0,0 0 0,20 3 0,-28-7 0,0 1 0,-1 0 0,1 0 0,11 8 0,-13-8 0,0 0 0,0 0 0,-1 0 0,2-1 0,-1 1 0,0-2 0,0 1 0,10 1 0,37 5-1365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1T13:44:40.110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6890 24575,'0'1'0,"0"-1"0,0 0 0,0 0 0,1 0 0,-1 0 0,0 0 0,0 0 0,0 0 0,0 0 0,0 0 0,0 0 0,0 0 0,0 1 0,0-1 0,0 0 0,0 0 0,0 0 0,1 0 0,-1 0 0,0 0 0,0 0 0,0 0 0,0 0 0,0 0 0,0 0 0,0 0 0,0 0 0,0 0 0,1 0 0,-1 0 0,0 0 0,0 0 0,0 0 0,0 0 0,0 0 0,0 0 0,0 0 0,0 0 0,0 0 0,1 0 0,-1 0 0,0-1 0,0 1 0,0 0 0,0 0 0,0 0 0,0 0 0,0 0 0,0 0 0,7 13 0,-3-7 0,3 5 0,0 1 0,0-1 0,5 15 0,7 13 0,-2-21 0,-15-16 0,1 0 0,-1 0 0,0 0 0,0 0 0,-1 0 0,1 1 0,0-1 0,1 4 0,-1-3 0,0 0 0,0 1 0,0-1 0,1 0 0,-1 0 0,1 0 0,0 0 0,0 0 0,5 2 0,11 13 0,-9-6 0,-9-10 0,1 0 0,-1 0 0,1 0 0,-1 0 0,1-1 0,0 1 0,0 0 0,0-1 0,0 0 0,0 1 0,0-1 0,3 1 0,8 2 0,0-1 0,0 0 0,1-1 0,-1-1 0,0 0 0,1-1 0,-1 0 0,20-3 0,-26 2 0,0 0 0,0 0 0,-1 0 0,1-1 0,0 0 0,-1 0 0,1-1 0,-1 1 0,0-1 0,0-1 0,0 1 0,-1-1 0,1 0 0,6-7 0,23-15 0,-26 20 0,-1 0 0,1 0 0,8-10 0,-3 4 0,1 0 0,0 1 0,27-15 0,11-12 0,-18 11 0,60-54 0,-37 33 0,1 2 0,-35 24 0,1 1 0,30-19 0,-14 12 0,12-12 0,-27 22 0,-20 14 0,-1 1 0,1-1 0,-1-1 0,7-5 0,2-5 0,32-23 0,-23 21 0,0-1 0,32-19 0,-25 23 0,-24 12 0,-1 0 0,0 0 0,1-1 0,-1 1 0,-1-1 0,1-1 0,6-4 0,-5 3 0,0 1 0,0 0 0,0 0 0,0 0 0,1 1 0,8-4 0,-8 5 0,0-1 0,0-1 0,0 1 0,-1-1 0,0-1 0,7-5 0,-8 7 0,1-1 0,-1 1 0,1 0 0,0 0 0,0 1 0,0 0 0,10-3 0,15-5 0,97-40 0,-102 41 0,46-10 0,-61 17 0,29-9 0,-25 7 0,0 0 0,0 1 0,1 0 0,25 0 0,224 3 0,-251-1 0,0 0 0,22-6 0,-21 4 0,0 0 0,17 0 0,371 3 0,-324-9 0,-21 3 0,87-5 0,-21 19 0,-100-6 0,1-2 0,-1-1 0,0-1 0,1-1 0,-1-1 0,0-1 0,32-12 0,-41 13 0,0 1 0,29-3 0,16-2 0,-27 4 0,50-2 0,-19 5 0,57 2 0,-1 17 0,-43-5 0,-56-9 0,-1 0 0,0-1 0,22-1 0,46 7 0,-19-4 0,-33-1 0,1 0 0,42 1 0,19 4 0,24 9 0,-50-6 0,-52-7 0,0-2 0,1 0 0,22 0 0,-34-2 0,-1 0 0,1 0 0,-1 1 0,0 0 0,0 1 0,0-1 0,0 2 0,0-1 0,7 6 0,-4-4 0,0 0 0,0 0 0,17 4 0,-16-5 0,1 0 0,-1 1 0,14 7 0,-18-7 0,1-1 0,0 0 0,0-1 0,0 0 0,0 0 0,1-1 0,14 2 0,-17-2 0,0 0 0,0 1 0,0 0 0,0 0 0,-1 0 0,1 1 0,-1 0 0,10 8 0,59 47 0,-48-45 0,-23-13 0,0 1 0,-1 0 0,1 0 0,-1 0 0,1 0 0,-1 0 0,5 5 0,0 0 0,0 0 0,1-1 0,13 9 0,18 13 0,-34-24 0,0-1 0,0 0 0,0 0 0,0-1 0,0 0 0,0 0 0,1 0 0,-1-1 0,11 1 0,21 6 0,-15-2 0,1-1 0,-1 0 0,1-2 0,0-2 0,0 0 0,0-1 0,43-6 0,-5 0 0,105-7 0,-128 12 0,-28 0 0,1 0 0,-1 1 0,1 0 0,0 1 0,-1 0 0,1 1 0,13 3 0,-12 1 0,0 1 0,-1 1 0,0 0 0,0 0 0,11 12 0,-2-3 0,42 31 0,1 3 0,-45-37 0,17 14 0,31 28 0,-41-37 0,-22-17 0,0 0 0,0 1 0,0 0 0,0-1 0,-1 1 0,4 4 0,6 6 0,2 0 0,-1-1 0,27 17 0,-20-14 0,135 102 0,-138-102 0,-12-11 0,0 0 0,0 0 0,1-1 0,12 6 0,0-1 0,57 35 0,-19-14 0,-37-18 0,27 10 0,19 19 0,-30-24 0,-27-11 0,0-1 0,1 0 0,0 0 0,-1-1 0,1 0 0,13 1 0,101 4 0,-113-8 0,0 1 0,0 1 0,0 0 0,0 0 0,0 1 0,0 0 0,-1 1 0,1 0 0,-1 1 0,0 0 0,13 8 0,-18-10 0,1 0 0,0-1 0,0 0 0,0 0 0,8 1 0,-8-2 0,1 0 0,-1 1 0,0 0 0,0 0 0,6 4 0,52 20 0,0-2 0,-39-9 0,-19-11 0,0 0 0,1-1 0,-1 0 0,12 4 0,-11-4 0,1 0 0,-1 0 0,14 10 0,15 6 0,-21-15 0,0 0 0,0 0 0,29 2 0,-26-4 0,-1 0 0,27 8 0,-24-5 0,0 0 0,1-2 0,24 1 0,5 1 0,-40-4 0,0 0 0,0 1 0,0 1 0,0-1 0,-1 2 0,1-1 0,-1 1 0,11 6 0,-10-5 0,1-1 0,-1 0 0,1-1 0,0 0 0,0-1 0,0 0 0,0-1 0,19 0 0,-22-1 0,-1 0 0,1 0 0,0-1 0,-1 0 0,1 0 0,-1-1 0,0 0 0,1 0 0,-1-1 0,0 1 0,0-2 0,10-6 0,132-84 0,-139 89 0,1 0 0,20-8 0,18-8 0,-32 12 0,33-12 0,-38 17 0,-3-1 0,0 1 0,-1-1 0,11-7 0,22-13 0,64-29 0,-75 37 0,-21 11 0,1 1 0,-1 0 0,1 1 0,20-7 0,-24 9 0,0 0 0,0-1 0,0 1 0,0-1 0,8-7 0,-8 6 0,0 1 0,1-1 0,-1 1 0,12-4 0,-8 3 0,0 1 0,-1-2 0,1 1 0,10-8 0,-11 6 0,1 1 0,0 0 0,18-7 0,-20 10 0,0-2 0,0 1 0,-1-1 0,15-10 0,10-5 0,12 4 0,-34 13 0,-1-1 0,0 0 0,10-5 0,39-18 0,-35 16 0,40-23 0,-27 14 0,-27 15 0,1-1 0,16-11 0,-18 11 0,-1 0 0,1 1 0,13-6 0,-13 7 0,0-1 0,-1 0 0,1 0 0,7-7 0,-7 6 0,-1 1 0,0-1 0,11-4 0,22-13 0,-8 1 0,-26 18 0,0-1 0,0 0 0,0 0 0,-1 0 0,1-1 0,7-8 0,13-10 0,-22 20 0,0-1 0,0 1 0,0 0 0,-1-1 0,7-7 0,-6 5 0,1 1 0,0-1 0,0 1 0,9-7 0,12-11 0,-15 12 0,1 1 0,1 0 0,20-13 0,0 0 0,-7 5 0,35-18 0,-57 34 0,90-52 0,-72 36 0,-19 15 0,0 1 0,-1-1 0,1 1 0,0 0 0,0 0 0,1 0 0,4-2 0,-3 1 0,0 0 0,0-1 0,0 0 0,0 0 0,-1 0 0,1 0 0,4-7 0,8-7 0,3-7 0,-17 21 0,-1 0 0,1 0 0,0 1 0,0-1 0,0 1 0,6-5 0,-5 4 0,0 0 0,1-1 0,-2 1 0,1-1 0,-1 0 0,4-6 0,2-3 0,47-82 0,-34 57 0,-18 30 0,0 1 0,1-1 0,1 0 0,0 1 0,7-9 0,-9 13 0,-1-1 0,0 1 0,0-1 0,4-9 0,6-9 0,15-23 0,-16 25 0,23-28 0,-25 30 0,-10 17 0,1-1 0,0 1 0,0 0 0,1 0 0,-1 0 0,0 0 0,1 0 0,2-3 0,3-2 0,-1 0 0,-1-1 0,1 1 0,-1-1 0,4-8 0,-4 5 0,1 2 0,13-17 0,-10 15 0,-1-1 0,-1 1 0,9-18 0,-8 14 0,0 2 0,11-16 0,-5 11 0,-1 3 0,0 0 0,-2-1 0,0-1 0,0 0 0,11-27 0,-18 27 0,-1 1 0,0 0 0,-2-1 0,0 1 0,-1-23 0,0 36 0,0 0 0,0 0 0,-1 0 0,1 0 0,-1-1 0,0 1 0,0 0 0,0 0 0,0 1 0,-1-1 0,1 0 0,-1 0 0,0 1 0,1-1 0,-5-3 0,0 0 0,-1 0 0,0 0 0,0 1 0,-11-6 0,-8-8 0,22 15 0,-1 1 0,0-1 0,0 1 0,0 0 0,0 0 0,0 1 0,-11-4 0,-2-1 0,-1-1 0,1 0 0,-27-18 0,21 12 0,14 8 0,1 0 0,-1-1 0,1-1 0,0 0 0,1 0 0,0 0 0,0-1 0,1 0 0,0-1 0,1 0 0,0 0 0,-8-17 0,4 7 0,5 11 0,1 0 0,-1 0 0,2-1 0,-1 1 0,1-1 0,-2-17 0,-12-17 0,13 31 0,0 0 0,-9-21 0,3 10 0,-1-11 0,10 28 0,-1-1 0,0 1 0,-1 0 0,0 0 0,-6-11 0,-12-27 0,18 37 0,0 0 0,0 0 0,-1 1 0,0 0 0,-9-12 0,9 12 0,0 1 0,0-1 0,0 0 0,1 0 0,-5-13 0,5 12 0,0 0 0,0 1 0,-1 0 0,0-1 0,-5-6 0,2 3 0,0 0 0,0 0 0,-7-19 0,8 16 0,0 1 0,-12-18 0,-1-4 0,17 29 0,-1 1 0,0-1 0,0 1 0,0-1 0,-1 1 0,1 0 0,-6-5 0,7 8 0,0 0 0,1 0 0,-1-1 0,1 1 0,-1-1 0,1 1 0,-2-6 0,2 5 0,0 1 0,0-1 0,0 0 0,-1 0 0,0 1 0,1-1 0,-4-2 0,-30-38 0,27 31 0,-1 1 0,-1-1 0,-12-10 0,2 5 0,12 9 0,-1 0 0,0 1 0,0 0 0,-20-10 0,18 10 0,1 0 0,-1 0 0,-17-17 0,10 8 0,-133-119 0,130 115 0,7 8 0,-1 0 0,-20-13 0,17 7 0,17 16 0,0 0 0,0 0 0,-1 0 0,1 0 0,-1 1 0,1-1 0,-1 1 0,0-1 0,0 1 0,0 0 0,-3-3 0,1 2 0,0 0 0,1 0 0,0-1 0,-1 1 0,1-1 0,0 0 0,1 0 0,-6-7 0,-8-8 0,8 10 0,0-2 0,0 1 0,-7-14 0,-4-4 0,-44-55 0,-37-24 0,86 90 0,11 12 0,0 1 0,0-1 0,0 1 0,0 0 0,-1 0 0,1 0 0,-1 1 0,-5-4 0,0 0 0,0 0 0,0 0 0,1-1 0,-15-15 0,-11-9 0,28 26 0,-1 1 0,0 0 0,0 0 0,0 1 0,0 0 0,0 0 0,-1 1 0,1-1 0,-1 2 0,-7-2 0,-10 1 0,-45 1 0,-7 0 0,64-1 0,0 0 0,0-1 0,-20-8 0,20 6 0,0 1 0,-1 1 0,-14-3 0,16 4 0,1-1 0,1-1 0,-1 0 0,0-1 0,1 1 0,0-2 0,0 0 0,1 0 0,-16-13 0,-31-18 0,-43-25 0,12 17 0,80 41 0,0 1 0,1-1 0,-1-1 0,1 1 0,-6-8 0,-15-9 0,1 3 0,14 8 0,-2 1 0,0 1 0,-15-8 0,-79-37 0,88 42 0,1-2 0,-26-21 0,6 5 0,23 18 0,8 6 0,1 0 0,-1-1 0,-8-9 0,-33-24 0,14 15 0,24 17 0,-1-1 0,2 0 0,-15-12 0,-24-19 0,44 34 0,-1 1 0,0 0 0,0 1 0,0-1 0,-1 1 0,-6-2 0,-7-4 0,-52-28 0,55 30 0,1 0 0,0-2 0,-14-9 0,25 15 0,1 1 0,-1 0 0,0 0 0,0 0 0,-10-1 0,11 2 0,-1 0 0,0-1 0,1 1 0,-1-1 0,1 0 0,0 0 0,-1 0 0,-3-3 0,2 1 0,1 1 0,-1 0 0,0 0 0,-1 0 0,1 1 0,0 0 0,-1 0 0,-9-1 0,10 2 0,-1-1 0,1 1 0,0-1 0,0 0 0,0-1 0,0 1 0,1-1 0,-1 0 0,-7-6 0,4 1 0,-23-22 0,27 23 0,-1 2 0,0-1 0,0 1 0,0 0 0,-8-5 0,-6-5 0,-26-27 0,19 14 0,23 22 0,-1 1 0,1 0 0,-1 0 0,-6-4 0,5 4 0,0-1 0,0 0 0,0 0 0,1-1 0,-7-11 0,-15-16 0,1 5 0,-30-28 0,17 29 0,29 21 0,0 0 0,-17-15 0,5 4 0,18 15 0,0 0 0,1 1 0,0-1 0,-1 0 0,1 0 0,0-1 0,1 1 0,-4-6 0,3 5 0,0 0 0,0 1 0,-1-1 0,1 1 0,-8-6 0,-11-12 0,18 18 0,1-1 0,-1 1 0,1 0 0,-1 0 0,-8-4 0,-14-12 0,20 13 0,0 1 0,-1 0 0,0 1 0,-13-7 0,14 7 0,0 1 0,0-1 0,0 0 0,0 0 0,0 0 0,-9-11 0,9 10 0,0 0 0,0 0 0,0 0 0,-1 1 0,-14-8 0,2 2 0,-71-35 0,63 32 0,-34-12 0,51 20 0,1 0 0,0 0 0,-1 1 0,0 0 0,0 0 0,-1 1 0,-11-2 0,-29-7 0,32 6 0,-13-4 0,16 5 0,-1 0 0,0 1 0,0 0 0,0 2 0,-19-1 0,26 2 0,0-1 0,-1 1 0,1-2 0,-17-5 0,-10-2 0,-5-3 0,33 10 0,0 0 0,0 0 0,-1 1 0,1 0 0,-18-1 0,19 2 0,0 0 0,0 0 0,0-1 0,0 0 0,-8-3 0,-5-2 0,1 1 0,-24-4 0,-44 1 0,22 2 0,33 2 0,-45 0 0,66 5 0,-26 0 0,-53 7 0,77-5 0,8-2 0,-1 1 0,1 0 0,-1 1 0,1-1 0,-1 1 0,1 1 0,0-1 0,0 1 0,-10 5 0,12-5 0,-1 0 0,0-1 0,0 1 0,1-1 0,-2-1 0,1 1 0,0-1 0,-7 1 0,-7 2 0,7 1 0,0 0 0,0 1 0,0 0 0,0 1 0,1 0 0,-18 15 0,13-11 0,-28 15 0,0 0 0,26-14 0,11-7 0,0 0 0,1-1 0,-2 0 0,-7 3 0,3-1 0,0 0 0,-22 16 0,4-3 0,24-15 0,0 1 0,1-1 0,0 1 0,-6 6 0,-12 11 0,20-19 0,-1 1 0,1-1 0,0 1 0,0 0 0,1 0 0,-1 1 0,-2 5 0,-9 14 0,10-17 0,0-1 0,1 1 0,0 0 0,0-1 0,0 1 0,1 1 0,0-1 0,0 0 0,0 1 0,1-1 0,1 0 0,-1 1 0,1-1 0,1 10 0,-10 62 0,8-70 0,-1-1 0,0 1 0,-1-1 0,0 0 0,-7 15 0,6-15 0,0 0 0,1 0 0,0 0 0,1 1 0,0-1 0,-2 11 0,3-14 0,0 0 0,-1 0 0,1 0 0,-1 0 0,-1 0 0,1-1 0,-1 1 0,1-1 0,-1 1 0,-6 6 0,-1 0 0,1-1 0,-21 17 0,22-21 0,-6 6 0,0-1 0,-1-1 0,0 0 0,-26 12 0,0-3 0,32-14 0,0 0 0,0-1 0,0 0 0,-1-1 0,0 0 0,1 0 0,-1-1 0,-16 1 0,1 0 0,-1 0 0,1 2 0,-44 13 0,26-6 0,-21 4 0,-63 18 0,71-16 0,-100 28 0,122-40 0,25-5 0,0 0 0,0 1 0,-10 3 0,-3 2 0,-1-2 0,1 0 0,-43 2 0,-218-5 0,143-4 0,117 2 0,15 1 0,0 0 0,0-1 0,0-1 0,0 1 0,0-1 0,0 0 0,0-1 0,1 0 0,-1 0 0,0-1 0,-11-5 0,12 4 0,0 1 0,-1 0 0,1 0 0,-16-3 0,14 4 0,0 0 0,1-1 0,-13-6 0,11 4 0,4 1 0,-1 1 0,1 0 0,-1 0 0,0 1 0,1-1 0,-1 1 0,-8-1 0,8 2 0,1-1 0,0 0 0,0-1 0,0 1 0,0-1 0,1 0 0,-1-1 0,1 0 0,0 1 0,0-2 0,0 1 0,0 0 0,-7-10 0,-25-21 0,13 24 0,22 11 0,0-1 0,0 1 0,0-1 0,0 0 0,0 0 0,0 0 0,0 0 0,0 0 0,1 0 0,-1-1 0,0 1 0,1-1 0,-1 1 0,1-1 0,-1 1 0,-1-4 0,1 2 0,-1 0 0,0 0 0,0 0 0,0 0 0,-1 0 0,1 0 0,-1 1 0,1 0 0,-1 0 0,0 0 0,-8-3 0,7 3 0,0 0 0,-1-1 0,1 0 0,0 0 0,1 0 0,-8-6 0,9 6 0,0 1 0,0 0 0,0-1 0,0 2 0,-1-1 0,-3-2 0,4 3 0,1 0 0,-1 0 0,1 0 0,-1 0 0,1-1 0,0 1 0,0-1 0,0 0 0,0 0 0,0 1 0,0-1 0,-2-3 0,1 1 0,1 0 0,-1 1 0,0-1 0,-1 1 0,1 0 0,0 0 0,-1 0 0,0 1 0,-4-3 0,-18-14 0,-3-8 0,-38-26 0,36 38 0,26 13 0,0 1 0,1-1 0,-1 0 0,1-1 0,0 1 0,-8-7 0,5 3 0,0-1 0,1 0 0,-1 0 0,-7-13 0,5 7 0,0 1 0,-1 0 0,-18-17 0,12 16 0,-25-24 0,38 33 0,1 1 0,-1 0 0,0-1 0,1 0 0,0 1 0,0-1 0,0 0 0,0 0 0,1 0 0,-2-5 0,1 0 0,-1 0 0,0 0 0,-6-11 0,5 12 0,1 1 0,-1-1 0,2 0 0,-3-11 0,-14-52 0,15 58 0,0 0 0,-1 0 0,-7-12 0,7 14 0,0 1 0,1-1 0,0 0 0,0 0 0,-1-12 0,4 19 0,0-1 0,-1 1 0,1 0 0,-1-1 0,0 1 0,0 0 0,-1 0 0,1 0 0,-1 1 0,-4-5 0,4 5 0,1 0 0,-1-1 0,0 1 0,1-1 0,0 0 0,0 0 0,0 0 0,0 0 0,1 0 0,0 0 0,-1 0 0,0-8 0,1 1 0,-1 1 0,0-1 0,-1 0 0,0 1 0,-1-1 0,-5-11 0,-7-19 0,14 36 0,0-1 0,0 0 0,1 1 0,0-1 0,0 0 0,0 0 0,1 0 0,0 1 0,0-1 0,1 0 0,-1 0 0,1 0 0,0 0 0,1 1 0,2-9 0,35-79 0,-24 57 0,-2-1 0,-2 0 0,-1 0 0,6-51 0,-13 67 0,-2 18 0,0 1 0,-1-1 0,1 0 0,-1 0 0,0 0 0,0 0 0,0 0 0,-1-2 0,0 3 0,1 1 0,-1-1 0,0 1 0,1-1 0,-1 1 0,0 0 0,0-1 0,0 1 0,0 0 0,-1 0 0,1 0 0,0 0 0,0 0 0,-1 0 0,1 0 0,-1 0 0,1 0 0,-2 0 0,-1-1 0,0-1 0,0 1 0,1-1 0,-1 1 0,1-1 0,0 0 0,0-1 0,0 1 0,-3-4 0,-3-4 0,7 9 0,-1 0 0,0 0 0,1 0 0,-1 0 0,0 0 0,0 0 0,-6-2 0,-18-11 0,21 10 0,0 1 0,-1 0 0,1 0 0,-1 1 0,0 0 0,0 0 0,0 0 0,-14-2 0,-23-10 0,31 10 0,-1 1 0,1 0 0,-1 1 0,0 0 0,-17 0 0,13 1 0,15 1 0,0 1 0,1-1 0,-1 0 0,0 0 0,1 0 0,-1-1 0,1 1 0,0 0 0,-1-1 0,1 0 0,0 1 0,0-1 0,0 0 0,0 0 0,0 0 0,0 0 0,1-1 0,-3-4 0,1 2 0,0 0 0,1 0 0,0-1 0,0 1 0,0-1 0,1 0 0,-2-9 0,1 2 0,0 1 0,-7-19 0,6 21 0,0 0 0,1 1 0,0-1 0,-1-20 0,-5-67 0,8 81 0,1 9 0,-1 0 0,-1 0 0,-1-13 0,2 18 0,-1-1 0,0 1 0,0-1 0,0 1 0,0 0 0,0-1 0,-1 1 0,1 0 0,-1 0 0,1 0 0,-1 0 0,0 0 0,0 0 0,-2-1 0,-36-46 0,14 30 0,22 17 0,1 1 0,0-2 0,-1 1 0,1 0 0,0-1 0,0 1 0,0-1 0,0 0 0,1 0 0,-1 0 0,1 0 0,0 0 0,0-1 0,0 1 0,0-1 0,1 0 0,-1 1 0,-1-9 0,2 4 0,1 0 0,0-1 0,1-11 0,0 14 0,-1 0 0,1-1 0,-1 1 0,-1 0 0,1 0 0,-1-1 0,-2-7 0,0 9 0,1 1 0,-1-1 0,-1 0 0,1 1 0,-1 0 0,1 0 0,-1 0 0,0 0 0,-1 0 0,1 1 0,-1 0 0,1 0 0,-7-3 0,3 1 0,0 0 0,1 0 0,-9-9 0,9 10 0,0-1 0,-1 1 0,1 1 0,-1-1 0,0 1 0,0 1 0,0-1 0,-10-1 0,8 2 0,-12-3 0,-39-2 0,4 0 0,-67-2 0,100 7 0,0 0 0,-48 4 0,42-1 0,-38-2 0,61 0-1365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1T13:45:02.663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1627 841 24575,'-2'1'0,"0"-1"0,0 1 0,0-1 0,0 1 0,0 0 0,0 0 0,0 0 0,1 0 0,-1 0 0,0 0 0,1 0 0,-1 0 0,1 1 0,-1-1 0,-1 3 0,-23 28 0,17-20 0,-29 47 0,-7 10 0,41-62 0,1 0 0,-1 0 0,1 0 0,1 0 0,-1 0 0,1 1 0,0-1 0,1 1 0,0-1 0,0 12 0,0-8 0,0-1 0,-1 1 0,0-1 0,-6 17 0,6-21 0,-1 1 0,1-1 0,0 1 0,1 0 0,0-1 0,0 1 0,0 0 0,1 0 0,0 0 0,0-1 0,3 14 0,1-4 0,1 1 0,1-1 0,11 23 0,-13-31 0,-2 0 0,1 0 0,-1 1 0,-1-1 0,0 0 0,0 1 0,0 12 0,0 4 0,9 14 0,-2-7 0,-6-24 0,0 1 0,1-1 0,0 0 0,0 0 0,6 11 0,-5-12 0,0 1 0,0 0 0,3 16 0,-6-21 0,-1 1 0,1 0 0,-1 0 0,0 0 0,0 0 0,0 0 0,-1-1 0,1 1 0,-1 0 0,0 0 0,0-1 0,-3 6 0,-3 11 0,-1 0 0,-6 35 0,12-48 0,0-1 0,-1 1 0,0 0 0,0-1 0,-1 0 0,1 0 0,-6 6 0,-14 27 0,18-29 0,0-1 0,-1 0 0,-11 14 0,-3 5 0,-52 67 0,35-52 0,-7 19 0,39-54 0,0-1 0,-1 0 0,0 0 0,-1 0 0,1-1 0,-10 7 0,9-7 0,-1 1 0,1 0 0,0 0 0,-11 15 0,16-19 0,0-1 0,0 0 0,0 0 0,0-1 0,0 1 0,0 0 0,0-1 0,-1 1 0,1-1 0,-1 0 0,1 0 0,-5 1 0,3 0 0,1-1 0,-1 1 0,1 0 0,-1 0 0,1 0 0,-4 3 0,-16 14 0,0-2 0,-35 21 0,49-32 0,-1-1 0,1 1 0,0 0 0,0 1 0,-9 9 0,-36 45 0,22-17 0,24-30 0,-1-1 0,-13 14 0,10-13 0,1 0 0,-10 17 0,-17 23 0,33-48 0,0 0 0,0 0 0,1 1 0,0-1 0,0 1 0,1 0 0,-1 1 0,2-1 0,-4 13 0,3-14 0,1 0 0,-1 0 0,0 0 0,0 0 0,-4 5 0,-13 26 0,-39 111 0,56-140 0,-1-1 0,0 1 0,-1-1 0,-10 13 0,1-2 0,3-4 0,-1-1 0,0 0 0,-21 17 0,7-7 0,22-20 0,1 1 0,1 0 0,-1 0 0,1 0 0,-1 0 0,-1 4 0,-13 21 0,-9 5 0,-14 15 0,31-39 0,0 0 0,0 1 0,2 0 0,-1 0 0,-9 22 0,-11 55 0,24-71 0,0-1 0,-2 28 0,5-36 0,1 0 0,0 0 0,0 0 0,1 0 0,0-1 0,0 1 0,4 14 0,30 93 0,-28-86 0,-6-25 0,-1-1 0,1 1 0,0 0 0,0 0 0,0-1 0,1 1 0,-1-1 0,1 1 0,0-1 0,0 0 0,0 1 0,0-1 0,1 0 0,-1 0 0,4 3 0,40 42 0,-44-45 0,0 0 0,0 0 0,-1 1 0,1-1 0,0 0 0,-1 1 0,0-1 0,0 1 0,0 0 0,-1-1 0,1 7 0,2 42 0,6 63 0,-8-103 0,0-1 0,1 1 0,0 0 0,1-1 0,6 16 0,-5-15 0,-1-1 0,0 1 0,0 0 0,1 23 0,-2-19 0,0-1 0,1 1 0,0-1 0,8 19 0,-3-8 0,-2-5 0,-1 1 0,0 0 0,-2 0 0,2 43 0,-5-59 0,0 1 0,1 0 0,-1 0 0,2-1 0,-1 1 0,1 0 0,0-1 0,0 1 0,0-1 0,1 0 0,0 0 0,0 0 0,1 0 0,0-1 0,0 1 0,8 7 0,-10-8 0,1 1 0,-1-1 0,0 1 0,0-1 0,-1 1 0,1 0 0,-1 0 0,-1 0 0,1 0 0,-1 0 0,0 7 0,1 8 0,2 4 0,2 56 0,-5-73 0,0 19 0,-1 0 0,-5 28 0,5-50 0,0 0 0,-1 0 0,1 0 0,-1 0 0,-1 0 0,1-1 0,-4 6 0,-4 7 0,-57 126 0,65-140 0,-13 28 0,-19 28 0,8-7 0,21-40 0,0-1 0,-1 0 0,-10 15 0,-1 9 0,2-3 0,-37 64 0,48-86 0,-1-2 0,1 1 0,0 0 0,1 0 0,0 0 0,1 0 0,0 0 0,0 1 0,1-1 0,-1 13 0,2-9 0,-2-1 0,0 1 0,0-1 0,-1 0 0,-7 18 0,7-21 0,-24 97 0,25-96 0,1 1 0,0-1 0,0 19 0,1-19 0,0-1 0,-1 1 0,0 0 0,-1-1 0,-2 10 0,-12 26 0,8-25 0,-9 33 0,-2 16 0,11-47 0,2 0 0,-6 41 0,10-38 0,1-12 0,0 0 0,-1 0 0,-5 19 0,3-15 0,1 1 0,-2 31 0,4-30 0,-8 107 0,6-101 0,1 5 0,-9 33 0,8-42 0,1 1 0,1-1 0,0 1 0,4 21 0,-2 10 0,-1-43 0,0 1 0,0-1 0,1 0 0,1 0 0,-1 0 0,2 0 0,-1 0 0,1 0 0,6 11 0,-5-10 0,0-1 0,-1 1 0,4 22 0,7 21 0,24 23 0,-33-63 0,2-1 0,0-1 0,14 22 0,3 2 0,-4-13 0,0-3 0,-16-15 0,0-1 0,0 1 0,0-1 0,8 6 0,-7-6 0,-1 0 0,1 1 0,0-1 0,4 8 0,17 25 0,57 64 0,-78-96 0,0 1 0,-1 0 0,1 0 0,-1 1 0,-1-1 0,1 1 0,-1 0 0,0 0 0,-1 0 0,0 0 0,0 0 0,0 1 0,0 9 0,1-5 0,0 0 0,6 17 0,1-1 0,-2-5 0,-6-17 0,0 0 0,0 0 0,0 1 0,-1-1 0,0 1 0,0 10 0,1-7 0,-1 0 0,1 0 0,0 0 0,1 0 0,1 0 0,8 18 0,5 18 0,-14-36 0,0 0 0,0 0 0,1 0 0,0 0 0,1-1 0,0 0 0,0 0 0,11 13 0,2 4 0,-15-21 0,0 0 0,1 0 0,-1 0 0,1 0 0,8 7 0,8 13 0,-18-22 0,-1 0 0,1-1 0,-1 1 0,1-1 0,0 1 0,0-1 0,0 0 0,1 0 0,-1 0 0,0 0 0,6 3 0,52 31 0,34 11 0,-62-32 0,19 11 0,-42-21 0,0-1 0,-1 0 0,1-1 0,1 0 0,-1 0 0,0-1 0,1-1 0,12 2 0,-12-2 0,-1 0 0,1 1 0,-1 0 0,1 0 0,-1 1 0,0 0 0,0 1 0,12 6 0,-4 1 0,30 13 0,-25-12 0,30 22 0,-41-27 0,-7-5 0,17 13 0,46 23 0,-41-19 0,-23-16 0,0-1 0,0 1 0,0-1 0,1 1 0,0-1 0,4 2 0,-5-2 0,1 0 0,-1 0 0,0 0 0,0 0 0,0 0 0,0 1 0,4 4 0,-4-4 0,0 0 0,0 0 0,0 0 0,1 0 0,5 3 0,0-1 0,-2 0 0,1 1 0,0 0 0,12 13 0,11 9 0,44 23 0,-51-37 0,51 28 0,36 12 0,-23-20 0,-43-17 0,-32-11 0,1-1 0,0 0 0,0-1 0,0-1 0,1 0 0,24 1 0,-27-3 0,1 0 0,22 6 0,-22-4 0,-1-1 0,1 0 0,13 0 0,-15-2 0,0 1 0,1 1 0,-1 0 0,0 0 0,0 1 0,0 0 0,12 6 0,35 7 0,-11-5 0,57 17 0,-73-23 0,-24-5 0,0 1 0,0 0 0,1 0 0,-1 1 0,0 0 0,0 0 0,0 0 0,-1 1 0,1 0 0,-1 1 0,10 6 0,-3-1 0,-1-1 0,1 0 0,26 11 0,2 2 0,-34-18 0,0 0 0,0-1 0,0 0 0,0 0 0,1 0 0,-1-1 0,11 1 0,-8-1 0,-1 0 0,0 0 0,0 1 0,10 4 0,-1-1 0,1-1 0,-1-1 0,1 0 0,0-1 0,-1-1 0,1-1 0,22-3 0,12 2 0,53-8 0,-32 11 0,108-4 0,-14-23 0,-106 7 0,-46 13 0,0 0 0,18-4 0,44-2 0,130-4 0,-85 24 0,-105-9 0,14 0 0,0-1 0,0-1 0,31-8 0,-31 5 0,56-3 0,-72 7 0,121-8 0,-75 8 0,61 3 0,-91 1 0,33 3 0,-41-8 0,0 0 0,25-7 0,-39 7 0,8-2 0,0 1 0,1 0 0,22 1 0,109-7 0,-103 10 0,65-2 0,-103-1 0,0-1 0,0 1 0,0-2 0,0 1 0,-1-1 0,1 0 0,11-8 0,20-10 0,-28 17 0,-1-1 0,1 0 0,-1-1 0,-1-1 0,1 1 0,10-11 0,-1-3 0,29-38 0,-9 0 0,-29 44 0,-6 9 0,-1 0 0,0 0 0,-1-1 0,5-8 0,17-36 0,-19 40 0,-1 1 0,1-1 0,-2 0 0,0 0 0,0-1 0,3-14 0,-2 0 0,1 1 0,17-41 0,-1 1 0,20-33 0,-19 35 0,-14 42 0,-2 0 0,7-26 0,-9 29 0,0 0 0,10-19 0,-8 20 0,-1-1 0,6-24 0,-9 31 0,5-30 0,-1 1 0,2-71 0,-2-18 0,-5 99 0,2-6 0,1-51 0,-5 58 0,1 0 0,5-30 0,-3 28 0,-1-1 0,-4-50 0,0 17 0,2-296 0,-1 345 0,-1 1 0,0-1 0,-8-24 0,-1-5 0,3 14 0,6 24 0,-1 0 0,2 0 0,-1 0 0,0-14 0,1 13 0,-1-1 0,1 0 0,-1 0 0,-1 0 0,0 1 0,0 0 0,-1-1 0,-5-8 0,-12-30 0,14 25 0,-19-49 0,22 61 0,0-1 0,0 0 0,1 1 0,1-1 0,-2-20 0,1-57 0,3 63 0,1 17 0,1 1 0,-1 0 0,1 0 0,0 0 0,0 0 0,1 0 0,0 0 0,5-8 0,12-29 0,-17 34 0,2 0 0,-1 1 0,1 0 0,1 0 0,10-13 0,6-12 0,-8 14 0,27-32 0,-29 38 0,66-94 0,-26 17 0,-4 18 0,35-63 0,-70 110 0,-2 6 0,12-33 0,-6 13 0,-12 28 0,0 0 0,0 0 0,5-26 0,-6 16 0,2 1 0,14-35 0,-11 31 0,-3 9 0,-3 9 0,0-1 0,-1 1 0,1-1 0,-2 0 0,1 0 0,-1 0 0,0-9 0,0-1 0,1 0 0,5-22 0,1-8 0,1-22 0,-6 38 0,2-43 0,-5 41 0,0-6 0,-7-62 0,-4 14 0,8 73 0,0 1 0,0 0 0,-1 0 0,-1 0 0,-7-14 0,4 9 0,-9-30 0,15 41 0,-1 0 0,0 0 0,-1 0 0,-5-7 0,-6-15 0,3 2 0,-29-50 0,36 70 0,1 0 0,1-1 0,-5-13 0,-5-13 0,2 11 0,4 9 0,0 1 0,0-1 0,-1 1 0,-1 0 0,-12-13 0,7 11 0,11 11 0,-1 0 0,0 1 0,0-1 0,-1 1 0,1 0 0,-1 1 0,0-1 0,0 1 0,-7-4 0,5 3 0,-1-2 0,1 1 0,-1-1 0,2 0 0,-1 0 0,1-1 0,0 0 0,0 0 0,1-1 0,-8-12 0,7 11 0,1-1 0,0-1 0,1 0 0,0-1 0,1 1 0,0-1 0,1 1 0,0-1 0,0-14 0,-1 1 0,2 9 0,0-1 0,1 1 0,1-1 0,0 1 0,2 0 0,-1-1 0,10-27 0,-2 4 0,-7 24 0,1 1 0,8-21 0,-5 19 0,-2 5 0,0 0 0,0 0 0,-2-1 0,4-16 0,-4 15 0,1 0 0,0 1 0,0 0 0,8-13 0,2-9 0,2-6 0,30-56 0,-30 66 0,16-27 0,8-10 0,-30 53 0,-1 0 0,8-20 0,14-21 0,16-24 0,-33 59 0,17-20 0,33-36 0,-12 17 0,-25 30 0,-18 20 0,0 0 0,1 0 0,0 1 0,0 1 0,19-13 0,58-37 0,-74 50 0,40-38 0,-51 43 0,3-2 0,-1-1 0,1 0 0,-1-1 0,-1 1 0,1-1 0,-1 0 0,3-9 0,11-22 0,-6 18 0,-2-1 0,0 0 0,10-40 0,-16 51 0,4-15 0,3-32 0,-1-1 0,-5 48 0,-1 0 0,1 0 0,1 0 0,9-15 0,6-15 0,-16 34 0,0 1 0,0 0 0,0 0 0,1 0 0,-1 0 0,1 1 0,0 0 0,1 0 0,-1 0 0,1 0 0,6-2 0,9-8 0,-6 4 0,-7 5 0,-1 1 0,0-1 0,0-1 0,-1 0 0,1 0 0,-1 0 0,-1 0 0,9-12 0,-10 13 0,0 0 0,0 0 0,1 1 0,-1-1 0,1 1 0,0 0 0,8-5 0,-7 5 0,0 0 0,0-1 0,0 0 0,5-5 0,-9 7 0,-1 1 0,1 0 0,0-1 0,-1 0 0,0 1 0,1-1 0,-1 0 0,0 1 0,-1-1 0,1 0 0,0 0 0,-1 0 0,1 0 0,-1-3 0,0-1 0,1-8 0,-2 0 0,-1-21 0,1 31 0,0 1 0,-1-1 0,1 0 0,-1 1 0,0-1 0,0 1 0,0-1 0,0 1 0,-1 0 0,0 0 0,-4-5 0,-16-26 0,5 5 0,3 11 0,5 6 0,1 1 0,-16-15 0,20 23 0,1-1 0,1 0 0,-1 0 0,1 0 0,-6-11 0,6 10 0,0 0 0,-1 0 0,1 0 0,-1 1 0,-5-6 0,6 8 0,1 0 0,-1 0 0,1-1 0,0 1 0,0 0 0,1-1 0,-1 1 0,1-1 0,-1 0 0,1 0 0,0 1 0,1-1 0,-1 0 0,1 0 0,-1 0 0,1 0 0,0 0 0,2-7 0,0-6 0,2 0 0,10-32 0,-7 27 0,1-9 0,-1-1 0,-2-1 0,2-41 0,-5-101 0,-3 95 0,0 70 0,0 1 0,0 0 0,-1-1 0,-1 1 0,-3-11 0,-7-27 0,-8-77 0,15 103 0,-1 1 0,-1 0 0,-15-28 0,9 18 0,3 8 0,6 13 0,1 1 0,0-1 0,1 1 0,-5-18 0,7 22 0,-1 0 0,0 0 0,0 0 0,0 0 0,0 1 0,0-1 0,-1 0 0,0 1 0,1 0 0,-7-5 0,-9-14 0,16 21 0,1 0 0,-1-1 0,1 1 0,-1 0 0,1 0 0,-1 0 0,0 0 0,0 0 0,0 0 0,1 0 0,-1 1 0,0-1 0,0 1 0,0-1 0,0 1 0,0 0 0,-3 0 0,-42 1 0,26 0 0,7 0 0,0 0 0,0 0 0,-1 1 0,1 1 0,1 0 0,-18 7 0,9-3 0,-1-2 0,1 0 0,-42 2 0,-42 10 0,34-7 0,15-2 0,-70 0 0,82-8 0,-51 1 0,86 0 0,0 1 0,0 1 0,1 0 0,-1 0 0,1 0 0,-18 11 0,-4 1 0,2-6 0,26-9 0,-1 1 0,1 0 0,-1 0 0,1 1 0,-1-1 0,1 0 0,0 1 0,-1 0 0,1 0 0,0 0 0,0 0 0,-3 4 0,-96 87 0,61-57 0,-12 13 0,38-32 0,-26 37 0,31-41 0,-1-1 0,0 0 0,-16 13 0,14-13 0,-100 90 0,102-93 0,-1 0 0,1-1 0,-2 0 0,1 0 0,-1-1 0,-1-1 0,-18 6 0,23-8 0,0-1 0,1 2 0,0-1 0,-11 8 0,-25 12 0,-2-2 0,32-15 0,0-1 0,0 0 0,-25 7 0,28-10 0,1 1 0,0 0 0,-17 9 0,18-8 0,0-1 0,-1 0 0,1 0 0,-13 3 0,-4-1 0,-40 16 0,58-19 0,-6 2 0,0 0 0,0-1 0,0 0 0,-22 2 0,17-3 0,-33 8 0,0 0 0,13-4 0,19-3 0,0-1 0,-34 1 0,45-3 0,-1 0 0,1 1 0,-1 0 0,1 0 0,0 1 0,0 0 0,0 0 0,-10 7 0,6-4 0,1-1 0,0 0 0,-17 3 0,-61 1 0,-40 9 0,72-9 0,41-5 0,-1-1 0,-30 0 0,-552-3 0,591 1 0,0 0 0,1 1 0,-1 0 0,0 0 0,1 1 0,0 0 0,-1 1 0,1 0 0,1 0 0,-1 0 0,-13 12 0,15-13 0,0 1 0,0-1 0,0-1 0,-10 4 0,12-5 0,0 1 0,0-1 0,0 0 0,0 1 0,1 0 0,-1 0 0,0 0 0,1 1 0,-1-1 0,1 1 0,0 0 0,0 0 0,0 0 0,-2 3 0,-1 3 0,0 0 0,0 0 0,-1-1 0,0 0 0,0 0 0,-16 12 0,14-17 0,0 1 0,0-2 0,0 1 0,0-1 0,0-1 0,-1 1 0,-12-1 0,-10 2 0,-94 6 0,80-6 0,1-1 0,-55-6 0,83 2 0,-32-9 0,-14-2 0,32 8 0,-42-11 0,16 3 0,8 2 0,25 4 0,-37-3 0,47 8 0,-1-1 0,1-1 0,0 0 0,0 0 0,1-1 0,-1-1 0,-19-12 0,6 4 0,22 12 0,1 0 0,-1 0 0,0-1 0,1 0 0,0 1 0,0-2 0,0 1 0,0 0 0,-4-6 0,-11-8 0,-4-6 0,20 19 0,0 1 0,0 0 0,0 0 0,-1 0 0,1 0 0,-1 1 0,-5-4 0,-16-12 0,14 9 0,0 0 0,-16-10 0,-17-13 0,41 29 0,0 1 0,-1 0 0,0 0 0,1 0 0,-9-2 0,-18-12 0,-59-55 0,84 67 37,0 1 0,0 0 0,-1 0 0,1 0 0,-9-2-1,-7-4-1622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1T13:45:06.880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4343 24575,'1'-2'0,"1"1"0,-1-1 0,1 1 0,-1-1 0,1 1 0,0 0 0,0-1 0,-1 1 0,1 0 0,0 0 0,0 0 0,0 1 0,0-1 0,2 0 0,3-2 0,126-64 0,-92 46 0,27-15 0,-24 13 0,-31 17 0,0 0 0,18-13 0,10-3 0,-10 6 0,93-48 0,-9 3 0,6-8 0,-65 34 0,84-59 0,-80 38 0,-26 22 0,26-30 0,-33 33 0,15-15 0,-6 16 0,49-30 0,-22 16 0,-57 40 0,0-1 0,1 1 0,-1 1 0,1-1 0,0 1 0,-1 0 0,14-3 0,160-45 0,-122 27 0,-41 16 0,31-10 0,-31 12 0,-1 0 0,19-11 0,-24 11 0,0 0 0,1 1 0,0 1 0,0 0 0,22-5 0,27-3 0,-44 8 0,1 0 0,-1 2 0,28-2 0,15 5 0,92-2 0,-117-4 0,0-2 0,55-18 0,-72 20 0,-1 0 0,3-2 0,0 2 0,1 0 0,23-2 0,-14 3 0,47-13 0,-57 12 0,1 2 0,25-3 0,42-12 0,71 10 0,-148 8 0,-1-2 0,1 0 0,-1 0 0,17-6 0,19-4 0,-17 3 0,-24 7 0,0 0 0,0 1 0,0-1 0,1 1 0,9-1 0,-1 1 0,1-1 0,-1-1 0,0-1 0,0 0 0,25-11 0,-19 8 0,37-11 0,55-14 0,-75 19 0,42-8 0,-63 17 0,1-1 0,20-9 0,-23 8 0,0 1 0,0 1 0,24-5 0,-32 7 0,1 0 0,-1 0 0,1-1 0,-1 0 0,0 0 0,1 0 0,9-8 0,19-9 0,4-5 0,-34 21 0,0 0 0,0 0 0,1 1 0,0 0 0,-1 0 0,1 0 0,0 0 0,9-1 0,-5 1 0,0 0 0,0-1 0,0 0 0,12-8 0,23-8 0,-35 15 0,0 1 0,-1-1 0,17-11 0,19-11 0,-6 12 0,-20 8 0,-1 0 0,19-11 0,-27 13 0,0 0 0,1 1 0,0 0 0,13-2 0,-13 3 0,0 0 0,-1 0 0,0-1 0,18-10 0,-18 9 0,1 0 0,-1 0 0,22-5 0,-21 7 0,-1-1 0,1 0 0,-1 0 0,12-8 0,9-7 0,60-28 0,-78 40 0,0 0 0,19-15 0,7-4 0,-23 16 0,-1 0 0,17-17 0,-17 14 0,-2 0 0,0 0 0,16-21 0,4-5 0,-11 14 0,34-54 0,-3 4 0,-48 68 0,-1-1 0,0 0 0,4-9 0,1-3 0,-4 11 0,10-19 0,14-39 0,-10 22 0,-13 34 0,-1-1 0,0 0 0,-1 1 0,4-21 0,-4 15 0,0 1 0,1 0 0,9-18 0,-1-2 0,-2 3 0,6-45 0,6-18 0,-16 68 0,-1 0 0,-1-1 0,-2 1 0,0-45 0,-3 52 0,0-10 0,-5-39 0,4 59 0,-1 0 0,-1 1 0,0-1 0,0 1 0,-1-1 0,-1 1 0,-7-12 0,10 17 0,0 1 0,1-1 0,-1 0 0,1 1 0,0-1 0,0 0 0,-1-7 0,2 7 0,-1-1 0,0 1 0,0-1 0,0 1 0,-1 0 0,-2-7 0,-3 0 0,2 3 0,0 0 0,0 0 0,1-1 0,0 1 0,1-1 0,-2-11 0,3 14 0,0 0 0,0 1 0,-1-1 0,0 1 0,0 0 0,-1-1 0,-7-9 0,-13-27 0,1-1 0,17 35 0,1 0 0,0 0 0,-6-18 0,-10-26 0,15 32 0,0 1 0,2-1 0,0 0 0,2 0 0,0 0 0,2-31 0,0-292 0,0 339-11,1-1 0,0 1 0,0-1 1,0 1-1,1-1 0,2-4 0,0-3-1278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1T13:45:11.334"/>
    </inkml:context>
    <inkml:brush xml:id="br0">
      <inkml:brushProperty name="width" value="0.2" units="cm"/>
      <inkml:brushProperty name="height" value="0.2" units="cm"/>
    </inkml:brush>
  </inkml:definitions>
  <inkml:trace contextRef="#ctx0" brushRef="#br0">4560 4939 24575,'0'-18'0,"0"-1"0,-2 0 0,0 0 0,-6-20 0,4 22 0,2 1 0,0-1 0,1-17 0,-2-18 0,-17-183 0,17 205 0,-7-30 0,5 35 0,1-1 0,-1-27 0,-3-70 0,7 38 0,2-69 0,1 141 0,1-1 0,1 0 0,9-25 0,-7 23 0,-1 0 0,4-21 0,-3-11 0,-1-81 0,-5 125 0,-1-1 0,1 1 0,-1 0 0,0-1 0,0 1 0,0 0 0,0 0 0,-1 0 0,0 0 0,0 0 0,0 0 0,0 0 0,-1 1 0,-5-7 0,0-3 0,1 3 0,5 8 0,1 0 0,0 0 0,0 0 0,-1 0 0,1 0 0,-1 0 0,0 1 0,1-1 0,-1 0 0,0 1 0,0 0 0,0-1 0,0 1 0,-2-1 0,-58-37 0,-29 1 0,75 32 0,0 0 0,-30-7 0,29 9 0,1-1 0,-31-12 0,32 11 0,0 0 0,0 1 0,0 1 0,-27-4 0,3 1 0,-20-8 0,32 7 0,-54-7 0,57 12 0,1-2 0,-41-13 0,42 11 0,0 0 0,0 2 0,-26-3 0,24 5 0,1-2 0,-1 0 0,-31-13 0,0 1 0,3 8 0,40 7 0,-1 0 0,0-1 0,-17-5 0,-5-5 0,23 9 0,-1 0 0,1-1 0,0 0 0,0-1 0,0-1 0,-14-10 0,15 9 0,0 0 0,-20-9 0,-10-8 0,-28-11 0,54 27 0,-1 1 0,-30-12 0,29 14 0,1-1 0,1-1 0,-16-9 0,20 11 0,0 0 0,0 1 0,-1 1 0,1 0 0,-1 0 0,-21-3 0,-31-10 0,49 11 0,-120-50 0,109 44 0,13 7 0,1-1 0,0 0 0,-17-12 0,22 13 0,-1 1 0,0 0 0,0 0 0,-15-4 0,-10-6 0,-58-26 0,-37-7 0,16-9 0,-46-28 0,80 48 0,48 24 0,24 10 0,1 0 0,-1 1 0,0 0 0,0 0 0,-9-1 0,9 2 0,0 0 0,0-1 0,1 0 0,-1-1 0,0 1 0,-6-3 0,8 2 0,-10-5 0,0 0 0,-1 1 0,0 1 0,0 0 0,-1 1 0,-16-2 0,15 4 0,1-1 0,0-1 0,0-1 0,-18-7 0,18 5 0,-1 2 0,0 0 0,-27-5 0,28 8 0,0-2 0,0 0 0,-20-9 0,-12-3 0,37 13 0,-19-4 0,1-2 0,-47-22 0,69 28 0,2 1 0,1 0 0,-1-1 0,1 1 0,0-1 0,0 0 0,0 0 0,1 0 0,-6-6 0,2 1 0,3 4 0,1 1 0,-1-1 0,1-1 0,0 1 0,0 0 0,1-1 0,-1 0 0,1 1 0,-2-8 0,0-1 0,1 0 0,0 0 0,1 0 0,1-1 0,0-21 0,0-45 0,3-61 0,25-71 0,-25 185 0,4-78 0,-6 81 0,1 15 0,0 1 0,-1-1 0,-1 1 0,1 0 0,-1-1 0,-1 1 0,1 0 0,-1-1 0,-1 1 0,0 0 0,-4-8 0,-3-1 0,-1 0 0,-13-16 0,-6-1 0,-36-33 0,15 12 0,45 48 0,-1-1 0,1 0 0,0-1 0,1 1 0,0-1 0,0 0 0,-5-15 0,-7-12 0,0-1 0,11 24 0,0-1 0,-12-17 0,5 12 0,-4-6 0,-24-28 0,35 46 0,-3-3 0,0 0 0,-18-15 0,15 16 0,1-2 0,1 0 0,0 0 0,1-1 0,-11-16 0,14 19 0,1 4 0,0-1 0,0 1 0,-1 0 0,1 0 0,-1 0 0,0 1 0,0 0 0,-1 0 0,1 0 0,-14-4 0,-16-11 0,16 8 0,8 5 0,1 0 0,0-1 0,1-1 0,-11-8 0,17 11 0,0 0 0,0-1 0,1 1 0,0-1 0,0 1 0,1-1 0,-1 0 0,1 0 0,0 0 0,-1-8 0,1 5 0,-1 0 0,0 0 0,-6-13 0,-9 3 0,2 3 0,11 11 0,0 0 0,0 1 0,0-1 0,-8-5 0,-16-14 0,-7-12 0,30 31 0,-1-1 0,1 0 0,0 0 0,1 0 0,-1-1 0,1 1 0,1-1 0,-1-1 0,1 1 0,0-1 0,-4-12 0,-21-118 0,25 127-341,0 1 0,0 0-1,-8-13 1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1T13:45:15.377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1143 24575,'2'-5'0,"1"0"0,-1-1 0,1 1 0,0 0 0,0 0 0,0 1 0,1-1 0,-1 1 0,6-5 0,-6 5 0,107-134 0,-69 99 0,-31 30 0,40-29 0,-23 16 0,40-27 0,19-16 0,-71 51 0,34-26 0,5 0 0,-28 20 0,2 1 0,45-23 0,-51 31 0,2-1 0,-1 2 0,43-13 0,7 12 0,-62 10 0,46-2 0,-45 4 0,0-2 0,0 1 0,1-2 0,-1 1 0,0-2 0,0 1 0,0-2 0,11-4 0,1-2 0,44-13 0,-51 17 0,0 0 0,-1-2 0,20-11 0,2-1 0,-11 6 0,-20 9 0,0 1 0,0 1 0,1-1 0,-1 1 0,1 0 0,0 1 0,0 0 0,0 0 0,0 1 0,15-1 0,-13 2 0,0 1 0,0-2 0,0 1 0,0-2 0,0 1 0,0-1 0,0-1 0,18-6 0,83-43 0,-88 40 0,0 0 0,-1-2 0,0 0 0,-1-2 0,37-35 0,66-69 0,-102 105-1365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1T13:45:16.887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22 24575,'33'-1'-341,"-1"-2"0,1-1-1,37-10 1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1T13:45:25.378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0 24575,'9'2'0,"1"-1"0,-1 1 0,0 0 0,0 1 0,0 0 0,0 1 0,0 0 0,-1 0 0,14 9 0,12 6 0,46 29 0,-74-44 0,1 0 0,-1 1 0,0 0 0,9 8 0,9 8 0,0 0 0,8 5 0,-28-22 0,1-1 0,-1 1 0,0 0 0,0 0 0,5 7 0,10 11 0,87 66 0,-87-74 0,29 16 0,-33-21 0,21 11 0,23 15 0,-29-22 0,-2-1 0,-17-7 0,0 1 0,0-1 0,1-1 0,0 0 0,0 0 0,0-2 0,0 1 0,17 0 0,14-1 0,47-3 0,-22-1 0,0 7 0,-47-2 0,253 6 0,-270-9 0,43 0 0,61-10 0,-41 3 0,127 5 0,-95 4 0,-65-4 0,57-9 0,-57 5 0,62-2 0,-66 7 0,-22 0 0,-1 1 0,1-1 0,-1 1 0,1 1 0,-1-1 0,1 1 0,-1 1 0,0-1 0,1 1 0,9 5 0,-10-4 0,0 0 0,-1-1 0,1 1 0,8 0 0,21 10 0,-27-10 0,0 0 0,1-1 0,0 0 0,-1-1 0,15 1 0,-12 0 0,73 0 0,-55-2 0,40 5 0,71 4 0,-88-7 0,-45-3 0,0 1 0,1 0 0,-1 1 0,0 0 0,0 0 0,0 0 0,0 1 0,8 3 0,18 7 0,-23-8 0,1 0 0,17 10 0,27 9 0,-44-17 0,-1-1 0,1-1 0,0 0 0,0 0 0,0-1 0,20 2 0,-6 0 0,-12-3 0,-1-1 0,1-1 0,-1 0 0,15-1 0,-16-1 0,1 2 0,-1 0 0,1 0 0,22 4 0,-22 1 0,1 0 0,21 12 0,-8-4 0,-15-8 0,-1 1 0,0 0 0,0 0 0,-1 1 0,12 10 0,-18-14 0,0 0 0,0 0 0,0 0 0,1-1 0,6 3 0,-7-3 0,0 0 0,1 0 0,-1 1 0,0-1 0,0 1 0,6 6 0,56 41 0,6 15 0,-41-38 0,-5-2 0,38 49 0,-10-9 0,-12-17 0,15 17 0,-13-12 0,-30-39 0,25 19 0,-23-21 0,-1 1 0,17 18 0,21 21 0,-44-37 0,-8-13 0,0 0 0,0 0 0,0 0 0,1 0 0,-1 0 0,0 0 0,1-1 0,-1 1 0,1 0 0,2 1 0,23 21 0,-22-18 0,0-1 0,0-1 0,1 1 0,-1-1 0,7 4 0,16 12 0,-23-15 0,0-1 0,0-1 0,1 1 0,9 5 0,28 12 0,-28-12 0,0-2 0,25 10 0,-10-12 0,-24-4 0,0 0 0,0 0 0,0 0 0,8 4 0,2 2 0,1 0 0,0-1 0,1 0 0,-1-1 0,1-2 0,0 1 0,0-2 0,19 0 0,-8-2 0,-10 1 0,1-1 0,0-1 0,-1-1 0,1 0 0,-1-2 0,27-7 0,45-20-1365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1T13:45:32.670"/>
    </inkml:context>
    <inkml:brush xml:id="br0">
      <inkml:brushProperty name="width" value="0.2" units="cm"/>
      <inkml:brushProperty name="height" value="0.2" units="cm"/>
    </inkml:brush>
  </inkml:definitions>
  <inkml:trace contextRef="#ctx0" brushRef="#br0">3143 1 24575,'-2'0'0,"0"1"0,0 0 0,1-1 0,-1 1 0,0 0 0,0 0 0,1 0 0,-1 0 0,1 0 0,-1 1 0,1-1 0,-1 0 0,1 1 0,0-1 0,-2 4 0,-15 11 0,-6-1 0,-31 26 0,18-12 0,-6 5 0,25-19 0,-2 0 0,-19 12 0,31-23 0,-31 18 0,-2-1 0,-61 23 0,69-30 0,28-11 0,0 0 0,-1-1 0,1 0 0,-1 0 0,0 0 0,1 0 0,-1-1 0,-11 1 0,10-2 0,1 1 0,-1 1 0,0-1 0,1 1 0,-1 0 0,1 0 0,-8 5 0,-12 3 0,-64 21 0,17-4 0,8-3 0,10-2 0,41-15 0,-1-1 0,-27 7 0,-28 8 0,50-14 0,0-1 0,-30 6 0,-37-4 0,58-3 0,1 1 0,1 1 0,-1 1 0,-44 20 0,28-10 0,-55 22 0,-30 11 0,120-47 0,-1 0 0,1 1 0,0 0 0,1 1 0,-1 0 0,1 0 0,0 1 0,-9 10 0,-104 110 0,64-64 0,-18 13 0,30-29 0,24-26 0,17-17 0,0 1 0,-1-1 0,1 0 0,-1 0 0,-7 4 0,-7 10 0,18-16 0,-1 0 0,1 0 0,-1 0 0,0 0 0,0 0 0,0-1 0,0 1 0,0-1 0,-4 3 0,-3 2 0,1-1 0,0 1 0,0 1 0,0 0 0,0 0 0,1 0 0,-11 16 0,9-12 0,-24 26 0,-14 13 0,38-42 0,1 0 0,-1 1 0,-9 13 0,-15 14 0,24-27 0,1 0 0,-1 0 0,2 1 0,-1 0 0,2 0 0,-1 1 0,1 0 0,-7 19 0,-14 41 0,17-39 0,2 1 0,-6 46 0,10-57 0,-25 152 0,28-166 0,-2 0 0,1-1 0,-1 0 0,0 1 0,0-1 0,-1-1 0,-8 13 0,-6 12 0,12-23 0,0 0 0,-1 0 0,1-1 0,-2 0 0,-13 11 0,15-12 0,-104 101 0,68-71 0,26-23 0,-27 28 0,40-38 0,-1 1 0,0-1 0,-1 0 0,1 0 0,-7 4 0,-19 14 0,-29 29 0,39-35 0,-28 30 0,35-33 0,10-9 0,-1 0 0,1 0 0,0 0 0,1 0 0,-1 1 0,-3 6 0,5-9 0,0 1 0,1 0 0,0-1 0,-1 1 0,1-1 0,0 1 0,0 0 0,0-1 0,0 1 0,0-1 0,0 1 0,0 0 0,1-1 0,-1 1 0,0-1 0,1 1 0,-1-1 0,1 1 0,0-1 0,0 1 0,-1-1 0,1 0 0,1 2 0,64 106 0,-8-17 0,0-23 0,-15-24 0,14 19 0,13 15 0,-13-13 0,122 139 0,-109-111 0,41 47 0,-9-37 0,-12-33 0,-59-50 0,-26-19 0,0 1 0,-1-1 0,0 1 0,1 0 0,-1 1 0,6 6 0,-1-1 0,-1-1 0,16 12 0,-16-14 0,0 1 0,0-1 0,-1 2 0,11 12 0,-12-13 0,0 0 0,0 0 0,1-1 0,0 0 0,11 7 0,17 15 0,-2-5 0,-27-19 0,0 0 0,0 0 0,10 10 0,-12-11 0,1 1 0,-1-1 0,0 0 0,10 5 0,8 6 0,-20-12 0,0 1 0,0-1 0,-1 0 0,1 0 0,0 1 0,-1-1 0,0 1 0,2 4 0,12 16 0,-4-9 0,0 1 0,0 0 0,9 18 0,-3-4 0,-1 8 0,-6-11 0,21 39 0,-15-27 0,-9-23 0,-1 0 0,-1 1 0,0 0 0,3 23 0,-4-19 0,1 0 0,13 33 0,-2-4 0,13 82 0,6-18 0,-31-102 0,1-1 0,10 20 0,-9-21 0,-1 0 0,-1 1 0,0 0 0,3 10 0,-2-6 0,1 0 0,-1-1 0,2 0 0,0 0 0,9 13 0,13 21 0,18 36 0,-28-50 0,2 0 0,1-1 0,2-1 0,37 37 0,-32-39 0,60 44 0,-64-51 0,-21-18 0,0 0 0,0 0 0,0-1 0,0 0 0,1 1 0,8 3 0,-8-4 0,0 0 0,0 0 0,-1 0 0,1 1 0,4 4 0,14 11 0,14 10 0,-29-22 0,0 0 0,0 0 0,1-1 0,11 6 0,9 5 0,-23-13 0,0 0 0,-1-1 0,1 1 0,0-1 0,11 3 0,-6-2 0,0 1 0,1 0 0,12 8 0,23 11 0,52 27 0,-82-43 0,0 1 0,25 18 0,-24-15 0,30 15 0,8 1 0,-24-12 0,1 0 0,51 15 0,-64-25 0,14 4 0,0-1 0,1-1 0,-1-2 0,56 2 0,14 1 0,-26 0 0,-68-7 0,-1 0 0,0 1 0,1 1 0,-1-1 0,0 2 0,8 4 0,4 2 0,72 31 0,-83-39 0,-1-1 0,1 0 0,0-1 0,0 1 0,0-2 0,0 1 0,0-2 0,14-1 0,13 0 0,-26 1 0,0 0 0,1-1 0,-1-1 0,21-7 0,5-1 0,-10 6 0,0 2 0,0 1 0,0 1 0,33 3 0,1 0 0,-46-3 0,0-1 0,-1 0 0,1-1 0,-1 0 0,22-9 0,-11 4 0,-12 5 0,1 1 0,-1 0 0,1 1 0,0 1 0,24 2 0,5 0 0,-29-1 0,1 0 0,-1 1 0,1 1 0,-1 0 0,0 1 0,0 0 0,14 8 0,1 3 0,0 2 0,48 37 0,-59-42 0,-15-10 0,0-1 0,0 1 0,0 1 0,0-1 0,-1 0 0,1 1 0,4 4 0,-1-1 0,0 0 0,0 0 0,0-1 0,12 8 0,1 1 0,22 19-1365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1T13:45:37.415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1492 24575,'3'0'0,"24"0"0,1 1 0,31 5 0,23 7 0,37 7 0,-44 2 0,-55-15 0,0-1 0,1 0 0,28 3 0,-23-5 0,1 1 0,31 11 0,-37-10 0,-7-2 0,1-1 0,27 3 0,37 2 0,-70-7 0,-1 0 0,1 0 0,-1 1 0,0 0 0,11 4 0,26 6 0,15 1 0,-46-9 0,0 0 0,1-1 0,0-1 0,17 0 0,-16-1 0,0 1 0,21 4 0,-21-3 0,0 0 0,24 0 0,23-2 0,51-3 0,-35-7 0,1 0 0,-5-3 0,-55 7 0,1 2 0,39-3 0,-42 5 0,0 0 0,22-6 0,-21 4 0,38-3 0,-31 6 0,1-1 0,-1-2 0,31-6 0,-20 1 0,-14 4 0,36-12 0,-42 11 0,-1 1 0,1 1 0,21-1 0,22-5 0,-21 0 0,12-3 0,69-7 0,-107 17 0,0 0 0,0-1 0,20-7 0,-22 6 0,0 0 0,0 1 0,0 0 0,1 1 0,12 0 0,-16 1 0,1 0 0,-1 0 0,14-5 0,-14 4 0,0 0 0,0 0 0,0 1 0,10-1 0,3 1 0,0-1 0,0-1 0,29-8 0,-27 5 0,1 1 0,28-2 0,-48 8 0,1-1 0,0 1 0,-1-1 0,1 1 0,-1 1 0,0-1 0,1 0 0,-1 1 0,5 3 0,-4-3 0,-1 0 0,1 0 0,0 0 0,0-1 0,0 1 0,-1-1 0,10 1 0,23-2 0,0-1 0,0-2 0,38-8 0,-41 3 0,37-6 0,17 5 0,-81 8 0,1-1 0,-1 0 0,1 0 0,-1-1 0,0 0 0,13-8 0,24-8 0,-7 6 0,-1-2 0,-1-1 0,0-2 0,41-28 0,-60 36 0,20-10 0,-20 11 0,0-1 0,0 0 0,18-16 0,-16 11 0,25-16 0,7-4 0,14-11 0,15-13 0,-8 8 0,-61 43 0,-1 0 0,15-17 0,-15 16 0,-1 0 0,1 0 0,11-7 0,-13 11 0,0-1 0,0-1 0,8-8 0,13-13 0,31-20 0,-6 2 0,-1-2 0,54-27 0,-3-10 0,6 0 0,-94 71 0,87-84 0,-78 79 0,1-1 0,32-36 0,-33 36 0,-2 2 0,36-41 0,-3 6 0,-43 37-455,2 2 0,25-24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1T13:45:58.256"/>
    </inkml:context>
    <inkml:brush xml:id="br0">
      <inkml:brushProperty name="width" value="0.2" units="cm"/>
      <inkml:brushProperty name="height" value="0.2" units="cm"/>
    </inkml:brush>
  </inkml:definitions>
  <inkml:trace contextRef="#ctx0" brushRef="#br0">7095 1 24575,'0'1'0,"-1"0"0,1 0 0,-1-1 0,1 1 0,-1 0 0,1 0 0,-1-1 0,0 1 0,1 0 0,-1-1 0,0 1 0,1 0 0,-1-1 0,0 1 0,0-1 0,0 1 0,-1 0 0,-20 9 0,18-8 0,-22 8 0,-38 10 0,37-13 0,-39 18 0,41-16 0,1-1 0,-50 10 0,10-2 0,35-9 0,1-1 0,-1-2 0,0-1 0,0-1 0,0-1 0,-33-3 0,30-2 0,-36-1 0,38 5 0,-3-1 0,1 2 0,0 2 0,-36 6 0,23 0 0,-65 6 0,50-7 0,42-5 0,-1 0 0,-25 0 0,20-2 0,0 2 0,0 0 0,-24 8 0,8-3 0,-19 1 0,-25 6 0,64-11 0,0-1 0,0-1 0,-40-1 0,-11 1 0,53 0 0,-32 9 0,-14 3 0,51-12 0,0 1 0,1 0 0,0 1 0,-14 6 0,13-5 0,1-1 0,-1 0 0,-23 5 0,27-8 0,1 1 0,0 1 0,0 0 0,-13 6 0,-21 6 0,-66 11 0,20 7 0,67-24 0,13-5 0,1 0 0,0 1 0,0-1 0,0 1 0,0 1 0,-7 8 0,-3 1 0,13-10 0,-1-1 0,1 1 0,0 0 0,-3 7 0,-16 17 0,15-21 0,0-1 0,-1 0 0,0 0 0,-1-1 0,-14 7 0,-6 6 0,23-14 0,-1-1 0,1 0 0,0 0 0,-12 4 0,-36 15 0,42-17 0,-1 1 0,-29 7 0,19-7 0,-40 16 0,41-13 0,-43 11 0,52-17 0,0 1 0,-22 11 0,21-10 0,-30 11 0,19-8 0,-1 1 0,2 2 0,0 0 0,-40 27 0,26-15 0,-42 28 0,52-34 0,21-13 0,0 0 0,1 0 0,0 0 0,-8 8 0,-3 4 0,-1-2 0,-27 18 0,23-18 0,-33 31 0,29-25 0,21-17 0,-1 1 0,1 0 0,-10 10 0,-7 6 0,18-18 0,1 0 0,0 0 0,0 0 0,1 1 0,-4 4 0,3-3 0,0-1 0,-1 0 0,1 1 0,-8 4 0,6-5 0,1 0 0,1 0 0,-1 0 0,-5 7 0,-44 46 0,-8 0 0,43-40 0,-1 0 0,-38 21 0,33-20 0,22-15 0,-1 0 0,0 0 0,1-1 0,-1 1 0,0-1 0,-1 0 0,1 0 0,0-1 0,-6 2 0,5-1 0,0 0 0,-1 0 0,1 0 0,0 1 0,0 0 0,1 0 0,-1 0 0,-4 4 0,5-4 0,-1 1 0,1-1 0,-1 0 0,0 0 0,0-1 0,0 1 0,0-1 0,-6 1 0,4-1 0,0 1 0,1-1 0,-1 1 0,0 0 0,-7 6 0,7-5 0,1 0 0,-1-1 0,0 0 0,-14 5 0,8-5 0,1 2 0,0-1 0,-18 11 0,18-9 0,-1 0 0,1-1 0,-18 5 0,-54 17 0,67-20 0,-1-1 0,0-1 0,0 0 0,-1-1 0,1-1 0,-27 1 0,-64-3 0,-73-3 0,156 0 0,-80-4 0,16 4 0,-85 4 0,144 1 0,-44 3 0,49-5 0,-47 8 0,23-1 0,2 0 0,29-5 0,1 0 0,-27 0 0,-100 6 0,52-4 0,61-2 0,4-1 0,0 1 0,0 1 0,0 2 0,1 1 0,-45 18 0,-13 8 0,48-18 0,26-11 0,0 1 0,-15 8 0,-50 28 0,54-24 0,1 0 0,0 2 0,-17 21 0,-22 20 0,-56 53 0,62-58 0,22-17 0,-34 49 0,11-24 0,-6 20 0,49-67 0,7-11 0,1 1 0,0 0 0,-6 12 0,-10 16 0,15-27 0,1 0 0,0 1 0,0-1 0,-4 12 0,5-12 0,1 0 0,-2-1 0,1 1 0,-6 6 0,-4 10 0,7-10 0,2 0 0,-1 0 0,2 0 0,-5 26 0,6-24 0,-1 0 0,-1 0 0,-8 21 0,-2 13 0,8-21 0,3-14 0,1 1 0,1 0 0,0 0 0,1 0 0,2 15 0,-1 13 0,-1-34 0,1 0 0,0 0 0,0 0 0,0 0 0,1-1 0,1 1 0,0 0 0,0-1 0,0 1 0,1-1 0,0 0 0,7 10 0,28 36 0,-36-51 0,-1 1 0,1 0 0,-1-1 0,0 1 0,0 0 0,-1 0 0,1 0 0,-1 0 0,0 0 0,1 8 0,-1-7 0,0 0 0,1 0 0,-1 0 0,1 0 0,0 0 0,4 7 0,-2-5 0,-1 1 0,-1-1 0,0 1 0,0-1 0,0 1 0,-1 0 0,0-1 0,0 15 0,1-1 0,5 41 0,-1-26 0,-1 50 0,-5 214 0,1-289 0,1 0 0,0 0 0,0 0 0,1 0 0,5 11 0,5 24 0,34 130 0,-32-122 0,10 52 0,-17-83 0,-2 0 0,0 1 0,-1 0 0,-2 0 0,2 34 0,-4-47 0,0 0 0,2 1 0,-1-1 0,1 0 0,1-1 0,0 1 0,9 17 0,9 25 0,-19-44 0,0-1 0,1 0 0,0 0 0,0 0 0,0-1 0,7 9 0,33 37 0,-34-43 0,3 6 0,25 21 0,-34-34 0,-1 1 0,0 0 0,0 0 0,0 0 0,3 7 0,12 15 0,2-4 0,30 44 0,-17 8 0,-27-64 0,0 1 0,-2 0 0,1-1 0,-1 2 0,-1-1 0,4 21 0,-4-23 0,-1 0 0,2 0 0,-1-1 0,10 16 0,3 9 0,-14-27 0,0 0 0,-1 1 0,0-1 0,0 0 0,0 11 0,-1-9 0,1 0 0,0 0 0,3 12 0,4 8 0,-2 1 0,5 47 0,-7-47 0,1 30 0,-4-47 0,1-1 0,0 0 0,1 1 0,7 19 0,-6-20 0,5 19 0,0-1 0,4 36 0,9 31 0,-14-66 0,7 47 0,-7 2 0,-5-56 0,7 28 0,-6-34 0,-1 1 0,0 0 0,0 22 0,6 49 0,-8-73 0,0-1 0,1 1 0,6 22 0,-3-17 0,-3-18 0,-1 0 0,1 0 0,0-1 0,0 1 0,0-1 0,1 1 0,-1-1 0,0 0 0,1 0 0,0 0 0,-1 0 0,5 2 0,11 9 0,-12-8 0,0 0 0,0 0 0,12 5 0,8 6 0,-21-12 0,1 0 0,0-1 0,0 0 0,0-1 0,0 1 0,0-1 0,1-1 0,9 3 0,0-1 0,-6 0 0,-1 1 0,1 0 0,10 6 0,21 8 0,77 11 0,-86-23 0,111 22 0,-119-25 0,0-2 0,37-2 0,-13 0 0,-32 0 0,0-1 0,0-1 0,25-7 0,-3 1 0,73-12 0,-94 16 0,-1 0 0,25-11 0,-9 3 0,-21 8 0,1 0 0,-1 0 0,0-1 0,0 0 0,17-14 0,-17 12 0,0 1 0,23-10 0,2-3 0,-11 6 0,-16 9 0,0 0 0,0 0 0,0-1 0,12-11 0,28-21 0,23-32 0,-59 55 0,-11 12 0,0 0 0,0 1 0,1-1 0,0 0 0,0 1 0,-1-1 0,1 1 0,4-2 0,-4 2 0,1-1 0,-1 1 0,0-1 0,0 0 0,-1 0 0,6-6 0,14-14 0,-16 18 0,-1 0 0,1-1 0,8-10 0,8-9 0,30-34 0,-22 25 0,32-47 0,-56 73 0,6-7 0,7-10 0,-15 18 0,0 1 0,1-1 0,8-8 0,-8 9 0,0 0 0,0-1 0,6-9 0,44-88 0,-37 75 0,-14 24 0,0 0 0,-1 0 0,1 0 0,-1-1 0,2-6 0,2-6 0,1 2 0,0-1 0,2 1 0,17-24 0,-4 8 0,-13 17 0,0 1 0,1 1 0,16-17 0,17-23 0,2 2 0,-34 37 0,-9 9 0,1 0 0,0 1 0,0-1 0,0 1 0,1 0 0,7-5 0,-3 3 0,-1-1 0,0 0 0,9-10 0,-4 4 0,-1 1 0,-1-1 0,10-16 0,-11 15 0,-7 9 0,0 0 0,0 0 0,-1-1 0,1 1 0,-1-1 0,1-6 0,6-14 0,-5 17 0,51-134 0,-31 88 0,-20 47 0,0-1 0,0 1 0,-1-1 0,0 0 0,0 1 0,-1-1 0,0 0 0,1-18 0,-4-644 0,11 556 0,-11-467 0,3 570 0,-1-1 0,2 1 0,0 0 0,0-1 0,1 1 0,1 1 0,-1-1 0,13-19 0,-3 1 0,-6 17 0,1 0 0,0 0 0,0 1 0,1 0 0,16-15 0,-2 2 0,-10 11 0,26-19 0,-25 21 0,14-9 0,0 1 0,43-20 0,-1 0 0,28-11 0,-61 30 0,-29 15 0,1 0 0,0 1 0,1 1 0,18-7 0,16-4 0,7-3 0,-32 15 0,32-2 0,-27 4 0,35-8 0,-41 6 0,0 0 0,24 0 0,45-6 0,-35 8 0,-31-1 0,-1 2 0,0 0 0,30 5 0,-42-2 0,1 0 0,-1 1 0,0 0 0,0 0 0,0 1 0,0 1 0,13 10 0,23 13 0,-26-18 0,-12-7 0,0 0 0,0 0 0,1-1 0,-1 1 0,1-2 0,0 1 0,0-1 0,11 2 0,1-2 0,5 0 0,32 0 0,-48-3 0,0 0 0,0 0 0,-1 0 0,1-1 0,0-1 0,-1 0 0,11-5 0,61-23 0,-53 22 0,46-24 0,-55 24 0,0 2 0,29-9 0,2-1 0,22-7 0,-43 15 0,46-20 0,-64 25 0,0 1 0,1 0 0,-1 0 0,1 1 0,-1 1 0,1 0 0,0 0 0,0 1 0,15 2 0,-14-1 0,0-1 0,1 0 0,-1-1 0,0 0 0,1-1 0,20-6 0,-20 5 0,1 0 0,-1 0 0,27 0 0,-18 1 0,-4 0 0,0 2 0,0 0 0,31 4 0,-39-3 0,0 1 0,0 1 0,0 0 0,-1 0 0,1 1 0,-1 0 0,0 0 0,10 7 0,-14-8 0,1 0 0,0 0 0,0 0 0,0-1 0,0 0 0,0 0 0,1 0 0,5 0 0,16 4 0,-11-1 0,22 4 0,14-2 0,-24-2 0,46 0 0,-17-6 0,80 2 0,-123 2 0,0 0 0,0 1 0,23 10 0,-26-9 0,0 1 0,0 0 0,19 15 0,-4-3 0,-2 1 0,0 1 0,22 23 0,-36-32 0,2 0 0,-1-1 0,1-1 0,17 9 0,-7-3 0,42 32 0,87 92 0,-143-130 0,-1-2 0,-1 1 0,0 0 0,8 11 0,-14-17 0,1 1 0,0-1 0,0 0 0,0-1 0,0 1 0,1 0 0,-1 0 0,4 1 0,-4-2 0,0 1 0,1-1 0,-1 1 0,0-1 0,0 1 0,0 0 0,0 0 0,0 0 0,-1 0 0,4 4 0,0 2 0,1 0 0,0 0 0,1 0 0,0-1 0,0 0 0,1 0 0,-1-1 0,2 0 0,8 6 0,-1-2 0,32 33 0,-42-38 0,0 1 0,0-1 0,0 1 0,-1 1 0,9 12 0,-9-11 0,1 0 0,0-1 0,0 0 0,11 9 0,57 42 0,-56-38 0,-16-17 0,0 0 0,1 0 0,-1 0 0,1 0 0,-1-1 0,1 1 0,5 2 0,56 46 0,-42-30 0,-18-18 0,-1 1 0,1 0 0,0-1 0,0 0 0,0 0 0,8 4 0,87 44 0,-94-48 0,0 1 0,0-1 0,0 1 0,-1 0 0,0 0 0,6 7 0,7 6 0,40 33 0,-35-32 0,-17-15 0,-1 0 0,0 1 0,0-1 0,-1 1 0,7 7 0,-7-7 0,1 0 0,-1 0 0,1-1 0,0 1 0,5 2 0,14 15 0,-7-4 0,1-1 0,23 17 0,12 11 0,-47-40-97,0 1-1,0-1 1,1 1-1,-1-2 1,1 1-1,0 0 1,1-1-1,-1 0 1,0-1-1,1 0 1,-1 0-1,1 0 0,13 1 1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1T13:46:08.767"/>
    </inkml:context>
    <inkml:brush xml:id="br0">
      <inkml:brushProperty name="width" value="0.2" units="cm"/>
      <inkml:brushProperty name="height" value="0.2" units="cm"/>
    </inkml:brush>
  </inkml:definitions>
  <inkml:trace contextRef="#ctx0" brushRef="#br0">2505 0 24575,'-6'1'0,"1"-1"0,-1 1 0,1 0 0,0 1 0,-1-1 0,1 1 0,0 0 0,0 0 0,-7 4 0,-44 32 0,28-17 0,13-11 0,-5 4 0,-1-1 0,-23 11 0,1 1 0,33-18 0,0-1 0,-22 10 0,-4 2 0,28-13 0,-1 0 0,1-1 0,-14 4 0,9-3 0,1 0 0,-24 13 0,25-11 0,-1-1 0,0-1 0,-17 6 0,-28 8 0,40-12 0,-1-1 0,0-1 0,-30 5 0,-4 3 0,13-3 0,-6-2 0,0-2 0,-75 1 0,98-7 0,-11-1 0,-64 9 0,82-7 0,-1 1 0,-15-2 0,16-1 0,1 2 0,-25 3 0,-60 8 0,99-12 0,-108 15 0,101-14 0,-71 9 0,62-9 0,-1 1 0,1 1 0,0 0 0,0 1 0,1 1 0,-1 0 0,1 1 0,-28 15 0,17-8 0,23-12 0,0 0 0,0 1 0,0-1 0,0 1 0,0 0 0,0 0 0,0 0 0,0 0 0,1 0 0,-4 4 0,-11 10 0,14-13 0,0-1 0,0 1 0,0 0 0,0 0 0,1 0 0,-4 5 0,2-2 0,0 0 0,0-1 0,-1 0 0,-5 5 0,-14 17 0,-29 44 0,25-36 0,-41 39 0,-11 12 0,52-53 0,18-23 0,1 1 0,0 0 0,0 0 0,1 1 0,-11 23 0,11-18 0,-1 3 0,1 0 0,1 0 0,0 1 0,-6 39 0,10-45 0,0-1 0,-1 0 0,-1 0 0,-6 13 0,5-11 0,-41 133 0,43-140 0,1 1 0,0 1 0,1-1 0,0 0 0,0 1 0,1-1 0,0 1 0,2 11 0,-10 66 0,17 1 0,-6-51 0,-2 45 0,-1-28 0,0-43 0,-1-1 0,0 1 0,0 0 0,-7 16 0,-1 12 0,-2 4 0,8-32 0,1 1 0,0-1 0,1 0 0,0 1 0,0 13 0,-6 79 0,-1 37 0,10-100 0,-2 57 0,-3-75 0,-10 42 0,7-40 0,-4 34 0,2 28 0,1-18 0,4-37 0,-1 41 0,5 269-1365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1T13:46:42.213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9 24575,'0'0'0,"1"-1"0,-1 1 0,0-1 0,1 1 0,-1-1 0,1 1 0,-1-1 0,1 1 0,-1-1 0,1 1 0,-1 0 0,1-1 0,0 1 0,-1 0 0,1-1 0,-1 1 0,1 0 0,0 0 0,-1 0 0,1-1 0,0 1 0,-1 0 0,1 0 0,0 0 0,-1 0 0,2 0 0,22 0 0,-21 0 0,3 0 0,1 0 0,-1 1 0,1 0 0,-1 1 0,10 3 0,10 2 0,-12-4 0,-3-1 0,0 0 0,-1 1 0,14 6 0,15 2 0,-33-10 0,0 0 0,0 0 0,0 1 0,0 0 0,0 0 0,6 4 0,-1 0 0,1-1 0,0 0 0,1-1 0,-1 0 0,17 2 0,3 2 0,40 15 0,-44-15 0,-20-5 0,0-1 0,1 0 0,-1 0 0,1-1 0,10 1 0,-13-2 0,1 1 0,0 0 0,-1 0 0,1 1 0,-1 0 0,10 4 0,26 7 0,1 0 0,-36-11 0,0 1 0,1-1 0,-1 0 0,1 0 0,9 0 0,0 0 0,0 0 0,24 7 0,-26-5 0,0 0 0,0-2 0,24 2 0,40 4 0,28 1 0,24-1 0,-116-7 0,-1 0 0,0 0 0,0 1 0,0 1 0,0 0 0,0 1 0,0 0 0,-1 2 0,0-1 0,15 10 0,-23-13 0,0 0 0,0 0 0,0-1 0,0 1 0,9 0 0,-9-1 0,0 0 0,0 0 0,0 1 0,-1-1 0,1 1 0,5 3 0,-1 0 0,0 1 0,1-2 0,-1 1 0,1-1 0,0-1 0,0 0 0,0 0 0,0-1 0,11 1 0,-2 0 0,0 1 0,0 1 0,21 8 0,15 4 0,-27-11 0,31 2 0,13 3 0,84 15 0,-62-15 0,-64-9 0,-3 1 0,1 0 0,30 10 0,-36-8 0,1-1 0,-1-1 0,1-1 0,39-1 0,-32-1 0,0-1 0,48-9 0,-50 4 0,0 2 0,53-1 0,78-4 0,-37 0 0,-53 11 0,113-4 0,-77-7 0,-63 5 0,27 0 0,28-5 0,-76 8 0,40-7 0,-40 4 0,41-1 0,-41 4 0,-1-1 0,40-9 0,9-2 0,66-4 0,-90 13 0,52-1 0,23-3 0,-33-1 0,-19 10 0,94-2 0,-149 0 0,133-7 0,-14 17 0,-93-10 0,54 2 0,-72 2 0,40 11 0,-46-9 0,2-1 0,-1-1 0,0 0 0,24 0 0,65 6 0,-91-9 0,0 1 0,0 1 0,-1 0 0,1 0 0,-1 1 0,1 1 0,-1 1 0,15 6 0,99 57 0,-101-57 0,-21-10 0,-1 0 0,1 1 0,-1 0 0,1 0 0,-1 0 0,0 1 0,0-1 0,0 1 0,0 0 0,0 0 0,4 5 0,-5-4 0,1 0 0,1 0 0,-1-1 0,7 5 0,-6-5 0,-1 0 0,0 0 0,0 1 0,0-1 0,-1 1 0,5 5 0,-3-3 0,0-1 0,1 1 0,-1-1 0,11 7 0,11 12 0,17 16 0,-8-5 0,-28-28 0,0 0 0,0 1 0,-1 0 0,0 0 0,0 1 0,-1-1 0,10 20 0,-1-2 0,-12-22 0,0 0 0,0 0 0,-1 1 0,0-1 0,0 1 0,0-1 0,2 9 0,-1-2 0,1-1 0,-1 0 0,2 0 0,0 0 0,0 0 0,11 15 0,12 23 0,24 51 0,-36-74 0,-13-21 0,1 1 0,-1 0 0,0-1 0,-1 1 0,1 0 0,2 9 0,-3-9 0,0 0 0,1 1 0,-1-1 0,1 0 0,0 0 0,1-1 0,4 6 0,-4-5 0,-1-1 0,1 1 0,-1 0 0,0 0 0,0 1 0,2 5 0,-1-3 0,0-1 0,0 0 0,0 0 0,1 0 0,8 9 0,7 12 0,15 21 0,-21-31 0,17 29 0,8 20 0,-12-31 0,-22-28 0,1 1 0,1-1 0,0 0 0,10 10 0,7 8 0,18 13 0,-19-15 0,27 21 0,-42-37 0,-2-4 0,-1 1 0,1 0 0,0 0 0,0 0 0,1-1 0,-1 0 0,13 5 0,-14-6 0,0-1 0,-1 1 0,0 0 0,0 0 0,0 1 0,4 3 0,18 14 0,5 1 0,-22-15 0,0-1 0,0 0 0,15 7 0,-20-12 0,-1 1 0,0 0 0,1 0 0,-1 0 0,0 0 0,0 0 0,0 1 0,0 0 0,-1-1 0,1 1 0,-1 0 0,0 0 0,0 0 0,0 1 0,0-1 0,0 0 0,0 1 0,-1-1 0,0 1 0,0-1 0,0 1 0,0 0 0,0 0 0,-1-1 0,0 1 0,0 0 0,0 0 0,0 4 0,-1 24 0,-6 87 0,-2-75 0,6-32 0,0-1 0,1 1 0,1-1 0,-1 13 0,1-6 0,-1-1 0,-1 0 0,-1 0 0,0 0 0,-9 21 0,-5 24 0,11-41 0,-13 35 0,11-36 0,-11 41 0,15-43 0,-13 34 0,10-35 0,2 0 0,-5 21 0,-6 18 0,11-40 0,2-1 0,-5 21 0,5 0 0,-1 60 0,5-78 0,0-7 0,-1 0 0,1 0 0,1 0 0,0-1 0,0 1 0,1 0 0,1-1 0,-1 1 0,2-1 0,8 19 0,2 2 0,-11-24 0,0 0 0,0 0 0,1-1 0,5 8 0,10 13 0,-13-16 0,2-1 0,-1 0 0,15 13 0,23 27 0,-29-36 0,-9-7 0,0-1 0,0 0 0,1 0 0,9 4 0,-4-3 0,-5-2 0,0 0 0,1 0 0,-1-1 0,1-1 0,0 0 0,0 0 0,1 0 0,-1-1 0,1 0 0,-1-1 0,13 0 0,46 0 0,40-3 0,-3-16 0,-62 13 0,56-14 0,-89 16 0,0-1 0,-1 1 0,1-2 0,-1 1 0,0-1 0,12-9 0,-19 12 0,1 1 0,-1 0 0,1 0 0,-1 0 0,1 0 0,0 0 0,-1 1 0,4-1 0,-4 0 0,1 1 0,-1-1 0,1 1 0,-1-1 0,1 0 0,-1 0 0,1 0 0,-1 0 0,4-3 0,5-4 0,1 0 0,0 1 0,0 1 0,0 0 0,16-6 0,-23 11 0,66-32 0,19-7 0,-17 8 0,42-6 0,80-27 0,-181 61 0,6-1 0,-1-1 0,26-12 0,-22 8 0,38-10 0,12-6 0,50-24 0,-83 31 0,-32 13 0,1 1 0,0 1 0,1 0 0,-1 0 0,1 1 0,19-4 0,76-10 0,-75 13 0,29-1 0,-40 4 0,1-1 0,23-5 0,7-1 0,-29 6 0,64-4 0,-73 5 0,-1 0 0,1-1 0,-1 0 0,17-7 0,22-3 0,-24 7 0,51-18 0,-7 1 0,198-56 0,-115 51 0,-137 23 0,71-12 0,-76 14 0,0 1 0,0 0 0,0 1 0,0 1 0,1-1 0,-1 2 0,0 0 0,0 0 0,-1 1 0,1 0 0,14 7 0,-15-6 0,1 0 0,0 0 0,0-1 0,0-1 0,19 3 0,16 3 0,-39-7-1365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1T13:46:53.363"/>
    </inkml:context>
    <inkml:brush xml:id="br0">
      <inkml:brushProperty name="width" value="0.2" units="cm"/>
      <inkml:brushProperty name="height" value="0.2" units="cm"/>
    </inkml:brush>
  </inkml:definitions>
  <inkml:trace contextRef="#ctx0" brushRef="#br0">500 0 24575,'2'93'0,"-4"97"0,0-162 0,-4 76 0,-3 11 0,-1-36 0,8-47 0,-2 0 0,-1 0 0,-12 40 0,10-49 0,1 0 0,1 1 0,-1 29 0,2-23 0,-2-1 0,-8 29 0,-5 21 0,14-50 0,-1 10 0,-13 41 0,-10 12 0,26-79 0,1 1 0,0-1 0,2 0 0,-1 1 0,4 23 0,-2 6 0,-1 2 0,1 50 0,0-88 0,0 0 0,1 0 0,0-1 0,1 0 0,-1 1 0,1-1 0,1 0 0,-1 0 0,1 0 0,7 9 0,1 4 0,10 11 0,-2-10 0,-10-8 0,1-1 0,0 0 0,1-1 0,0-1 0,19 12 0,38 24 0,9 6 0,-61-42 0,-1 0 0,1-2 0,1 0 0,0-1 0,0-1 0,30 5 0,62 8 0,97 8 0,-194-25 0,0 0 0,-1 2 0,1-1 0,-1 1 0,0 1 0,19 8 0,36 36 0,-57-42 0,0 2 0,15 12 0,4 5 0,33 31 0,-43-36 0,-13-14 0,-1 0 0,2-1 0,8 8 0,-11-10 0,0 0 0,0 0 0,-1 1 0,1-1 0,2 5 0,-3-4 0,0 0 0,1 0 0,0-1 0,7 7 0,-7-7 0,-1 0 0,1 0 0,-1 1 0,0 0 0,0-1 0,0 1 0,3 6 0,16 19 0,43 46 0,-19-26 0,-18-25 0,-11-10 0,32 22 0,18 8 0,-37-23 0,-18-13 0,0 0 0,15 7 0,1-2 0,0-1 0,0-1 0,1-2 0,31 6 0,-51-13 0,0 1 0,-1 0 0,15 7 0,-14-6 0,0 0 0,0-1 0,12 3 0,-10-2 0,0-1 0,0 1 0,0 1 0,-1 0 0,16 10 0,-14-8 0,-1 0 0,2-1 0,21 8 0,0-3 0,-19-6 0,0-1 0,18 4 0,-30-8 0,0 1 0,-1-1 0,1 1 0,0 0 0,-1 0 0,1 0 0,0 0 0,-1 1 0,1-1 0,-1 0 0,0 1 0,1 0 0,-1 0 0,0 0 0,0 0 0,0 0 0,2 4 0,1 1 0,-1 1 0,0 0 0,-1 0 0,4 13 0,-7-20 0,13 22 0,-11-20 0,0-1 0,-1 0 0,1 0 0,-1 1 0,0-1 0,1 1 0,-1-1 0,0 1 0,-1-1 0,1 1 0,0 0 0,-1 4 0,8 108 0,2 6 0,-11-78 0,2 57 0,1-84 0,1-1 0,5 16 0,-5-20 0,0 1 0,0 0 0,-1 0 0,0 20 0,-2-16 0,1-13 0,-1 0 0,1 0 0,-1 0 0,0 0 0,0-1 0,0 1 0,-1 0 0,1 0 0,-1 0 0,0 0 0,1 0 0,-1-1 0,0 1 0,-1 0 0,1-1 0,0 1 0,-1-1 0,0 1 0,1-1 0,-1 0 0,-4 4 0,-60 50 0,-24 10 0,77-57 0,9-5 0,-1-1 0,0 0 0,0 0 0,0-1 0,-10 5 0,9-5 0,1 1 0,-1 0 0,1 0 0,-10 8 0,-9 4 0,-23 9 0,25-14 0,-31 20 0,26-18 0,24-11 0,-1 0 0,0 0 0,1 0 0,-1 1 0,1 0 0,-6 3 0,-10 8 0,-1 0 0,0-2 0,-30 12 0,12-6 0,-14 1 0,25-6 0,-43 11 0,-4 2 0,46-15 0,-36 8 0,34-10 0,-32 15 0,50-17 0,-1 0 0,0-1 0,0-1 0,-17 3 0,-31 11 0,45-15 0,1 2 0,0 0 0,0 0 0,0 1 0,1 1 0,-23 15 0,-10 8 0,34-21 0,-1 1 0,1 0 0,1 0 0,0 1 0,-16 19 0,6-7 0,-12 14 0,-27 41 0,44-57 0,-68 87 0,6-5 0,41-56 0,26-33 0,8-9 0,-1 0 0,2 0 0,-1 0 0,-3 7 0,-56 85 0,37-58 0,7-11 0,-100 169 0,19-33 0,74-121 0,-23 37 0,21-29 0,8-13 0,16-31 0,-1 3 0,-1 0 0,-1-1 0,0 0 0,-13 14 0,-24 30 0,-53 52 0,15-28 0,73-67 0,4-5 0,0 0 0,0 1 0,1-1 0,0 1 0,0 0 0,0 0 0,1 0 0,-4 10 0,6-12 0,-1 0 0,1 0 0,0 1 0,0-1 0,0 1 0,0-1 0,1 1 0,0-1 0,0 1 0,1 5 0,0-7 0,0 1 0,0-1 0,1 1 0,-1-1 0,1 1 0,0-1 0,0 0 0,0 0 0,1 0 0,-1 0 0,1 0 0,4 4 0,10 11 0,-12-12 0,1-1 0,-1 0 0,1 0 0,9 7 0,10 6 0,-20-14 0,-1 0 0,1-1 0,0 1 0,0-1 0,0 0 0,1-1 0,5 3 0,9 1 0,1-1 0,-1 0 0,1-2 0,0-1 0,36 1 0,-15-4 0,57 2 0,-68 2 0,26 2 0,-44-4 0,-1 1 0,1 0 0,-1 1 0,0 1 0,0 0 0,0 0 0,0 1 0,-1 0 0,1 1 0,12 9 0,-16-10 0,12 8 0,1 0 0,45 17 0,-57-26 0,1 0 0,-1 1 0,17 10 0,16 9 0,-32-20 0,1 0 0,0 1 0,0 0 0,-1 1 0,0 0 0,13 10 0,-18-13 0,0 0 0,1 0 0,-1 0 0,1-1 0,-1 0 0,8 2 0,17 8 0,-19-6 0,1 0 0,-1 1 0,0 0 0,12 11 0,28 37 0,-42-41 0,-6-9 0,0-1 0,0 0 0,0 0 0,7 6 0,6 7 0,0-1 0,-2 2 0,0 0 0,16 29 0,-24-37 0,0-1 0,0 1 0,-1-1 0,0 1 0,-1-1 0,7 21 0,-9-21 0,1 0 0,1-1 0,-1 0 0,8 12 0,-6-12 0,0 1 0,-1 1 0,4 12 0,17 44 0,-19-52 0,0 1 0,-1 0 0,-1 0 0,5 28 0,-7-35 0,-1 0 0,2 1 0,-1-1 0,7 13 0,-6-13 0,1 1 0,-1 0 0,3 17 0,14 44 0,-19-66 0,0 0 0,0-1 0,0 1 0,1 0 0,3 6 0,5 10 0,-3-3 0,2 0 0,0-1 0,1-1 0,0 1 0,25 25 0,-26-30 0,5 5 0,0 0 0,1-2 0,32 25 0,9-5 0,-41-23 0,0-1 0,20 10 0,2 1 0,66 30 0,-60-28 0,-31-17 0,-1 0 0,0 0 0,16 13 0,-14-9 0,-8-6 0,1 1 0,-1-1 0,0 1 0,0 0 0,-1 0 0,1 1 0,-1 0 0,5 8 0,10 19 0,-10-17 0,13 26 0,-3-3 0,-15-33 0,0 1 0,-1-1 0,0 1 0,0 0 0,0 0 0,-1 0 0,0 0 0,-1 1 0,2 12 0,-2-4 0,1-1 0,1 1 0,5 19 0,-4-16 0,5 30 0,2 3 0,-3-25 0,-3-7 0,1-1 0,17 33 0,-11-25 0,13 55 0,-24-80 0,7 16 0,-1 0 0,8 28 0,-14-42-151,-1 0-1,1 0 0,-1 0 0,0 0 1,0 0-1,0 0 0,0 0 1,-2 4-1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1T13:47:00.333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10 0 24575,'-9'168'0,"9"-148"0,0-3 0,0-1 0,0 1 0,2 0 0,0 0 0,1-1 0,0 0 0,8 21 0,-9-29 0,0 0 0,0 0 0,0 0 0,-1 0 0,0 12 0,2 14 0,-1-10-1365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1T13:47:05.935"/>
    </inkml:context>
    <inkml:brush xml:id="br0">
      <inkml:brushProperty name="width" value="0.2" units="cm"/>
      <inkml:brushProperty name="height" value="0.2" units="cm"/>
    </inkml:brush>
  </inkml:definitions>
  <inkml:trace contextRef="#ctx0" brushRef="#br0">2501 1 24575,'0'3'0,"-1"-1"0,0 1 0,-1-1 0,1 1 0,0-1 0,-1 1 0,1-1 0,-1 0 0,0 1 0,-3 3 0,-8 10 0,6-4 0,-1 0 0,0-1 0,-11 12 0,14-16 0,-26 29 0,-66 78 0,-32 33 0,109-123 0,-2-1 0,0-1 0,-35 26 0,40-34 0,7-7 0,1 1 0,-1-2 0,-17 10 0,-27 14 0,-9 4 0,-17 1 0,66-27 0,0 0 0,1 1 0,0 1 0,-16 14 0,12-9 0,-13 11 0,22-19 0,0 0 0,1 1 0,0 0 0,1 0 0,0 0 0,0 1 0,-9 17 0,-29 54 0,38-67 0,3-7 0,0 0 0,0-1 0,0 1 0,-1-1 0,0 1 0,0-1 0,-7 6 0,-10 7 0,15-13 0,0 0 0,0-1 0,1 2 0,0-1 0,0 1 0,0-1 0,-5 11 0,-30 42 0,35-48 0,1-1 0,0 1 0,-3 16 0,4-15 0,0 0 0,-1-1 0,-5 11 0,3-8 0,1 0 0,1 0 0,0 1 0,1-1 0,-3 18 0,-8 35 0,6-42 0,2 1 0,0-1 0,2 1 0,0 0 0,0 41 0,-4 22 0,7-26 0,2 52 0,7-47 0,-3-34 0,-1 44 0,-4-59 0,1 31 0,-3-1 0,-11 67 0,10-97 0,0 30 0,-1 9 0,0-17 0,2 0 0,4 45 0,0-12 0,-2 430 0,-1-495 0,0 0 0,-1 0 0,0 0 0,0 0 0,0 0 0,-1 0 0,-7 12 0,6-11 0,0 0 0,0 1 0,1 0 0,-4 16 0,4-11 0,0-1 0,-2 1 0,-10 24 0,-3 6 0,8 4 0,9-39 0,-1-1 0,0 1 0,-1 0 0,0-1 0,-5 11 0,3-8 0,0 1 0,1 0 0,-3 15 0,3-9 0,0 0 0,0 0 0,-1-1 0,-7 19 0,-19 29 0,30-63 0,-1 4 0,-1 0 0,0 0 0,0 0 0,0-1 0,-1 1 0,0-1 0,0 0 0,-1 0 0,-6 6 0,4-3 0,0 0 0,0 1 0,1-1 0,-10 20 0,-1 2 0,13-24 0,1 0 0,0 1 0,-3 11 0,-5 13 0,10-29 0,-3 6 0,0 0 0,0-1 0,-1 1 0,0-1 0,-1 0 0,0 0 0,0 0 0,-11 10 0,13-15 0,1 1 0,0-1 0,-1 1 0,1 0 0,0 1 0,-3 5 0,-10 15 0,11-18 0,0 0 0,1 0 0,0 1 0,0-1 0,1 1 0,-1 0 0,2 1 0,-1-1 0,1 0 0,1 1 0,-2 12 0,2 6 0,0 0 0,5 36 0,-3-58 0,0 0 0,0 0 0,1 0 0,0 0 0,2 6 0,6 15 0,-1 3 0,-6-19 0,0 0 0,0 0 0,-1 0 0,-1 0 0,1 16 0,-2 2 0,1 0 0,4 33 0,-1-28 0,-4-26 0,0-1 0,1 0 0,0 1 0,0-1 0,0 0 0,1 1 0,0-1 0,4 9 0,41 87 0,-29-71 0,-14-27 0,-1 1 0,0 0 0,0 0 0,-1 0 0,1 0 0,-1 1 0,0-1 0,2 12 0,9 38 0,-9-38 0,0 0 0,2 17 0,1 29 0,-2-27 0,-1 42 0,6 46 0,-10-81 0,0 0 0,-8 65 0,-2-10 0,1 86 0,8-172 0,0 0 0,-1 0 0,-1 1 0,-4 13 0,-6 31 0,10-48 0,0 1 0,-1-1 0,0 0 0,0 0 0,-1 0 0,0-1 0,0 1 0,-1-1 0,-1-1 0,-9 11 0,-2-1 0,0 0 0,-25 16 0,-56 44 0,52-40 0,-56 23 0,96-56 0,-8 5 0,-31 12 0,-12 4 0,32-13 0,-33 10 0,7-1 0,43-17 0,0 0 0,0-1 0,0 0 0,0 0 0,0 0 0,-1-1 0,1-1 0,-14 1 0,7-2 0,1 1 0,0 1 0,0 0 0,-25 7 0,33-7 68,0-1 1,-1-1-1,1 1 0,-13-2 0,14 1-352,-1 0-1,0 0 1,0 0 0,1 1-1,-11 2 1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1T13:47:08.769"/>
    </inkml:context>
    <inkml:brush xml:id="br0">
      <inkml:brushProperty name="width" value="0.2" units="cm"/>
      <inkml:brushProperty name="height" value="0.2" units="cm"/>
    </inkml:brush>
  </inkml:definitions>
  <inkml:trace contextRef="#ctx0" brushRef="#br0">2594 1 24575,'-2'0'0,"1"0"0,-1 0 0,1 1 0,-1-1 0,0 0 0,1 1 0,-1-1 0,1 1 0,-1 0 0,1 0 0,0-1 0,-1 1 0,1 0 0,0 0 0,0 0 0,-1 0 0,1 0 0,0 1 0,0-1 0,-1 2 0,-16 34 0,6-12 0,3-10 0,1 1 0,0 0 0,-9 27 0,-42 113 0,11-40 0,43-107 0,1 0 0,-2 0 0,0 0 0,0-1 0,0 1 0,-1-1 0,-14 12 0,-4 7 0,-138 139 0,147-152 0,0 0 0,-1-2 0,0 1 0,-1-2 0,0 0 0,-1-1 0,0-1 0,-27 8 0,30-11 0,0 1 0,0 1 0,-16 11 0,-30 14 0,22-14 0,31-13 0,-1-1 0,0-1 0,0 0 0,0 0 0,0-1 0,0 0 0,-22 3 0,-47 3 0,71-8 0,-1 1 0,1 0 0,-1 0 0,1 1 0,-9 4 0,10-4 0,-1 1 0,0-2 0,0 1 0,-1-1 0,-15 2 0,-109 5 0,-405-10 0,433-8 0,78 9 0,19-1 0,0 1 0,-1 0 0,1 0 0,0 1 0,-1 0 0,1 0 0,0 1 0,0 0 0,0 0 0,0 1 0,-8 4 0,-50 24 0,1 11 0,-30 21 0,60-47 0,23-12 0,1 2 0,-17 8 0,1 2 0,19-11 0,-1 0 0,1 0 0,0 1 0,-11 11 0,1 2 0,1 1 0,-28 44 0,2-12 0,37-45 0,2 1 0,-1-1 0,1 1 0,0 0 0,0 0 0,1 0 0,0 0 0,1 0 0,0 1 0,0 0 0,1-1 0,0 1 0,0 0 0,2 13 0,-1-6 0,1 1 0,0-1 0,2 0 0,6 28 0,22 66 0,-28-105 0,-1 0 0,1-1 0,-1 1 0,1-1 0,1 0 0,3 5 0,-2-4 0,-1 0 0,-1 0 0,1 1 0,3 6 0,15 29 0,-14-29 0,-1 1 0,6 14 0,-8-13 0,2 0 0,0 0 0,0-1 0,1 0 0,19 23 0,14 4 0,-25-25 0,-11-11 0,0 1 0,0-1 0,0 1 0,6 10 0,-1-1 0,-1 1 0,0 0 0,-1 0 0,-1 1 0,7 20 0,25 66 0,-36-91 0,-1 0 0,0 0 0,0 18 0,-1-13 0,1-9-1365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11T13:42:58.371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126 6,'0'2,"-3"0,-7-2,-4 0,-1-2,0-1,0 0,2 1,2 2,4 3,1 3,1 6,-1 0,0-1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11T13:42:58.934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5 1,'-1'0,"-1"1,0 3,2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11T13:43:01.104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0 0,'0'0,"1"0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09:57:23.657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10341 2118 24575,'-18'0'0,"1"-2"0,-21-4 0,20 2 0,1 2 0,-25-1 0,-25 2 0,-52 2 0,88 3 0,-34 8 0,47-7 0,1 1 0,0 1 0,1 0 0,-28 17 0,-26 20 0,-9 10 0,-5-5 0,-5 4 0,-8 7 0,85-52 0,-20 13 0,-65 31 0,0-14 0,22-10 0,63-22 0,-112 45 0,77-32 0,26-10 0,-42 11 0,4-1 0,44-13 0,0-1 0,-29 6 0,25-7 0,0 1 0,-33 12 0,33-9 0,0-2 0,-29 6 0,28-7 0,0 0 0,0 1 0,-36 17 0,-49 16 0,51-15 0,23-11 0,-41 25 0,62-32 0,5-4 0,0 1 0,0 1 0,0-1 0,0 1 0,1-1 0,0 1 0,0 1 0,-7 8 0,-8 12 0,8-10 0,0 0 0,-9 19 0,-30 58 0,38-74 0,-1 0 0,-26 29 0,17-21 0,-15 24 0,13-25 0,20-23 0,0 1 0,1 1 0,0-1 0,-1 0 0,1 1 0,-4 6 0,-34 45 0,18-29 0,20-23 0,0 0 0,1 0 0,-1 0 0,0 0 0,1 0 0,0 0 0,0 1 0,-2 3 0,1-2 0,0-1 0,1 0 0,-2 1 0,1-2 0,0 1 0,-1 0 0,-7 6 0,-11 12 0,2 0 0,0-1 0,-44 36 0,48-46 0,1-1 0,-1-1 0,-1 0 0,-20 8 0,4-2 0,3 1 0,24-12 0,-1 0 0,0 0 0,0-1 0,-15 6 0,14-7 0,-1 2 0,1-1 0,0 1 0,-11 7 0,13-6 0,-1-1 0,0-1 0,1 1 0,-2-1 0,1-1 0,-15 5 0,5-3 0,0 0 0,1 1 0,-22 11 0,-24 6 0,1 3 0,47-19 0,0 0 0,0-1 0,-24 6 0,22-7 0,0 1 0,-22 9 0,24-8 0,0-1 0,0-1 0,-24 5 0,23-6 0,0 1 0,1 0 0,-25 11 0,28-10 0,-1 0 0,0-1 0,0 0 0,0-1 0,0-1 0,-19 3 0,8-3 0,-1 1 0,2 1 0,-32 10 0,32-9 0,0 0 0,0 0 0,0-2 0,0-1 0,0-1 0,-32-2 0,50 0 0,0 0 0,-1 0 0,1-1 0,0 1 0,0-1 0,0 0 0,0 0 0,-5-3 0,5 2 0,0 1 0,0-1 0,-1 1 0,1 0 0,-1 1 0,-8-3 0,0 1 0,1 0 0,-1-1 0,-22-11 0,-15-4 0,50 19 0,0 0 0,-1 0 0,1 0 0,0 0 0,0 0 0,-1 0 0,1-1 0,0 1 0,0 0 0,-1 0 0,1 0 0,0 0 0,0 0 0,0-1 0,-1 1 0,1 0 0,0 0 0,0 0 0,0-1 0,0 1 0,-1 0 0,1 0 0,0 0 0,0-1 0,0 1 0,0 0 0,0 0 0,0-1 0,0 1 0,0 0 0,0 0 0,0-1 0,0 1 0,0 0 0,0 0 0,0-1 0,0 1 0,0 0 0,0-1 0,0 1 0,0 0 0,0 0 0,0-1 0,0 1 0,0 0 0,1 0 0,12-15 0,21-10 0,56-35 0,-23 26 0,45-34 0,5 9 0,-66 35 0,-32 16 0,26-16 0,-17 10 0,-23 12 0,0 0 0,0 0 0,0-1 0,0 1 0,-1-1 0,1 0 0,-1 0 0,0-1 0,0 1 0,0-1 0,0 0 0,3-6 0,-3 0 0,-2 0 0,1-1 0,-2 1 0,1-1 0,-1-21 0,-1-321 0,-1 345 0,1 0 0,-2 1 0,1-1 0,-1 0 0,0 1 0,0-1 0,-1 1 0,0 0 0,-4-9 0,-6-6 0,-23-29 0,17 25 0,12 17 0,-1 0 0,0 1 0,-1 0 0,0 0 0,0 1 0,-17-11 0,-19-14 0,29 18 0,1-1 0,1-1 0,-15-20 0,23 28 0,1-1 0,0 0 0,-5-13 0,-11-21 0,17 38 0,1-1 0,0 0 0,1 0 0,-1 0 0,1 0 0,0-1 0,1 1 0,0 0 0,0-1 0,0 1 0,1-1 0,0 0 0,0 1 0,2-11 0,0 3 0,1 0 0,0 1 0,2 0 0,-1 0 0,13-23 0,-4 9 0,1 2 0,1 0 0,2 1 0,22-27 0,-16 23 0,-18 20 0,1 1 0,0 0 0,8-8 0,29-40 0,-36 48 0,-1-1 0,0 0 0,6-10 0,11-13 0,33-42 0,-42 54 0,13-14 0,-4 9 0,-18 18 0,0 1 0,0-1 0,0 1 0,12-8 0,38-33 0,45-31 0,-53 36 0,45-47 0,-77 72 0,34-25 0,-28 20 0,-17 16 0,0 1 0,0 0 0,1 0 0,6-5 0,6-3 0,0-1 0,21-22 0,-21 18 0,27-19 0,35-29 0,-59 46 0,-1 0 0,-1-1 0,0-2 0,-2 1 0,0-2 0,15-30 0,7 6 0,72-155 0,-55 99 0,-47 83 0,-1 0 0,0 0 0,-2 0 0,5-36 0,-9 54 0,2-13 0,1-1 0,10-23 0,-9 29 0,-1-1 0,0 0 0,-1 0 0,-1 0 0,1-1 0,0-19 0,-3 26 0,1 0 0,-1 0 0,-1 1 0,1-1 0,-1 0 0,0 1 0,0-1 0,0 1 0,0-1 0,-1 1 0,0-1 0,0 1 0,0 0 0,-1 0 0,1 0 0,-5-6 0,4 7 0,1 0 0,0 0 0,1-1 0,-1 1 0,1-1 0,-1 1 0,0-5 0,-9-20 0,3 15 0,-1 0 0,0 1 0,-1-1 0,0 2 0,-15-14 0,2 1 0,20 20 0,-1-1 0,0 1 0,0 0 0,-9-7 0,-8-10 0,19 19 0,0-1 0,0 1 0,-1-1 0,1 1 0,0 0 0,-1 0 0,1 0 0,-1 0 0,-3-2 0,-4-2 0,0 1 0,1-2 0,0 0 0,-12-11 0,4 3 0,-19-17 0,11 11 0,-30-21 0,29 26 0,-14-9 0,34 22 0,-1 0 0,1 0 0,-1 0 0,0 1 0,0 0 0,0 1 0,0-1 0,0 1 0,-8 0 0,-13-3 0,-113-22 0,81 20 0,14 2 0,2 0 0,-83 4 0,51 2 0,-11 0 0,-90-4 0,145-2 0,-33-1 0,-4 4 0,-56 2 0,118 1 0,0 0 0,1 0 0,-1 1 0,1 0 0,0 0 0,-1 0 0,2 1 0,-1 0 0,0 0 0,-6 7 0,-10 6 0,-81 61 0,13-27 0,76-43 0,1 0 0,-16 6 0,-13 8 0,6-2 0,-32 21 0,-5 7 0,-19 19 0,-58 54 0,112-86 0,9-10 0,1 1 0,1 1 0,-25 35 0,2-1 0,39-51 0,8-7 0,0-1 0,1 1 0,-1 0 0,1 0 0,0 0 0,-4 6 0,-16 20 0,17-25 0,2 0 0,-1 0 0,0 1 0,-4 8 0,4-5 0,-1-1 0,0 0 0,0-1 0,-10 11 0,9-11 0,0 1 0,0 0 0,-9 15 0,-31 44 0,42-61 0,1 1 0,-1-1 0,-1 0 0,-5 6 0,-13 14 0,15-14 0,-1 0 0,0-1 0,-1-1 0,0 0 0,-14 11 0,-66 47 0,-23 29 0,45-37 0,6-9 0,48-38 0,-18 13 0,26-21 0,-1 1 0,1 0 0,-9 8 0,10-8 0,0 0 0,-1 0 0,0 0 0,-8 4 0,-4 2 0,1 0 0,-25 22 0,19-14 0,13-11 0,0 0 0,-17 8 0,-118 68 0,55-40 0,90-44 0,-105 48 0,82-39 0,-23 7 0,28-11 0,-35 14 0,41-14 0,0 0 0,0-1 0,-1 0 0,1-1 0,-1-1 0,-19 2 0,16-2 0,0 1 0,0 0 0,1 1 0,-1 0 0,-21 11 0,22-10 0,0 2 0,11-6 0,1 1 0,-1 0 0,0-1 0,1 0 0,-1 0 0,0 0 0,0-1 0,-5 1 0,-3 0 0,1 1 0,-1 0 0,1 1 0,-1 0 0,1 1 0,-20 9 0,15-6 0,0 0 0,-18 3 0,20-5 0,0 0 0,1 1 0,0 1 0,0 0 0,0 1 0,-16 13 0,13-10 0,-113 91 0,94-67 0,26-28 0,1 0 0,-1 1 0,-8 11 0,-5 4 0,8-5 0,12-15 0,1 0 0,-1-1 0,0 1 0,0-1 0,0 0 0,-1 1 0,1-1 0,-4 2 0,0 1 0,-1 0 0,1 0 0,1 1 0,-1 0 0,-6 10 0,-5 4 0,-25 29 0,-31 32 0,51-53 0,18-22 0,0 0 0,-1-1 0,1 0 0,-9 8 0,10-10 0,-1 1 0,1 0 0,0-1 0,-6 10 0,-13 14 0,-36 37 0,43-48 0,0 1 0,-26 38 0,33-44 0,-1-1 0,0 1 0,0-2 0,-1 1 0,-1-1 0,0-1 0,0 0 0,0-1 0,-1 0 0,-13 6 0,-60 47 0,16-15 0,34-25 0,24-13 0,0-1 0,-19 8 0,-14 7 0,35-16 0,0 0 0,0-1 0,-18 7 0,-2-2 0,-34 16 0,-21 7 0,-57 15 0,80-27 0,29-10 0,-34 9 0,40-13 0,-38 16 0,41-14 0,1 0 0,-38 7 0,34-10 0,-43 16 0,48-14 0,0-1 0,0 0 0,-32 3 0,-19 3 0,54-7 0,0-2 0,1 0 0,-25 0 0,-44 1 0,39 0 0,-38 4 0,-33 2 0,-261-10 0,368 1 0,0 0 0,1 1 0,-1 0 0,1 1 0,0 0 0,-1 1 0,1 0 0,1 0 0,-1 1 0,-12 9 0,10-5 0,0 2 0,1-1 0,1 1 0,-14 19 0,-18 18 0,39-45 0,0 1 0,1 0 0,0 0 0,-1 0 0,1 0 0,-2 6 0,-7 14 0,4-13 0,1 1 0,0 0 0,-6 19 0,10-18 0,0-1 0,0 1 0,2 0 0,-1 0 0,4 21 0,-2 7 0,-2 45 0,3 92 0,0-168 0,0 0 0,1 0 0,0-1 0,1 1 0,0-1 0,7 13 0,-4-10 0,20 39 0,20 44 0,-29-66 0,-15-25 0,0 1 0,0 0 0,-1-1 0,1 1 0,-1 0 0,3 8 0,-1 0 0,1-1 0,0 1 0,1-1 0,10 15 0,7 15 0,-20-38 0,0 1 0,0-1 0,0 0 0,0 0 0,5 4 0,-5-4 0,0-1 0,0 0 0,0 1 0,0 0 0,-1-1 0,1 1 0,-1 0 0,2 5 0,-1-3 0,-1 0 0,1 0 0,1 0 0,-1-1 0,6 7 0,13 23 0,-17-24 0,1 0 0,0 0 0,1-1 0,0 0 0,11 12 0,35 39 0,-49-56 0,0 0 0,0 0 0,1-1 0,0 1 0,7 5 0,-9-7 0,0 0 0,0 1 0,0-1 0,0 1 0,0 0 0,-1-1 0,4 9 0,12 17 0,-15-25 0,0 0 0,0 1 0,-1-1 0,0 1 0,0 0 0,0 0 0,0 0 0,1 6 0,5 16 0,40 66 0,-44-87 0,0 0 0,0 0 0,0 0 0,1-1 0,7 8 0,2 2 0,5 6 0,33 27 0,-40-38 0,5 5 0,30 20 0,-30-18 0,-15-15 0,0 0 0,-1 0 0,1 0 0,0 0 0,0 0 0,0 0 0,1-1 0,-1 1 0,5 2 0,-1-1 0,0 1 0,0 0 0,0 0 0,-1 1 0,1-1 0,7 10 0,-7-8 0,-1-1 0,1 1 0,0-1 0,1 0 0,8 4 0,0 1 0,0 0 0,-1 0 0,22 21 0,-28-25 0,0 0 0,0-1 0,1 0 0,0 0 0,0-1 0,15 5 0,12 6 0,-24-10 0,1-1 0,0 1 0,1-2 0,20 3 0,7 2 0,-27-4 0,0 1 0,-1 1 0,20 10 0,8 3 0,-35-16 0,0 1 0,0 0 0,0 0 0,0 1 0,-1 0 0,1 0 0,-1 0 0,6 8 0,24 21 0,-27-28 0,-1 0 0,1 1 0,-1 0 0,-1 0 0,9 11 0,1-2 0,-13-14 0,-1 0 0,1 1 0,-1-1 0,0 1 0,1-1 0,-1 1 0,2 3 0,18 25 0,-18-26 0,1 0 0,-2 0 0,1 0 0,4 9 0,-6-10 0,1-1 0,-1 0 0,0 0 0,1 0 0,0 0 0,-1 0 0,7 4 0,12 14 0,23 32 0,-20-25 0,22 21 0,-29-31 0,0 0 0,14 21 0,7-1 0,-28-25 0,0-2 0,1 1 0,1-1 0,-1-1 0,1 0 0,23 13 0,-25-15 0,-1 0 0,0 0 0,0 0 0,0 1 0,-1 1 0,12 17 0,-3-10-1365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09:57:29.524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1 396 24575,'0'6'0,"0"0"0,1 0 0,0 1 0,0-1 0,0 0 0,1 0 0,0-1 0,0 1 0,1 0 0,-1-1 0,1 1 0,6 8 0,-1-1 0,-6-9 0,0 0 0,1 0 0,0 0 0,0 0 0,0 0 0,4 3 0,26 32 0,-7-5 0,91 103 0,-72-75 0,-21-27 0,-18-25 0,0 0 0,1-1 0,13 14 0,33 38 0,-38-43 0,-13-15 0,1 0 0,-1 1 0,1-1 0,0 0 0,0 0 0,4 2 0,1 1 0,0 1 0,-1 0 0,0 0 0,-1 0 0,1 1 0,6 12 0,12 13 0,17 4 0,-37-33 0,0 0 0,0-1 0,0 0 0,0 0 0,1 0 0,-1 0 0,1-1 0,0 0 0,0 0 0,0 0 0,0-1 0,7 1 0,3 2 0,23 11 0,-32-12 0,0 0 0,0 0 0,0-1 0,0 0 0,10 2 0,-3-1 0,-1 0 0,1 0 0,-1 2 0,25 11 0,14 4 0,-23-12 0,-21-6 0,0 0 0,0 0 0,0 1 0,0 0 0,9 5 0,-9-4 0,0-1 0,0 0 0,0 0 0,0-1 0,1 0 0,11 1 0,30 9 0,-45-10 0,1-1 0,0 1 0,0-1 0,0 0 0,0 0 0,0-1 0,0 0 0,1 0 0,-1 0 0,0-1 0,9-2 0,2-2 0,0-1 0,25-12 0,-10 4 0,40-14 0,-15-1 0,41-22 0,-27 7 0,14-27 0,-69 56 0,-1 0 0,-1-1 0,18-26 0,-23 29 0,1 0 0,1 1 0,0 0 0,1 0 0,13-10 0,-19 17 0,1 1 0,0 0 0,-1 0 0,1 0 0,0 1 0,1 0 0,-1 1 0,1-1 0,-1 1 0,11-1 0,-12 1 0,0 0 0,0 0 0,-1-1 0,10-6 0,8-3 0,43-16 0,9-7 0,-48 27 0,-19 6 0,-1 0 0,0 0 0,0 0 0,0-1 0,0 0 0,-1 0 0,1-1 0,-1 0 0,0 0 0,9-7 0,6-12 0,-13 14 0,0 1 0,16-13 0,24-18 0,-32 25 0,0 1 0,1 1 0,20-12 0,54-38 0,-81 56 0,0-2 0,-1 1 0,11-12 0,-5 4 0,40-41 0,-4-5 0,-22 34 0,-17 15 0,1 0 0,0 1 0,23-14 0,-6 5 0,-23 14 0,1 1 0,-1 0 0,1 1 0,0 0 0,15-5 0,-1 1 0,32-16 0,1 0 0,-20 9 0,-24 10 0,1 0 0,0 0 0,1 1 0,-1 1 0,16-3 0,42-3 0,-39 5 0,18 0 0,21-5 0,-18 1 0,-34 4 0,1 2 0,25-1 0,-5-1 0,-33 3 0,0 0 0,1 0 0,-1 1 0,1 0 0,-1 0 0,0 1 0,12 1 0,51 23 0,-29-10 0,-27-9 0,1 0 0,-1 1 0,15 11 0,24 12 0,27 5 0,-57-24 0,-1 1 0,22 16 0,-23-14 0,1-2 0,25 13 0,-34-21 0,1 0 0,-1-1 0,17 3 0,20 4 0,-26-3 0,0 0 0,37 4 0,-52-10 0,0 1 0,0 0 0,0 1 0,0 0 0,15 7 0,-16-6 0,0-1 0,0 0 0,0 0 0,0 0 0,0-1 0,1-1 0,11 2 0,87 6 0,-91-8 0,1 0 0,-1 2 0,23 6 0,-7-2 0,30 8 0,18-6 0,-47-7 0,76 3 0,-61-5 0,58 1 0,-94 0 0,1 2 0,-1 0 0,11 4 0,27 5 0,-9-5 0,40 4 0,-41-8 0,67 2 0,-5 3 0,-95-7 0,99 9 0,-85-8 0,1 2 0,-1 0 0,0 1 0,26 10 0,-14-7 0,7 3 0,-9 4 0,-23-11 0,0 0 0,1-1 0,-1 1 0,1-2 0,0 1 0,9 1 0,-1-1 0,-1 1 0,0 1 0,25 11 0,12 4 0,-46-18 0,0 0 0,-1 1 0,1 0 0,-1 0 0,0 0 0,1 1 0,7 7 0,-1-1 0,35 14 0,-33-14 0,1-1 0,26 11 0,10 6 0,-32-16 0,39 15 0,-50-22 0,12 3 0,-18-6 0,1 1 0,0 0 0,-1 0 0,1-1 0,0 2 0,-1-1 0,1 0 0,-1 0 0,0 1 0,1-1 0,-1 1 0,4 4 0,6 6 0,-7-7 0,0 0 0,0 0 0,0 1 0,4 7 0,22 35 0,15 24 0,-44-66 0,0 1 0,0-1 0,0 0 0,1 10 0,4 13 0,-4-18 0,-1 1 0,0-1 0,1 19 0,0 4 0,7 79 0,-8 49 0,-3-86 0,-1-61 0,0 0 0,0 0 0,-1 0 0,-1-1 0,-1 1 0,0-1 0,0 0 0,-9 13 0,3-2 0,-2 0 0,-24 34 0,22-32 0,12-21 0,-1-1 0,1 1 0,-1-1 0,-5 8 0,-44 52 0,16-23 0,17-18 0,-2-1 0,-32 28 0,52-50 0,-18 16 0,-2-1 0,0-1 0,-36 19 0,43-27 0,0 0 0,-1-1 0,0 0 0,0-2 0,-1 1 0,-19 1 0,18-4 0,1 2 0,-28 8 0,-19 4 0,-65 12 0,5-2 0,78-16 0,13-2 0,-1-2 0,0-1 0,-49 1 0,13-8 0,-89 4 0,27 16 0,114-15 0,0 0 0,1 1 0,-17 7 0,-3 0 0,-41 3 0,70-12 0,0 2 0,0-1 0,1 1 0,-1 0 0,1 1 0,-12 9 0,-14 8 0,-82 43 0,37-28 0,52-26 0,1 0 0,0 2 0,0 1 0,-36 28 0,57-39 0,-1 0 0,0 0 0,0 0 0,-1-1 0,-8 3 0,-9 4 0,-54 33 0,-28 6 0,8 1 0,55-32 0,28-11 0,-1 0 0,0-1 0,1 0 0,-28 4 0,24-6 0,0 1 0,1 1 0,-1 0 0,-20 11 0,-26 7 0,43-16 0,1 1 0,-20 12 0,3-3 0,-78 42 0,82-37 0,-10 4 0,25-15 0,0 0 0,0 1 0,-30 26 0,35-27 0,-66 55 0,75-62 0,1-1 0,-1 1 0,1 0 0,0 0 0,-4 6 0,-13 14 0,15-18 0,0 0 0,1 1 0,0-1 0,0 1 0,0 0 0,-4 11 0,-7 12 0,-2 5 0,11-22 0,0-2 0,-15 23 0,-14 6 0,25-30 0,0 1 0,1 0 0,0 0 0,-13 25 0,18-31 0,0 0 0,1 0 0,-1-1 0,-1 0 0,1 0 0,-1 0 0,1 0 0,-1-1 0,0 0 0,-1 0 0,-8 4 0,-25 17 0,32-19 0,-1 0 0,1 0 0,-1-1 0,-13 5 0,13-6 0,0 1 0,0 0 0,0 1 0,-11 7 0,14-8 0,0-1 0,-1 1 0,0-1 0,0-1 0,-9 4 0,9-4 0,1 0 0,-1 0 0,1 1 0,-1 0 0,1 0 0,0 0 0,-7 6 0,8-5 0,-1 0 0,0-1 0,0 0 0,0 0 0,0 0 0,-6 2 0,6-3 0,1 0 0,0 0 0,0 0 0,0 0 0,0 1 0,0 0 0,0 0 0,1 0 0,-1 0 0,1 0 0,-3 5 0,-10 16 0,10-14 0,0-1 0,-1 0 0,-14 15 0,11-13 0,6-8 0,1 1 0,-1-1 0,0 0 0,1 0 0,-1 0 0,-1 0 0,-7 3 0,6-2 0,0-1 0,1 1 0,-1 0 0,-6 6 0,-21 12 0,-16 11 0,14-9 0,19-14 0,1 0 0,0 1 0,-22 23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09:57:33.701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1254 0 24575,'-3'1'0,"1"-1"0,-1 0 0,0 1 0,0 0 0,1-1 0,-1 1 0,1 0 0,-1 0 0,1 0 0,-1 1 0,1-1 0,0 1 0,-1-1 0,-1 3 0,-29 31 0,21-20 0,-8 16 0,-2 1 0,2-8 0,-21 32 0,16-20 0,12-12 0,12-21 0,0 0 0,-1 0 0,1 0 0,-1 0 0,0 0 0,0-1 0,0 1 0,0 0 0,0-1 0,-3 3 0,-2 1 0,1 0 0,1 0 0,-1 0 0,-5 10 0,-10 11 0,14-20 0,1 1 0,1 0 0,-8 13 0,9-12 0,-1-1 0,0-1 0,0 1 0,-8 7 0,-18 34 0,3-9 0,22-30 0,0 0 0,-1 0 0,-12 12 0,-17 32 0,32-51 0,1 1 0,0-1 0,1 1 0,-1 0 0,1 0 0,-3 6 0,-4 6 0,-12 18 0,-13 22 0,30-49 0,-1 1 0,0-1 0,0 0 0,-9 8 0,7-7 0,1 0 0,-11 15 0,-39 53 0,48-65 0,5-6 0,-1 0 0,1 1 0,0 0 0,0-1 0,-2 8 0,0 0 0,-1 0 0,-10 16 0,-9 22 0,21-43 0,0 0 0,0 0 0,-8 11 0,7-14 0,2 1 0,-1-1 0,1 1 0,0 1 0,0-1 0,0 0 0,-1 8 0,2-8 0,0-1 0,0 0 0,-1 1 0,1-1 0,-1 0 0,-1-1 0,-4 8 0,3-7 0,1 1 0,0 0 0,1 0 0,-6 12 0,4-4 0,-2 0 0,-14 23 0,-7 15 0,26-48 0,-1 0 0,0 0 0,0 0 0,0 0 0,0-1 0,-5 5 0,-7 7 0,8-7 0,0-1 0,-1 0 0,-9 7 0,-15 14 0,-21 25 0,20-16 0,9-13 0,21-21 0,-1 0 0,1-1 0,0 1 0,0 1 0,1-1 0,-1 0 0,1 1 0,-1-1 0,-1 6 0,-15 24 0,15-27 0,1-1 0,-1 1 0,1-1 0,1 1 0,-1 0 0,-2 8 0,4-7 0,-2 2 0,1 0 0,1 0 0,0 1 0,-1 10 0,2-17 0,1-1 0,-1 1 0,0 0 0,1-1 0,0 1 0,-1-1 0,1 1 0,0-1 0,0 0 0,0 1 0,1-1 0,-1 0 0,0 0 0,1 1 0,0-1 0,-1 0 0,1-1 0,0 1 0,4 3 0,21 13 0,31 15 0,-26-16 0,-19-9 0,0 0 0,0 1 0,0 1 0,-1 0 0,-1 0 0,0 1 0,0 0 0,9 14 0,29 27 0,-30-31 0,1 0 0,1-1 0,44 33 0,-36-34 0,12 9 0,-35-23 0,0-1 0,0 0 0,1 0 0,0-1 0,-1 0 0,14 4 0,23 12 0,-33-14 0,0 0 0,0-1 0,0-1 0,12 3 0,21 8 0,-18-4 0,1-1 0,35 8 0,-52-14 0,1 0 0,-1 1 0,-1 0 0,1 1 0,0 0 0,8 7 0,11 6 0,48 33 0,-68-45 0,0 0 0,0 0 0,12 14 0,2 1 0,79 61 0,-39-28 0,-43-41 0,-9-6 0,-1 0 0,15 15 0,-18-17 0,0 0 0,0 0 0,1-1 0,10 6 0,13 8 0,46 26 0,-50-29 0,-16-9 0,0 0 0,-1 0 0,0 0 0,0 1 0,12 13 0,68 71 0,-60-68 0,-20-16 0,0 1 0,14 14 0,-17-17 0,-1 0 0,1-1 0,0 1 0,10 4 0,1 2 0,65 53 0,-40-29 0,-34-29 0,0 1 0,0 1 0,-1-1 0,0 1 0,0 0 0,7 12 0,29 60 0,-31-56 0,10 28 0,5 12 0,-18-42 0,3 7 0,1-7 0,17 41 0,-1 0 0,-10-22 0,-13-27 0,0 0 0,9 13 0,-11-19 0,0 0 0,0 0 0,-1 0 0,0 0 0,2 12 0,-3-11 0,0 0 0,1-1 0,0 1 0,8 14 0,-5-12 0,-1 0 0,0 0 0,-1 1 0,0 0 0,-1 0 0,0 0 0,0 0 0,0 24 0,-1-22 0,1-1 0,5 16 0,-4-16 0,0 0 0,2 19 0,2 13 0,-5-34 0,-1 0 0,0 0 0,0 17 0,-1-16 0,0 0 0,1-1 0,0 1 0,6 15 0,4 28 0,2 10 0,-9-44 0,3 28 0,10 67 0,-14-87 0,1 1 0,17 55 0,-14-40 0,-5-21 0,30 128 0,-22-98 0,-9-43 0,-1 0 0,2 0 0,-1-1 0,1 1 0,1-1 0,9 18 0,-9-18 0,0 0 0,-1 0 0,0 0 0,-1 0 0,0 0 0,1 18 0,1 1 0,1-5 0,14 43 0,-17-62 0,33 103 0,9 15 0,-20-73 0,-18-41 0,-1 0 0,0 1 0,-1 0 0,0 0 0,3 13 0,-4-14 0,0 0 0,0 0 0,1 0 0,7 11 0,-6-10 0,0 0 0,7 20 0,-8-20 0,0-1 0,0 1 0,1-1 0,8 12 0,-7-11 0,0 0 0,-1 0 0,6 15 0,-7-16 0,0 1 0,0-1 0,8 11 0,-6-11 0,-1 0 0,-1 0 0,5 11 0,14 26 309,-19-39-518,0 0-1,0 0 1,-1 0 0,0 1 0,0-1-1,-1 1 1,3 12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09:57:41.572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956 1 24575,'3'0'0,"0"0"0,0 0 0,-1 0 0,1 0 0,0 1 0,0-1 0,-1 1 0,1 0 0,0 0 0,-1 0 0,1 0 0,3 2 0,-3 0 0,1 0 0,-1 1 0,1-1 0,-1 1 0,0 0 0,3 5 0,1 3 0,0 0 0,-1 0 0,0 1 0,4 14 0,0-3 0,1-1 0,22 32 0,-17-29 0,15 35 0,-25-49 0,1 0 0,11 15 0,8 16 0,15 16 0,16 28 0,-54-83 0,-1 0 0,1 0 0,0-1 0,1 1 0,-1-1 0,7 5 0,14 18 0,29 41 0,-47-60 0,-1-1 0,1 0 0,10 8 0,10 13 0,12 7 0,-8-8 0,-23-19 0,0 0 0,1-1 0,0-1 0,0 1 0,1-1 0,8 3 0,-13-6 0,6 4 0,-1 0 0,16 13 0,-2-1 0,46 35 0,59 33 0,-120-82 0,1 1 0,-1-2 0,1 1 0,0-1 0,0 0 0,13 1 0,24 9 0,-25-4 0,-12-5 0,0-1 0,0 1 0,13 2 0,-18-5 0,1 0 0,-1 1 0,0 0 0,0 0 0,0 0 0,0 1 0,0-1 0,0 1 0,5 5 0,-5-5 0,0 1 0,0-1 0,0 0 0,0 0 0,1-1 0,0 1 0,7 2 0,-3-1 0,-1 0 0,1 0 0,-1 1 0,0 0 0,-1 0 0,1 1 0,-1 0 0,0 1 0,0 0 0,8 10 0,23 21 0,9 12 0,21 33 0,-52-67 0,-13-13 0,0 0 0,0 0 0,0 0 0,0 0 0,3 6 0,-4-6 0,1 1 0,0 0 0,0-1 0,0 1 0,1-1 0,4 4 0,-5-5 0,0 1 0,0-1 0,0 1 0,0 0 0,-1 0 0,1 0 0,-1 0 0,0 1 0,2 3 0,-1-1 0,0-1 0,1 0 0,-1 0 0,1 0 0,8 7 0,11 15 0,-2 4 0,-7-12 0,13 27 0,-14-22 0,-5-7 0,1-1 0,8 29 0,0 0 0,-12-33 0,0 1 0,-1 0 0,0 0 0,2 18 0,-2-7 0,-3-17 0,1 0 0,-1 1 0,-1-1 0,1 1 0,-1-1 0,-1 10 0,0-16 0,1 1 0,-1 0 0,1-1 0,-1 1 0,0-1 0,1 1 0,-1-1 0,0 1 0,0-1 0,0 0 0,0 1 0,0-1 0,0 0 0,-1 0 0,1 0 0,0 0 0,-1 0 0,1 0 0,0 0 0,-1 0 0,1-1 0,-1 1 0,0 0 0,1-1 0,-1 1 0,1-1 0,-1 0 0,0 1 0,1-1 0,-1 0 0,0 0 0,-3-1 0,-20 2 0,0-1 0,0-2 0,0 0 0,-38-10 0,40 5 0,0 0 0,-26-13 0,-66-26 0,41 19 0,34 11 0,-1 2 0,-43-9 0,15 3 0,54 14 0,0 1 0,0 0 0,-1 2 0,-28-4 0,38 6 0,-1 0 0,0-1 0,1 1 0,-1-1 0,1 0 0,0-1 0,0 0 0,-11-6 0,-15-7 0,19 11 0,0 2 0,-22-4 0,-11-4 0,28 7 0,-34-5 0,34 7 0,0-1 0,-18-5 0,25 5 0,-1 1 0,0 0 0,-12 0 0,-8-1 0,11 0 0,-117-14 0,120 14 0,0-1 0,0 0 0,-30-12 0,27 8 0,-10-3 0,17 5 0,0 1 0,-24-5 0,-22-2 0,-39-6 0,52 11 0,24 3 0,0 1 0,-25 0 0,20-2 0,24 4 0,1 0 0,0 0 0,0 1 0,-1-1 0,1 1 0,0 0 0,0 0 0,-1 0 0,1 0 0,-5 1 0,8-1 0,0 0 0,0 0 0,-1 0 0,1 0 0,0 1 0,0-1 0,-1 0 0,1 0 0,0 0 0,0 0 0,0 0 0,-1 0 0,1 1 0,0-1 0,0 0 0,0 0 0,0 0 0,-1 0 0,1 1 0,0-1 0,0 0 0,0 0 0,0 0 0,0 1 0,0-1 0,0 0 0,0 0 0,-1 1 0,1-1 0,0 0 0,0 0 0,0 0 0,0 1 0,0-1 0,0 0 0,0 0 0,0 1 0,1-1 0,-1 0 0,0 1 0,8 10 0,14 7 0,64 40 0,-54-37 0,58 50 0,-83-65 0,-1 0 0,-1 1 0,1 0 0,-1 0 0,0 1 0,6 13 0,12 17 0,21 14 0,-6 0 0,-26-33 0,30 32 0,-18-25 0,-16-15 0,1-1 0,16 12 0,71 63 0,-3-19 0,-88-62 0,2 2 0,1 1 0,0-1 0,15 8 0,-13-8 0,-1 0 0,-1 1 0,1 0 0,9 11 0,10 8 0,90 73 0,-109-91 0,0-1 0,21 12 0,-5 1 0,-22-17 0,1 1 0,0-1 0,0 0 0,1 0 0,6 4 0,-2-3 0,-2 1 0,1 0 0,13 11 0,8 5 0,32 24 0,-44-32 0,1 0 0,0 0 0,24 11 0,-4-3 0,13 6 0,-43-24 0,-1 1 0,0 0 0,0 0 0,8 8 0,22 12 0,5 2 0,-34-19 0,0-2 0,1 1 0,17 7 0,-13-6 0,1-1 0,13 11 0,10 5 0,-6-6 0,42 16 0,-67-29 0,0 0 0,0 0 0,0 1 0,0-1 0,9 10 0,-8-8 0,-1 1 0,1-2 0,10 7 0,-9-5 0,0 0 0,0 0 0,-1 1 0,0 0 0,8 11 0,-14-16 0,22 20 0,-18-17 0,0-1 0,-1 1 0,1 0 0,-1 1 0,0-1 0,0 1 0,0 0 0,3 7 0,-5-8 0,0-1 0,0 0 0,1 0 0,-1 0 0,1-1 0,0 1 0,4 3 0,-3-3 0,-1 0 0,1 0 0,-1 0 0,0 0 0,3 8 0,26 44 0,8 44 0,-32-84 0,3 9 0,1-1 0,23 34 0,-32-52 0,1 1 0,-2 0 0,1 0 0,-1 0 0,0 0 0,0 0 0,-1 0 0,0 1 0,0-1 0,0 1 0,-1-1 0,-1 0 0,0 11 0,0-17 0,1 0 0,-1 1 0,1-1 0,-1 0 0,0 1 0,1-1 0,-1 0 0,0 0 0,0 0 0,0 0 0,0 0 0,0 0 0,0 0 0,0 0 0,0 0 0,0 0 0,0 0 0,-2 0 0,-30 15 0,13-7 0,1 2 0,13-7 0,-1 1 0,0-2 0,0 1 0,-1-1 0,-7 2 0,4-1 0,-1 1 0,1 0 0,-16 10 0,18-10 0,0 0 0,0 0 0,0-1 0,-1 0 0,-18 4 0,12-4 0,-1 1 0,-30 13 0,-13 5 0,-40 12 0,-92 56 0,144-69 0,12 0 0,31-18 0,-1 0 0,1-1 0,-1 0 0,0 0 0,0 0 0,-7 2 0,1-1 0,1 1 0,0 0 0,1 0 0,-15 10 0,-24 12 0,-27 16 0,-32 16 0,14-16 0,49-21 0,36-17 0,-1 0 0,1 0 0,-1-1 0,0 0 0,-14 2 0,9-2 0,0 1 0,0 0 0,-19 10 0,17-8 0,1 0 0,-21 5 0,16-5 0,0 0 0,-23 12 0,-15 6 0,45-20 0,-23 8 0,-40 8 0,64-17 0,1 0 0,0 0 0,-17 10 0,17-8 0,0-1 0,0 0 0,-18 4 0,17-5 0,0 1 0,1 0 0,0 1 0,-17 10 0,23-13 0,-107 47 0,105-46 0,-1-1 0,1 0 0,-1 0 0,-15 3 0,15-5 0,0 1 0,0 1 0,1-1 0,-1 2 0,-10 4 0,7-2 0,1 0 0,-1-1 0,-17 4 0,16-5 0,-1 0 0,-16 10 0,17-8 0,0-1 0,-23 7 0,18-6 0,12-4 0,-1 1 0,1 1 0,-1-1 0,1 1 0,0 0 0,-6 6 0,5-4 0,0-1 0,-1 0 0,-12 6 0,-12 10 0,28-18 0,1 0 0,-1 0 0,1-1 0,-1 0 0,0 0 0,0 0 0,0 0 0,0 0 0,0-1 0,0 0 0,-8 2 0,-58 7 0,60-9 0,0 1 0,-1 0 0,1 0 0,0 1 0,1 1 0,-1 0 0,0 0 0,-14 10 0,22-13 0,-1 0 0,1 1 0,0-1 0,-1 0 0,1 1 0,0-1 0,0 1 0,0 0 0,0 0 0,1 0 0,-1 0 0,1 0 0,-1 0 0,1 0 0,-1 1 0,1-1 0,0 0 0,0 1 0,0-1 0,0 4 0,-4 17 0,2-1 0,0 1 0,2 0 0,0 0 0,5 39 0,-4-60 0,0 1 0,1-1 0,0 1 0,-1-1 0,1 1 0,0-1 0,0 0 0,0 1 0,1-1 0,-1 0 0,0 0 0,1 0 0,-1 0 0,1 0 0,0 0 0,0 0 0,0-1 0,0 1 0,0-1 0,0 1 0,0-1 0,0 0 0,1 0 0,-1 0 0,0 0 0,1 0 0,-1 0 0,1-1 0,-1 1 0,5 0 0,0-1 0,-1 1 0,1-1 0,0 0 0,-1 0 0,1-1 0,0 0 0,-1 0 0,1-1 0,-1 0 0,11-4 0,3-1 0,-1 1 0,1 1 0,0 1 0,32-3 0,-39 5 0,19-1 0,53 3 0,-34 1 0,-36 0 0,1 1 0,22 5 0,16 2 0,42 8 0,-56-8 0,-33-7 0,0 0 0,1 0 0,-1-1 0,13 1 0,28-3 0,1-1 0,93-19 0,-89 10 0,0 3 0,105-3 0,-61 2 0,-69 9 0,-1-2 0,1-1 0,46-11 0,-52 10 0,0 1 0,0 1 0,0 1 0,35 3 0,-6-1 0,-35 0 0,0 1 0,0 0 0,0 1 0,24 8 0,-31-7 0,0 0 0,-1 0 0,1 1 0,10 8 0,25 13 0,-32-20 0,0 1 0,0 0 0,15 13 0,16 10 0,-24-17 0,-17-10 0,1-1 0,0 0 0,-1 0 0,1 0 0,0-1 0,0 1 0,1-1 0,-1 0 0,5 2 0,0 0 0,-1 0 0,1 0 0,0 1 0,-1 0 0,0 0 0,13 11 0,8 4 0,29 17 0,-41-26 0,0-1 0,26 22 0,-11-8 0,30 22 0,30 21 0,-39-23 0,-34-26 0,-15-14 0,0 0 0,0 0 0,1 0 0,-1 0 0,7 3 0,19 10 0,-13-6 0,0-2 0,1 0 0,21 7 0,66 17 0,-33-17 0,-52-10 0,0 1 0,0 1 0,24 12 0,-39-17 0,0-1 0,0 0 0,1 0 0,-1 0 0,0-1 0,0 1 0,0-1 0,1 0 0,5 0 0,42-9 0,-14 2 0,-37 7 0,0 0 0,0 0 0,-1 0 0,1 0 0,0 0 0,0 1 0,0-1 0,-1 0 0,1 1 0,0-1 0,0 0 0,-1 1 0,1-1 0,0 1 0,-1-1 0,1 1 0,0-1 0,-1 1 0,1-1 0,-1 1 0,1 0 0,-1-1 0,1 1 0,-1 0 0,1 0 0,-1-1 0,0 1 0,1 0 0,-1 0 0,0-1 0,0 1 0,1 0 0,-1 0 0,0 0 0,0 0 0,0-1 0,0 3 0,-1 39 0,0-30 0,0 14 0,1 0 0,-6 48 0,2-61 0,1 0 0,-10 21 0,-5 19 0,16-49 0,1 1 0,-1 0 0,-1-1 0,1 1 0,-1-1 0,0 0 0,0 0 0,-5 5 0,4-4 0,0 0 0,0-1 0,1 2 0,0-1 0,-3 6 0,-50 101 0,51-101 0,-1 0 0,0 0 0,-11 14 0,9-13 0,0 0 0,-8 16 0,-15 38 0,4-9 0,20-45 0,1 0 0,0 1 0,1 0 0,-4 14 0,4-12 0,0 0 0,-2 0 0,0-1 0,-17 26 0,10-15 0,-25 41 0,33-58 0,1 1 0,-2-2 0,1 1 0,-1-1 0,0 0 0,-1 0 0,0-1 0,0 1 0,0-2 0,-14 7 0,-29 13 0,41-22 0,1 1 0,1 0 0,-1 0 0,0 1 0,1 0 0,0 1 0,-8 7 0,12-10 0,0 0 0,0 0 0,0-1 0,0 1 0,-1-1 0,-4 2 0,4-2 0,1 0 0,-1 1 0,0-1 0,1 1 0,-7 5 0,-14 16 0,-35 23 0,55-41 0,-1-1 0,1 1 0,0 0 0,0 1 0,1-1 0,0 1 0,0 0 0,0 0 0,-3 10 0,-8 14 0,10-21 0,1 0 0,1 0 0,0 0 0,-3 15 0,3-12 0,-1 0 0,-6 17 0,-6 0 292,12-22-706,-1 0-1,1 0 1,-6 17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09:57:23.657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10341 2118 24575,'-18'0'0,"1"-2"0,-21-4 0,20 2 0,1 2 0,-25-1 0,-25 2 0,-52 2 0,88 3 0,-34 8 0,47-7 0,1 1 0,0 1 0,1 0 0,-28 17 0,-26 20 0,-9 10 0,-5-5 0,-5 4 0,-8 7 0,85-52 0,-20 13 0,-65 31 0,0-14 0,22-10 0,63-22 0,-112 45 0,77-32 0,26-10 0,-42 11 0,4-1 0,44-13 0,0-1 0,-29 6 0,25-7 0,0 1 0,-33 12 0,33-9 0,0-2 0,-29 6 0,28-7 0,0 0 0,0 1 0,-36 17 0,-49 16 0,51-15 0,23-11 0,-41 25 0,62-32 0,5-4 0,0 1 0,0 1 0,0-1 0,0 1 0,1-1 0,0 1 0,0 1 0,-7 8 0,-8 12 0,8-10 0,0 0 0,-9 19 0,-30 58 0,38-74 0,-1 0 0,-26 29 0,17-21 0,-15 24 0,13-25 0,20-23 0,0 1 0,1 1 0,0-1 0,-1 0 0,1 1 0,-4 6 0,-34 45 0,18-29 0,20-23 0,0 0 0,1 0 0,-1 0 0,0 0 0,1 0 0,0 0 0,0 1 0,-2 3 0,1-2 0,0-1 0,1 0 0,-2 1 0,1-2 0,0 1 0,-1 0 0,-7 6 0,-11 12 0,2 0 0,0-1 0,-44 36 0,48-46 0,1-1 0,-1-1 0,-1 0 0,-20 8 0,4-2 0,3 1 0,24-12 0,-1 0 0,0 0 0,0-1 0,-15 6 0,14-7 0,-1 2 0,1-1 0,0 1 0,-11 7 0,13-6 0,-1-1 0,0-1 0,1 1 0,-2-1 0,1-1 0,-15 5 0,5-3 0,0 0 0,1 1 0,-22 11 0,-24 6 0,1 3 0,47-19 0,0 0 0,0-1 0,-24 6 0,22-7 0,0 1 0,-22 9 0,24-8 0,0-1 0,0-1 0,-24 5 0,23-6 0,0 1 0,1 0 0,-25 11 0,28-10 0,-1 0 0,0-1 0,0 0 0,0-1 0,0-1 0,-19 3 0,8-3 0,-1 1 0,2 1 0,-32 10 0,32-9 0,0 0 0,0 0 0,0-2 0,0-1 0,0-1 0,-32-2 0,50 0 0,0 0 0,-1 0 0,1-1 0,0 1 0,0-1 0,0 0 0,0 0 0,-5-3 0,5 2 0,0 1 0,0-1 0,-1 1 0,1 0 0,-1 1 0,-8-3 0,0 1 0,1 0 0,-1-1 0,-22-11 0,-15-4 0,50 19 0,0 0 0,-1 0 0,1 0 0,0 0 0,0 0 0,-1 0 0,1-1 0,0 1 0,0 0 0,-1 0 0,1 0 0,0 0 0,0 0 0,0-1 0,-1 1 0,1 0 0,0 0 0,0 0 0,0-1 0,0 1 0,-1 0 0,1 0 0,0 0 0,0-1 0,0 1 0,0 0 0,0 0 0,0-1 0,0 1 0,0 0 0,0 0 0,0-1 0,0 1 0,0 0 0,0 0 0,0-1 0,0 1 0,0 0 0,0-1 0,0 1 0,0 0 0,0 0 0,0-1 0,0 1 0,0 0 0,1 0 0,12-15 0,21-10 0,56-35 0,-23 26 0,45-34 0,5 9 0,-66 35 0,-32 16 0,26-16 0,-17 10 0,-23 12 0,0 0 0,0 0 0,0-1 0,0 1 0,-1-1 0,1 0 0,-1 0 0,0-1 0,0 1 0,0-1 0,0 0 0,3-6 0,-3 0 0,-2 0 0,1-1 0,-2 1 0,1-1 0,-1-21 0,-1-321 0,-1 345 0,1 0 0,-2 1 0,1-1 0,-1 0 0,0 1 0,0-1 0,-1 1 0,0 0 0,-4-9 0,-6-6 0,-23-29 0,17 25 0,12 17 0,-1 0 0,0 1 0,-1 0 0,0 0 0,0 1 0,-17-11 0,-19-14 0,29 18 0,1-1 0,1-1 0,-15-20 0,23 28 0,1-1 0,0 0 0,-5-13 0,-11-21 0,17 38 0,1-1 0,0 0 0,1 0 0,-1 0 0,1 0 0,0-1 0,1 1 0,0 0 0,0-1 0,0 1 0,1-1 0,0 0 0,0 1 0,2-11 0,0 3 0,1 0 0,0 1 0,2 0 0,-1 0 0,13-23 0,-4 9 0,1 2 0,1 0 0,2 1 0,22-27 0,-16 23 0,-18 20 0,1 1 0,0 0 0,8-8 0,29-40 0,-36 48 0,-1-1 0,0 0 0,6-10 0,11-13 0,33-42 0,-42 54 0,13-14 0,-4 9 0,-18 18 0,0 1 0,0-1 0,0 1 0,12-8 0,38-33 0,45-31 0,-53 36 0,45-47 0,-77 72 0,34-25 0,-28 20 0,-17 16 0,0 1 0,0 0 0,1 0 0,6-5 0,6-3 0,0-1 0,21-22 0,-21 18 0,27-19 0,35-29 0,-59 46 0,-1 0 0,-1-1 0,0-2 0,-2 1 0,0-2 0,15-30 0,7 6 0,72-155 0,-55 99 0,-47 83 0,-1 0 0,0 0 0,-2 0 0,5-36 0,-9 54 0,2-13 0,1-1 0,10-23 0,-9 29 0,-1-1 0,0 0 0,-1 0 0,-1 0 0,1-1 0,0-19 0,-3 26 0,1 0 0,-1 0 0,-1 1 0,1-1 0,-1 0 0,0 1 0,0-1 0,0 1 0,0-1 0,-1 1 0,0-1 0,0 1 0,0 0 0,-1 0 0,1 0 0,-5-6 0,4 7 0,1 0 0,0 0 0,1-1 0,-1 1 0,1-1 0,-1 1 0,0-5 0,-9-20 0,3 15 0,-1 0 0,0 1 0,-1-1 0,0 2 0,-15-14 0,2 1 0,20 20 0,-1-1 0,0 1 0,0 0 0,-9-7 0,-8-10 0,19 19 0,0-1 0,0 1 0,-1-1 0,1 1 0,0 0 0,-1 0 0,1 0 0,-1 0 0,-3-2 0,-4-2 0,0 1 0,1-2 0,0 0 0,-12-11 0,4 3 0,-19-17 0,11 11 0,-30-21 0,29 26 0,-14-9 0,34 22 0,-1 0 0,1 0 0,-1 0 0,0 1 0,0 0 0,0 1 0,0-1 0,0 1 0,-8 0 0,-13-3 0,-113-22 0,81 20 0,14 2 0,2 0 0,-83 4 0,51 2 0,-11 0 0,-90-4 0,145-2 0,-33-1 0,-4 4 0,-56 2 0,118 1 0,0 0 0,1 0 0,-1 1 0,1 0 0,0 0 0,-1 0 0,2 1 0,-1 0 0,0 0 0,-6 7 0,-10 6 0,-81 61 0,13-27 0,76-43 0,1 0 0,-16 6 0,-13 8 0,6-2 0,-32 21 0,-5 7 0,-19 19 0,-58 54 0,112-86 0,9-10 0,1 1 0,1 1 0,-25 35 0,2-1 0,39-51 0,8-7 0,0-1 0,1 1 0,-1 0 0,1 0 0,0 0 0,-4 6 0,-16 20 0,17-25 0,2 0 0,-1 0 0,0 1 0,-4 8 0,4-5 0,-1-1 0,0 0 0,0-1 0,-10 11 0,9-11 0,0 1 0,0 0 0,-9 15 0,-31 44 0,42-61 0,1 1 0,-1-1 0,-1 0 0,-5 6 0,-13 14 0,15-14 0,-1 0 0,0-1 0,-1-1 0,0 0 0,-14 11 0,-66 47 0,-23 29 0,45-37 0,6-9 0,48-38 0,-18 13 0,26-21 0,-1 1 0,1 0 0,-9 8 0,10-8 0,0 0 0,-1 0 0,0 0 0,-8 4 0,-4 2 0,1 0 0,-25 22 0,19-14 0,13-11 0,0 0 0,-17 8 0,-118 68 0,55-40 0,90-44 0,-105 48 0,82-39 0,-23 7 0,28-11 0,-35 14 0,41-14 0,0 0 0,0-1 0,-1 0 0,1-1 0,-1-1 0,-19 2 0,16-2 0,0 1 0,0 0 0,1 1 0,-1 0 0,-21 11 0,22-10 0,0 2 0,11-6 0,1 1 0,-1 0 0,0-1 0,1 0 0,-1 0 0,0 0 0,0-1 0,-5 1 0,-3 0 0,1 1 0,-1 0 0,1 1 0,-1 0 0,1 1 0,-20 9 0,15-6 0,0 0 0,-18 3 0,20-5 0,0 0 0,1 1 0,0 1 0,0 0 0,0 1 0,-16 13 0,13-10 0,-113 91 0,94-67 0,26-28 0,1 0 0,-1 1 0,-8 11 0,-5 4 0,8-5 0,12-15 0,1 0 0,-1-1 0,0 1 0,0-1 0,0 0 0,-1 1 0,1-1 0,-4 2 0,0 1 0,-1 0 0,1 0 0,1 1 0,-1 0 0,-6 10 0,-5 4 0,-25 29 0,-31 32 0,51-53 0,18-22 0,0 0 0,-1-1 0,1 0 0,-9 8 0,10-10 0,-1 1 0,1 0 0,0-1 0,-6 10 0,-13 14 0,-36 37 0,43-48 0,0 1 0,-26 38 0,33-44 0,-1-1 0,0 1 0,0-2 0,-1 1 0,-1-1 0,0-1 0,0 0 0,0-1 0,-1 0 0,-13 6 0,-60 47 0,16-15 0,34-25 0,24-13 0,0-1 0,-19 8 0,-14 7 0,35-16 0,0 0 0,0-1 0,-18 7 0,-2-2 0,-34 16 0,-21 7 0,-57 15 0,80-27 0,29-10 0,-34 9 0,40-13 0,-38 16 0,41-14 0,1 0 0,-38 7 0,34-10 0,-43 16 0,48-14 0,0-1 0,0 0 0,-32 3 0,-19 3 0,54-7 0,0-2 0,1 0 0,-25 0 0,-44 1 0,39 0 0,-38 4 0,-33 2 0,-261-10 0,368 1 0,0 0 0,1 1 0,-1 0 0,1 1 0,0 0 0,-1 1 0,1 0 0,1 0 0,-1 1 0,-12 9 0,10-5 0,0 2 0,1-1 0,1 1 0,-14 19 0,-18 18 0,39-45 0,0 1 0,1 0 0,0 0 0,-1 0 0,1 0 0,-2 6 0,-7 14 0,4-13 0,1 1 0,0 0 0,-6 19 0,10-18 0,0-1 0,0 1 0,2 0 0,-1 0 0,4 21 0,-2 7 0,-2 45 0,3 92 0,0-168 0,0 0 0,1 0 0,0-1 0,1 1 0,0-1 0,7 13 0,-4-10 0,20 39 0,20 44 0,-29-66 0,-15-25 0,0 1 0,0 0 0,-1-1 0,1 1 0,-1 0 0,3 8 0,-1 0 0,1-1 0,0 1 0,1-1 0,10 15 0,7 15 0,-20-38 0,0 1 0,0-1 0,0 0 0,0 0 0,5 4 0,-5-4 0,0-1 0,0 0 0,0 1 0,0 0 0,-1-1 0,1 1 0,-1 0 0,2 5 0,-1-3 0,-1 0 0,1 0 0,1 0 0,-1-1 0,6 7 0,13 23 0,-17-24 0,1 0 0,0 0 0,1-1 0,0 0 0,11 12 0,35 39 0,-49-56 0,0 0 0,0 0 0,1-1 0,0 1 0,7 5 0,-9-7 0,0 0 0,0 1 0,0-1 0,0 1 0,0 0 0,-1-1 0,4 9 0,12 17 0,-15-25 0,0 0 0,0 1 0,-1-1 0,0 1 0,0 0 0,0 0 0,0 0 0,1 6 0,5 16 0,40 66 0,-44-87 0,0 0 0,0 0 0,0 0 0,1-1 0,7 8 0,2 2 0,5 6 0,33 27 0,-40-38 0,5 5 0,30 20 0,-30-18 0,-15-15 0,0 0 0,-1 0 0,1 0 0,0 0 0,0 0 0,0 0 0,1-1 0,-1 1 0,5 2 0,-1-1 0,0 1 0,0 0 0,0 0 0,-1 1 0,1-1 0,7 10 0,-7-8 0,-1-1 0,1 1 0,0-1 0,1 0 0,8 4 0,0 1 0,0 0 0,-1 0 0,22 21 0,-28-25 0,0 0 0,0-1 0,1 0 0,0 0 0,0-1 0,15 5 0,12 6 0,-24-10 0,1-1 0,0 1 0,1-2 0,20 3 0,7 2 0,-27-4 0,0 1 0,-1 1 0,20 10 0,8 3 0,-35-16 0,0 1 0,0 0 0,0 0 0,0 1 0,-1 0 0,1 0 0,-1 0 0,6 8 0,24 21 0,-27-28 0,-1 0 0,1 1 0,-1 0 0,-1 0 0,9 11 0,1-2 0,-13-14 0,-1 0 0,1 1 0,-1-1 0,0 1 0,1-1 0,-1 1 0,2 3 0,18 25 0,-18-26 0,1 0 0,-2 0 0,1 0 0,4 9 0,-6-10 0,1-1 0,-1 0 0,0 0 0,1 0 0,0 0 0,-1 0 0,7 4 0,12 14 0,23 32 0,-20-25 0,22 21 0,-29-31 0,0 0 0,14 21 0,7-1 0,-28-25 0,0-2 0,1 1 0,1-1 0,-1-1 0,1 0 0,23 13 0,-25-15 0,-1 0 0,0 0 0,0 0 0,0 1 0,-1 1 0,12 17 0,-3-10-1365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09:57:29.524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1 396 24575,'0'6'0,"0"0"0,1 0 0,0 1 0,0-1 0,0 0 0,1 0 0,0-1 0,0 1 0,1 0 0,-1-1 0,1 1 0,6 8 0,-1-1 0,-6-9 0,0 0 0,1 0 0,0 0 0,0 0 0,0 0 0,4 3 0,26 32 0,-7-5 0,91 103 0,-72-75 0,-21-27 0,-18-25 0,0 0 0,1-1 0,13 14 0,33 38 0,-38-43 0,-13-15 0,1 0 0,-1 1 0,1-1 0,0 0 0,0 0 0,4 2 0,1 1 0,0 1 0,-1 0 0,0 0 0,-1 0 0,1 1 0,6 12 0,12 13 0,17 4 0,-37-33 0,0 0 0,0-1 0,0 0 0,0 0 0,1 0 0,-1 0 0,1-1 0,0 0 0,0 0 0,0 0 0,0-1 0,7 1 0,3 2 0,23 11 0,-32-12 0,0 0 0,0 0 0,0-1 0,0 0 0,10 2 0,-3-1 0,-1 0 0,1 0 0,-1 2 0,25 11 0,14 4 0,-23-12 0,-21-6 0,0 0 0,0 0 0,0 1 0,0 0 0,9 5 0,-9-4 0,0-1 0,0 0 0,0 0 0,0-1 0,1 0 0,11 1 0,30 9 0,-45-10 0,1-1 0,0 1 0,0-1 0,0 0 0,0 0 0,0-1 0,0 0 0,1 0 0,-1 0 0,0-1 0,9-2 0,2-2 0,0-1 0,25-12 0,-10 4 0,40-14 0,-15-1 0,41-22 0,-27 7 0,14-27 0,-69 56 0,-1 0 0,-1-1 0,18-26 0,-23 29 0,1 0 0,1 1 0,0 0 0,1 0 0,13-10 0,-19 17 0,1 1 0,0 0 0,-1 0 0,1 0 0,0 1 0,1 0 0,-1 1 0,1-1 0,-1 1 0,11-1 0,-12 1 0,0 0 0,0 0 0,-1-1 0,10-6 0,8-3 0,43-16 0,9-7 0,-48 27 0,-19 6 0,-1 0 0,0 0 0,0 0 0,0-1 0,0 0 0,-1 0 0,1-1 0,-1 0 0,0 0 0,9-7 0,6-12 0,-13 14 0,0 1 0,16-13 0,24-18 0,-32 25 0,0 1 0,1 1 0,20-12 0,54-38 0,-81 56 0,0-2 0,-1 1 0,11-12 0,-5 4 0,40-41 0,-4-5 0,-22 34 0,-17 15 0,1 0 0,0 1 0,23-14 0,-6 5 0,-23 14 0,1 1 0,-1 0 0,1 1 0,0 0 0,15-5 0,-1 1 0,32-16 0,1 0 0,-20 9 0,-24 10 0,1 0 0,0 0 0,1 1 0,-1 1 0,16-3 0,42-3 0,-39 5 0,18 0 0,21-5 0,-18 1 0,-34 4 0,1 2 0,25-1 0,-5-1 0,-33 3 0,0 0 0,1 0 0,-1 1 0,1 0 0,-1 0 0,0 1 0,12 1 0,51 23 0,-29-10 0,-27-9 0,1 0 0,-1 1 0,15 11 0,24 12 0,27 5 0,-57-24 0,-1 1 0,22 16 0,-23-14 0,1-2 0,25 13 0,-34-21 0,1 0 0,-1-1 0,17 3 0,20 4 0,-26-3 0,0 0 0,37 4 0,-52-10 0,0 1 0,0 0 0,0 1 0,0 0 0,15 7 0,-16-6 0,0-1 0,0 0 0,0 0 0,0 0 0,0-1 0,1-1 0,11 2 0,87 6 0,-91-8 0,1 0 0,-1 2 0,23 6 0,-7-2 0,30 8 0,18-6 0,-47-7 0,76 3 0,-61-5 0,58 1 0,-94 0 0,1 2 0,-1 0 0,11 4 0,27 5 0,-9-5 0,40 4 0,-41-8 0,67 2 0,-5 3 0,-95-7 0,99 9 0,-85-8 0,1 2 0,-1 0 0,0 1 0,26 10 0,-14-7 0,7 3 0,-9 4 0,-23-11 0,0 0 0,1-1 0,-1 1 0,1-2 0,0 1 0,9 1 0,-1-1 0,-1 1 0,0 1 0,25 11 0,12 4 0,-46-18 0,0 0 0,-1 1 0,1 0 0,-1 0 0,0 0 0,1 1 0,7 7 0,-1-1 0,35 14 0,-33-14 0,1-1 0,26 11 0,10 6 0,-32-16 0,39 15 0,-50-22 0,12 3 0,-18-6 0,1 1 0,0 0 0,-1 0 0,1-1 0,0 2 0,-1-1 0,1 0 0,-1 0 0,0 1 0,1-1 0,-1 1 0,4 4 0,6 6 0,-7-7 0,0 0 0,0 0 0,0 1 0,4 7 0,22 35 0,15 24 0,-44-66 0,0 1 0,0-1 0,0 0 0,1 10 0,4 13 0,-4-18 0,-1 1 0,0-1 0,1 19 0,0 4 0,7 79 0,-8 49 0,-3-86 0,-1-61 0,0 0 0,0 0 0,-1 0 0,-1-1 0,-1 1 0,0-1 0,0 0 0,-9 13 0,3-2 0,-2 0 0,-24 34 0,22-32 0,12-21 0,-1-1 0,1 1 0,-1-1 0,-5 8 0,-44 52 0,16-23 0,17-18 0,-2-1 0,-32 28 0,52-50 0,-18 16 0,-2-1 0,0-1 0,-36 19 0,43-27 0,0 0 0,-1-1 0,0 0 0,0-2 0,-1 1 0,-19 1 0,18-4 0,1 2 0,-28 8 0,-19 4 0,-65 12 0,5-2 0,78-16 0,13-2 0,-1-2 0,0-1 0,-49 1 0,13-8 0,-89 4 0,27 16 0,114-15 0,0 0 0,1 1 0,-17 7 0,-3 0 0,-41 3 0,70-12 0,0 2 0,0-1 0,1 1 0,-1 0 0,1 1 0,-12 9 0,-14 8 0,-82 43 0,37-28 0,52-26 0,1 0 0,0 2 0,0 1 0,-36 28 0,57-39 0,-1 0 0,0 0 0,0 0 0,-1-1 0,-8 3 0,-9 4 0,-54 33 0,-28 6 0,8 1 0,55-32 0,28-11 0,-1 0 0,0-1 0,1 0 0,-28 4 0,24-6 0,0 1 0,1 1 0,-1 0 0,-20 11 0,-26 7 0,43-16 0,1 1 0,-20 12 0,3-3 0,-78 42 0,82-37 0,-10 4 0,25-15 0,0 0 0,0 1 0,-30 26 0,35-27 0,-66 55 0,75-62 0,1-1 0,-1 1 0,1 0 0,0 0 0,-4 6 0,-13 14 0,15-18 0,0 0 0,1 1 0,0-1 0,0 1 0,0 0 0,-4 11 0,-7 12 0,-2 5 0,11-22 0,0-2 0,-15 23 0,-14 6 0,25-30 0,0 1 0,1 0 0,0 0 0,-13 25 0,18-31 0,0 0 0,1 0 0,-1-1 0,-1 0 0,1 0 0,-1 0 0,1 0 0,-1-1 0,0 0 0,-1 0 0,-8 4 0,-25 17 0,32-19 0,-1 0 0,1 0 0,-1-1 0,-13 5 0,13-6 0,0 1 0,0 0 0,0 1 0,-11 7 0,14-8 0,0-1 0,-1 1 0,0-1 0,0-1 0,-9 4 0,9-4 0,1 0 0,-1 0 0,1 1 0,-1 0 0,1 0 0,0 0 0,-7 6 0,8-5 0,-1 0 0,0-1 0,0 0 0,0 0 0,0 0 0,-6 2 0,6-3 0,1 0 0,0 0 0,0 0 0,0 0 0,0 1 0,0 0 0,0 0 0,1 0 0,-1 0 0,1 0 0,-3 5 0,-10 16 0,10-14 0,0-1 0,-1 0 0,-14 15 0,11-13 0,6-8 0,1 1 0,-1-1 0,0 0 0,1 0 0,-1 0 0,-1 0 0,-7 3 0,6-2 0,0-1 0,1 1 0,-1 0 0,-6 6 0,-21 12 0,-16 11 0,14-9 0,19-14 0,1 0 0,0 1 0,-22 23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09:57:33.701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1254 0 24575,'-3'1'0,"1"-1"0,-1 0 0,0 1 0,0 0 0,1-1 0,-1 1 0,1 0 0,-1 0 0,1 0 0,-1 1 0,1-1 0,0 1 0,-1-1 0,-1 3 0,-29 31 0,21-20 0,-8 16 0,-2 1 0,2-8 0,-21 32 0,16-20 0,12-12 0,12-21 0,0 0 0,-1 0 0,1 0 0,-1 0 0,0 0 0,0-1 0,0 1 0,0 0 0,0-1 0,-3 3 0,-2 1 0,1 0 0,1 0 0,-1 0 0,-5 10 0,-10 11 0,14-20 0,1 1 0,1 0 0,-8 13 0,9-12 0,-1-1 0,0-1 0,0 1 0,-8 7 0,-18 34 0,3-9 0,22-30 0,0 0 0,-1 0 0,-12 12 0,-17 32 0,32-51 0,1 1 0,0-1 0,1 1 0,-1 0 0,1 0 0,-3 6 0,-4 6 0,-12 18 0,-13 22 0,30-49 0,-1 1 0,0-1 0,0 0 0,-9 8 0,7-7 0,1 0 0,-11 15 0,-39 53 0,48-65 0,5-6 0,-1 0 0,1 1 0,0 0 0,0-1 0,-2 8 0,0 0 0,-1 0 0,-10 16 0,-9 22 0,21-43 0,0 0 0,0 0 0,-8 11 0,7-14 0,2 1 0,-1-1 0,1 1 0,0 1 0,0-1 0,0 0 0,-1 8 0,2-8 0,0-1 0,0 0 0,-1 1 0,1-1 0,-1 0 0,-1-1 0,-4 8 0,3-7 0,1 1 0,0 0 0,1 0 0,-6 12 0,4-4 0,-2 0 0,-14 23 0,-7 15 0,26-48 0,-1 0 0,0 0 0,0 0 0,0 0 0,0-1 0,-5 5 0,-7 7 0,8-7 0,0-1 0,-1 0 0,-9 7 0,-15 14 0,-21 25 0,20-16 0,9-13 0,21-21 0,-1 0 0,1-1 0,0 1 0,0 1 0,1-1 0,-1 0 0,1 1 0,-1-1 0,-1 6 0,-15 24 0,15-27 0,1-1 0,-1 1 0,1-1 0,1 1 0,-1 0 0,-2 8 0,4-7 0,-2 2 0,1 0 0,1 0 0,0 1 0,-1 10 0,2-17 0,1-1 0,-1 1 0,0 0 0,1-1 0,0 1 0,-1-1 0,1 1 0,0-1 0,0 0 0,0 1 0,1-1 0,-1 0 0,0 0 0,1 1 0,0-1 0,-1 0 0,1-1 0,0 1 0,4 3 0,21 13 0,31 15 0,-26-16 0,-19-9 0,0 0 0,0 1 0,0 1 0,-1 0 0,-1 0 0,0 1 0,0 0 0,9 14 0,29 27 0,-30-31 0,1 0 0,1-1 0,44 33 0,-36-34 0,12 9 0,-35-23 0,0-1 0,0 0 0,1 0 0,0-1 0,-1 0 0,14 4 0,23 12 0,-33-14 0,0 0 0,0-1 0,0-1 0,12 3 0,21 8 0,-18-4 0,1-1 0,35 8 0,-52-14 0,1 0 0,-1 1 0,-1 0 0,1 1 0,0 0 0,8 7 0,11 6 0,48 33 0,-68-45 0,0 0 0,0 0 0,12 14 0,2 1 0,79 61 0,-39-28 0,-43-41 0,-9-6 0,-1 0 0,15 15 0,-18-17 0,0 0 0,0 0 0,1-1 0,10 6 0,13 8 0,46 26 0,-50-29 0,-16-9 0,0 0 0,-1 0 0,0 0 0,0 1 0,12 13 0,68 71 0,-60-68 0,-20-16 0,0 1 0,14 14 0,-17-17 0,-1 0 0,1-1 0,0 1 0,10 4 0,1 2 0,65 53 0,-40-29 0,-34-29 0,0 1 0,0 1 0,-1-1 0,0 1 0,0 0 0,7 12 0,29 60 0,-31-56 0,10 28 0,5 12 0,-18-42 0,3 7 0,1-7 0,17 41 0,-1 0 0,-10-22 0,-13-27 0,0 0 0,9 13 0,-11-19 0,0 0 0,0 0 0,-1 0 0,0 0 0,2 12 0,-3-11 0,0 0 0,1-1 0,0 1 0,8 14 0,-5-12 0,-1 0 0,0 0 0,-1 1 0,0 0 0,-1 0 0,0 0 0,0 0 0,0 24 0,-1-22 0,1-1 0,5 16 0,-4-16 0,0 0 0,2 19 0,2 13 0,-5-34 0,-1 0 0,0 0 0,0 17 0,-1-16 0,0 0 0,1-1 0,0 1 0,6 15 0,4 28 0,2 10 0,-9-44 0,3 28 0,10 67 0,-14-87 0,1 1 0,17 55 0,-14-40 0,-5-21 0,30 128 0,-22-98 0,-9-43 0,-1 0 0,2 0 0,-1-1 0,1 1 0,1-1 0,9 18 0,-9-18 0,0 0 0,-1 0 0,0 0 0,-1 0 0,0 0 0,1 18 0,1 1 0,1-5 0,14 43 0,-17-62 0,33 103 0,9 15 0,-20-73 0,-18-41 0,-1 0 0,0 1 0,-1 0 0,0 0 0,3 13 0,-4-14 0,0 0 0,0 0 0,1 0 0,7 11 0,-6-10 0,0 0 0,7 20 0,-8-20 0,0-1 0,0 1 0,1-1 0,8 12 0,-7-11 0,0 0 0,-1 0 0,6 15 0,-7-16 0,0 1 0,0-1 0,8 11 0,-6-11 0,-1 0 0,-1 0 0,5 11 0,14 26 309,-19-39-518,0 0-1,0 0 1,-1 0 0,0 1 0,0-1-1,-1 1 1,3 12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09:57:41.572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956 1 24575,'3'0'0,"0"0"0,0 0 0,-1 0 0,1 0 0,0 1 0,0-1 0,-1 1 0,1 0 0,0 0 0,-1 0 0,1 0 0,3 2 0,-3 0 0,1 0 0,-1 1 0,1-1 0,-1 1 0,0 0 0,3 5 0,1 3 0,0 0 0,-1 0 0,0 1 0,4 14 0,0-3 0,1-1 0,22 32 0,-17-29 0,15 35 0,-25-49 0,1 0 0,11 15 0,8 16 0,15 16 0,16 28 0,-54-83 0,-1 0 0,1 0 0,0-1 0,1 1 0,-1-1 0,7 5 0,14 18 0,29 41 0,-47-60 0,-1-1 0,1 0 0,10 8 0,10 13 0,12 7 0,-8-8 0,-23-19 0,0 0 0,1-1 0,0-1 0,0 1 0,1-1 0,8 3 0,-13-6 0,6 4 0,-1 0 0,16 13 0,-2-1 0,46 35 0,59 33 0,-120-82 0,1 1 0,-1-2 0,1 1 0,0-1 0,0 0 0,13 1 0,24 9 0,-25-4 0,-12-5 0,0-1 0,0 1 0,13 2 0,-18-5 0,1 0 0,-1 1 0,0 0 0,0 0 0,0 0 0,0 1 0,0-1 0,0 1 0,5 5 0,-5-5 0,0 1 0,0-1 0,0 0 0,0 0 0,1-1 0,0 1 0,7 2 0,-3-1 0,-1 0 0,1 0 0,-1 1 0,0 0 0,-1 0 0,1 1 0,-1 0 0,0 1 0,0 0 0,8 10 0,23 21 0,9 12 0,21 33 0,-52-67 0,-13-13 0,0 0 0,0 0 0,0 0 0,0 0 0,3 6 0,-4-6 0,1 1 0,0 0 0,0-1 0,0 1 0,1-1 0,4 4 0,-5-5 0,0 1 0,0-1 0,0 1 0,0 0 0,-1 0 0,1 0 0,-1 0 0,0 1 0,2 3 0,-1-1 0,0-1 0,1 0 0,-1 0 0,1 0 0,8 7 0,11 15 0,-2 4 0,-7-12 0,13 27 0,-14-22 0,-5-7 0,1-1 0,8 29 0,0 0 0,-12-33 0,0 1 0,-1 0 0,0 0 0,2 18 0,-2-7 0,-3-17 0,1 0 0,-1 1 0,-1-1 0,1 1 0,-1-1 0,-1 10 0,0-16 0,1 1 0,-1 0 0,1-1 0,-1 1 0,0-1 0,1 1 0,-1-1 0,0 1 0,0-1 0,0 0 0,0 1 0,0-1 0,0 0 0,-1 0 0,1 0 0,0 0 0,-1 0 0,1 0 0,0 0 0,-1 0 0,1-1 0,-1 1 0,0 0 0,1-1 0,-1 1 0,1-1 0,-1 0 0,0 1 0,1-1 0,-1 0 0,0 0 0,-3-1 0,-20 2 0,0-1 0,0-2 0,0 0 0,-38-10 0,40 5 0,0 0 0,-26-13 0,-66-26 0,41 19 0,34 11 0,-1 2 0,-43-9 0,15 3 0,54 14 0,0 1 0,0 0 0,-1 2 0,-28-4 0,38 6 0,-1 0 0,0-1 0,1 1 0,-1-1 0,1 0 0,0-1 0,0 0 0,-11-6 0,-15-7 0,19 11 0,0 2 0,-22-4 0,-11-4 0,28 7 0,-34-5 0,34 7 0,0-1 0,-18-5 0,25 5 0,-1 1 0,0 0 0,-12 0 0,-8-1 0,11 0 0,-117-14 0,120 14 0,0-1 0,0 0 0,-30-12 0,27 8 0,-10-3 0,17 5 0,0 1 0,-24-5 0,-22-2 0,-39-6 0,52 11 0,24 3 0,0 1 0,-25 0 0,20-2 0,24 4 0,1 0 0,0 0 0,0 1 0,-1-1 0,1 1 0,0 0 0,0 0 0,-1 0 0,1 0 0,-5 1 0,8-1 0,0 0 0,0 0 0,-1 0 0,1 0 0,0 1 0,0-1 0,-1 0 0,1 0 0,0 0 0,0 0 0,0 0 0,-1 0 0,1 1 0,0-1 0,0 0 0,0 0 0,0 0 0,-1 0 0,1 1 0,0-1 0,0 0 0,0 0 0,0 0 0,0 1 0,0-1 0,0 0 0,0 0 0,-1 1 0,1-1 0,0 0 0,0 0 0,0 0 0,0 1 0,0-1 0,0 0 0,0 0 0,0 1 0,1-1 0,-1 0 0,0 1 0,8 10 0,14 7 0,64 40 0,-54-37 0,58 50 0,-83-65 0,-1 0 0,-1 1 0,1 0 0,-1 0 0,0 1 0,6 13 0,12 17 0,21 14 0,-6 0 0,-26-33 0,30 32 0,-18-25 0,-16-15 0,1-1 0,16 12 0,71 63 0,-3-19 0,-88-62 0,2 2 0,1 1 0,0-1 0,15 8 0,-13-8 0,-1 0 0,-1 1 0,1 0 0,9 11 0,10 8 0,90 73 0,-109-91 0,0-1 0,21 12 0,-5 1 0,-22-17 0,1 1 0,0-1 0,0 0 0,1 0 0,6 4 0,-2-3 0,-2 1 0,1 0 0,13 11 0,8 5 0,32 24 0,-44-32 0,1 0 0,0 0 0,24 11 0,-4-3 0,13 6 0,-43-24 0,-1 1 0,0 0 0,0 0 0,8 8 0,22 12 0,5 2 0,-34-19 0,0-2 0,1 1 0,17 7 0,-13-6 0,1-1 0,13 11 0,10 5 0,-6-6 0,42 16 0,-67-29 0,0 0 0,0 0 0,0 1 0,0-1 0,9 10 0,-8-8 0,-1 1 0,1-2 0,10 7 0,-9-5 0,0 0 0,0 0 0,-1 1 0,0 0 0,8 11 0,-14-16 0,22 20 0,-18-17 0,0-1 0,-1 1 0,1 0 0,-1 1 0,0-1 0,0 1 0,0 0 0,3 7 0,-5-8 0,0-1 0,0 0 0,1 0 0,-1 0 0,1-1 0,0 1 0,4 3 0,-3-3 0,-1 0 0,1 0 0,-1 0 0,0 0 0,3 8 0,26 44 0,8 44 0,-32-84 0,3 9 0,1-1 0,23 34 0,-32-52 0,1 1 0,-2 0 0,1 0 0,-1 0 0,0 0 0,0 0 0,-1 0 0,0 1 0,0-1 0,0 1 0,-1-1 0,-1 0 0,0 11 0,0-17 0,1 0 0,-1 1 0,1-1 0,-1 0 0,0 1 0,1-1 0,-1 0 0,0 0 0,0 0 0,0 0 0,0 0 0,0 0 0,0 0 0,0 0 0,0 0 0,0 0 0,0 0 0,-2 0 0,-30 15 0,13-7 0,1 2 0,13-7 0,-1 1 0,0-2 0,0 1 0,-1-1 0,-7 2 0,4-1 0,-1 1 0,1 0 0,-16 10 0,18-10 0,0 0 0,0 0 0,0-1 0,-1 0 0,-18 4 0,12-4 0,-1 1 0,-30 13 0,-13 5 0,-40 12 0,-92 56 0,144-69 0,12 0 0,31-18 0,-1 0 0,1-1 0,-1 0 0,0 0 0,0 0 0,-7 2 0,1-1 0,1 1 0,0 0 0,1 0 0,-15 10 0,-24 12 0,-27 16 0,-32 16 0,14-16 0,49-21 0,36-17 0,-1 0 0,1 0 0,-1-1 0,0 0 0,-14 2 0,9-2 0,0 1 0,0 0 0,-19 10 0,17-8 0,1 0 0,-21 5 0,16-5 0,0 0 0,-23 12 0,-15 6 0,45-20 0,-23 8 0,-40 8 0,64-17 0,1 0 0,0 0 0,-17 10 0,17-8 0,0-1 0,0 0 0,-18 4 0,17-5 0,0 1 0,1 0 0,0 1 0,-17 10 0,23-13 0,-107 47 0,105-46 0,-1-1 0,1 0 0,-1 0 0,-15 3 0,15-5 0,0 1 0,0 1 0,1-1 0,-1 2 0,-10 4 0,7-2 0,1 0 0,-1-1 0,-17 4 0,16-5 0,-1 0 0,-16 10 0,17-8 0,0-1 0,-23 7 0,18-6 0,12-4 0,-1 1 0,1 1 0,-1-1 0,1 1 0,0 0 0,-6 6 0,5-4 0,0-1 0,-1 0 0,-12 6 0,-12 10 0,28-18 0,1 0 0,-1 0 0,1-1 0,-1 0 0,0 0 0,0 0 0,0 0 0,0 0 0,0-1 0,0 0 0,-8 2 0,-58 7 0,60-9 0,0 1 0,-1 0 0,1 0 0,0 1 0,1 1 0,-1 0 0,0 0 0,-14 10 0,22-13 0,-1 0 0,1 1 0,0-1 0,-1 0 0,1 1 0,0-1 0,0 1 0,0 0 0,0 0 0,1 0 0,-1 0 0,1 0 0,-1 0 0,1 0 0,-1 1 0,1-1 0,0 0 0,0 1 0,0-1 0,0 4 0,-4 17 0,2-1 0,0 1 0,2 0 0,0 0 0,5 39 0,-4-60 0,0 1 0,1-1 0,0 1 0,-1-1 0,1 1 0,0-1 0,0 0 0,0 1 0,1-1 0,-1 0 0,0 0 0,1 0 0,-1 0 0,1 0 0,0 0 0,0 0 0,0-1 0,0 1 0,0-1 0,0 1 0,0-1 0,0 0 0,1 0 0,-1 0 0,0 0 0,1 0 0,-1 0 0,1-1 0,-1 1 0,5 0 0,0-1 0,-1 1 0,1-1 0,0 0 0,-1 0 0,1-1 0,0 0 0,-1 0 0,1-1 0,-1 0 0,11-4 0,3-1 0,-1 1 0,1 1 0,0 1 0,32-3 0,-39 5 0,19-1 0,53 3 0,-34 1 0,-36 0 0,1 1 0,22 5 0,16 2 0,42 8 0,-56-8 0,-33-7 0,0 0 0,1 0 0,-1-1 0,13 1 0,28-3 0,1-1 0,93-19 0,-89 10 0,0 3 0,105-3 0,-61 2 0,-69 9 0,-1-2 0,1-1 0,46-11 0,-52 10 0,0 1 0,0 1 0,0 1 0,35 3 0,-6-1 0,-35 0 0,0 1 0,0 0 0,0 1 0,24 8 0,-31-7 0,0 0 0,-1 0 0,1 1 0,10 8 0,25 13 0,-32-20 0,0 1 0,0 0 0,15 13 0,16 10 0,-24-17 0,-17-10 0,1-1 0,0 0 0,-1 0 0,1 0 0,0-1 0,0 1 0,1-1 0,-1 0 0,5 2 0,0 0 0,-1 0 0,1 0 0,0 1 0,-1 0 0,0 0 0,13 11 0,8 4 0,29 17 0,-41-26 0,0-1 0,26 22 0,-11-8 0,30 22 0,30 21 0,-39-23 0,-34-26 0,-15-14 0,0 0 0,0 0 0,1 0 0,-1 0 0,7 3 0,19 10 0,-13-6 0,0-2 0,1 0 0,21 7 0,66 17 0,-33-17 0,-52-10 0,0 1 0,0 1 0,24 12 0,-39-17 0,0-1 0,0 0 0,1 0 0,-1 0 0,0-1 0,0 1 0,0-1 0,1 0 0,5 0 0,42-9 0,-14 2 0,-37 7 0,0 0 0,0 0 0,-1 0 0,1 0 0,0 0 0,0 1 0,0-1 0,-1 0 0,1 1 0,0-1 0,0 0 0,-1 1 0,1-1 0,0 1 0,-1-1 0,1 1 0,0-1 0,-1 1 0,1-1 0,-1 1 0,1 0 0,-1-1 0,1 1 0,-1 0 0,1 0 0,-1-1 0,0 1 0,1 0 0,-1 0 0,0-1 0,0 1 0,1 0 0,-1 0 0,0 0 0,0 0 0,0-1 0,0 3 0,-1 39 0,0-30 0,0 14 0,1 0 0,-6 48 0,2-61 0,1 0 0,-10 21 0,-5 19 0,16-49 0,1 1 0,-1 0 0,-1-1 0,1 1 0,-1-1 0,0 0 0,0 0 0,-5 5 0,4-4 0,0 0 0,0-1 0,1 2 0,0-1 0,-3 6 0,-50 101 0,51-101 0,-1 0 0,0 0 0,-11 14 0,9-13 0,0 0 0,-8 16 0,-15 38 0,4-9 0,20-45 0,1 0 0,0 1 0,1 0 0,-4 14 0,4-12 0,0 0 0,-2 0 0,0-1 0,-17 26 0,10-15 0,-25 41 0,33-58 0,1 1 0,-2-2 0,1 1 0,-1-1 0,0 0 0,-1 0 0,0-1 0,0 1 0,0-2 0,-14 7 0,-29 13 0,41-22 0,1 1 0,1 0 0,-1 0 0,0 1 0,1 0 0,0 1 0,-8 7 0,12-10 0,0 0 0,0 0 0,0-1 0,0 1 0,-1-1 0,-4 2 0,4-2 0,1 0 0,-1 1 0,0-1 0,1 1 0,-7 5 0,-14 16 0,-35 23 0,55-41 0,-1-1 0,1 1 0,0 0 0,0 1 0,1-1 0,0 1 0,0 0 0,0 0 0,-3 10 0,-8 14 0,10-21 0,1 0 0,1 0 0,0 0 0,-3 15 0,3-12 0,-1 0 0,-6 17 0,-6 0 292,12-22-706,-1 0-1,1 0 1,-6 17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3951" y="1749795"/>
            <a:ext cx="12851448" cy="3722335"/>
          </a:xfrm>
        </p:spPr>
        <p:txBody>
          <a:bodyPr anchor="b"/>
          <a:lstStyle>
            <a:lvl1pPr algn="ctr">
              <a:defRPr sz="9354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89919" y="5615678"/>
            <a:ext cx="11339513" cy="2581379"/>
          </a:xfrm>
        </p:spPr>
        <p:txBody>
          <a:bodyPr/>
          <a:lstStyle>
            <a:lvl1pPr marL="0" indent="0" algn="ctr">
              <a:buNone/>
              <a:defRPr sz="3742"/>
            </a:lvl1pPr>
            <a:lvl2pPr marL="712775" indent="0" algn="ctr">
              <a:buNone/>
              <a:defRPr sz="3118"/>
            </a:lvl2pPr>
            <a:lvl3pPr marL="1425550" indent="0" algn="ctr">
              <a:buNone/>
              <a:defRPr sz="2806"/>
            </a:lvl3pPr>
            <a:lvl4pPr marL="2138324" indent="0" algn="ctr">
              <a:buNone/>
              <a:defRPr sz="2494"/>
            </a:lvl4pPr>
            <a:lvl5pPr marL="2851099" indent="0" algn="ctr">
              <a:buNone/>
              <a:defRPr sz="2494"/>
            </a:lvl5pPr>
            <a:lvl6pPr marL="3563874" indent="0" algn="ctr">
              <a:buNone/>
              <a:defRPr sz="2494"/>
            </a:lvl6pPr>
            <a:lvl7pPr marL="4276649" indent="0" algn="ctr">
              <a:buNone/>
              <a:defRPr sz="2494"/>
            </a:lvl7pPr>
            <a:lvl8pPr marL="4989424" indent="0" algn="ctr">
              <a:buNone/>
              <a:defRPr sz="2494"/>
            </a:lvl8pPr>
            <a:lvl9pPr marL="5702198" indent="0" algn="ctr">
              <a:buNone/>
              <a:defRPr sz="2494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734CB-A994-4CA3-A6A4-B9F97995C60F}" type="datetimeFigureOut">
              <a:rPr lang="zh-CN" altLang="en-US" smtClean="0"/>
              <a:t>2026/6/9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6B1C6-D534-4D4C-BE97-41B489AAB31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72862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734CB-A994-4CA3-A6A4-B9F97995C60F}" type="datetimeFigureOut">
              <a:rPr lang="zh-CN" altLang="en-US" smtClean="0"/>
              <a:t>2026/6/9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6B1C6-D534-4D4C-BE97-41B489AAB31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05659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1582" y="2665532"/>
            <a:ext cx="13040439" cy="4447496"/>
          </a:xfrm>
        </p:spPr>
        <p:txBody>
          <a:bodyPr anchor="b"/>
          <a:lstStyle>
            <a:lvl1pPr>
              <a:defRPr sz="9354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31582" y="7155103"/>
            <a:ext cx="13040439" cy="2338833"/>
          </a:xfrm>
        </p:spPr>
        <p:txBody>
          <a:bodyPr/>
          <a:lstStyle>
            <a:lvl1pPr marL="0" indent="0">
              <a:buNone/>
              <a:defRPr sz="3742">
                <a:solidFill>
                  <a:schemeClr val="tx1">
                    <a:tint val="82000"/>
                  </a:schemeClr>
                </a:solidFill>
              </a:defRPr>
            </a:lvl1pPr>
            <a:lvl2pPr marL="712775" indent="0">
              <a:buNone/>
              <a:defRPr sz="3118">
                <a:solidFill>
                  <a:schemeClr val="tx1">
                    <a:tint val="82000"/>
                  </a:schemeClr>
                </a:solidFill>
              </a:defRPr>
            </a:lvl2pPr>
            <a:lvl3pPr marL="1425550" indent="0">
              <a:buNone/>
              <a:defRPr sz="2806">
                <a:solidFill>
                  <a:schemeClr val="tx1">
                    <a:tint val="82000"/>
                  </a:schemeClr>
                </a:solidFill>
              </a:defRPr>
            </a:lvl3pPr>
            <a:lvl4pPr marL="2138324" indent="0">
              <a:buNone/>
              <a:defRPr sz="2494">
                <a:solidFill>
                  <a:schemeClr val="tx1">
                    <a:tint val="82000"/>
                  </a:schemeClr>
                </a:solidFill>
              </a:defRPr>
            </a:lvl4pPr>
            <a:lvl5pPr marL="2851099" indent="0">
              <a:buNone/>
              <a:defRPr sz="2494">
                <a:solidFill>
                  <a:schemeClr val="tx1">
                    <a:tint val="82000"/>
                  </a:schemeClr>
                </a:solidFill>
              </a:defRPr>
            </a:lvl5pPr>
            <a:lvl6pPr marL="3563874" indent="0">
              <a:buNone/>
              <a:defRPr sz="2494">
                <a:solidFill>
                  <a:schemeClr val="tx1">
                    <a:tint val="82000"/>
                  </a:schemeClr>
                </a:solidFill>
              </a:defRPr>
            </a:lvl6pPr>
            <a:lvl7pPr marL="4276649" indent="0">
              <a:buNone/>
              <a:defRPr sz="2494">
                <a:solidFill>
                  <a:schemeClr val="tx1">
                    <a:tint val="82000"/>
                  </a:schemeClr>
                </a:solidFill>
              </a:defRPr>
            </a:lvl7pPr>
            <a:lvl8pPr marL="4989424" indent="0">
              <a:buNone/>
              <a:defRPr sz="2494">
                <a:solidFill>
                  <a:schemeClr val="tx1">
                    <a:tint val="82000"/>
                  </a:schemeClr>
                </a:solidFill>
              </a:defRPr>
            </a:lvl8pPr>
            <a:lvl9pPr marL="5702198" indent="0">
              <a:buNone/>
              <a:defRPr sz="2494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734CB-A994-4CA3-A6A4-B9F97995C60F}" type="datetimeFigureOut">
              <a:rPr lang="zh-CN" altLang="en-US" smtClean="0"/>
              <a:t>2026/6/9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6B1C6-D534-4D4C-BE97-41B489AAB31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92059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39455" y="2846200"/>
            <a:ext cx="6425724" cy="678385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54171" y="2846200"/>
            <a:ext cx="6425724" cy="678385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734CB-A994-4CA3-A6A4-B9F97995C60F}" type="datetimeFigureOut">
              <a:rPr lang="zh-CN" altLang="en-US" smtClean="0"/>
              <a:t>2026/6/9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6B1C6-D534-4D4C-BE97-41B489AAB31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07099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1425" y="569242"/>
            <a:ext cx="13040439" cy="206659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1426" y="2620980"/>
            <a:ext cx="6396193" cy="1284502"/>
          </a:xfrm>
        </p:spPr>
        <p:txBody>
          <a:bodyPr anchor="b"/>
          <a:lstStyle>
            <a:lvl1pPr marL="0" indent="0">
              <a:buNone/>
              <a:defRPr sz="3742" b="1"/>
            </a:lvl1pPr>
            <a:lvl2pPr marL="712775" indent="0">
              <a:buNone/>
              <a:defRPr sz="3118" b="1"/>
            </a:lvl2pPr>
            <a:lvl3pPr marL="1425550" indent="0">
              <a:buNone/>
              <a:defRPr sz="2806" b="1"/>
            </a:lvl3pPr>
            <a:lvl4pPr marL="2138324" indent="0">
              <a:buNone/>
              <a:defRPr sz="2494" b="1"/>
            </a:lvl4pPr>
            <a:lvl5pPr marL="2851099" indent="0">
              <a:buNone/>
              <a:defRPr sz="2494" b="1"/>
            </a:lvl5pPr>
            <a:lvl6pPr marL="3563874" indent="0">
              <a:buNone/>
              <a:defRPr sz="2494" b="1"/>
            </a:lvl6pPr>
            <a:lvl7pPr marL="4276649" indent="0">
              <a:buNone/>
              <a:defRPr sz="2494" b="1"/>
            </a:lvl7pPr>
            <a:lvl8pPr marL="4989424" indent="0">
              <a:buNone/>
              <a:defRPr sz="2494" b="1"/>
            </a:lvl8pPr>
            <a:lvl9pPr marL="5702198" indent="0">
              <a:buNone/>
              <a:defRPr sz="2494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1426" y="3905482"/>
            <a:ext cx="6396193" cy="57443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654172" y="2620980"/>
            <a:ext cx="6427693" cy="1284502"/>
          </a:xfrm>
        </p:spPr>
        <p:txBody>
          <a:bodyPr anchor="b"/>
          <a:lstStyle>
            <a:lvl1pPr marL="0" indent="0">
              <a:buNone/>
              <a:defRPr sz="3742" b="1"/>
            </a:lvl1pPr>
            <a:lvl2pPr marL="712775" indent="0">
              <a:buNone/>
              <a:defRPr sz="3118" b="1"/>
            </a:lvl2pPr>
            <a:lvl3pPr marL="1425550" indent="0">
              <a:buNone/>
              <a:defRPr sz="2806" b="1"/>
            </a:lvl3pPr>
            <a:lvl4pPr marL="2138324" indent="0">
              <a:buNone/>
              <a:defRPr sz="2494" b="1"/>
            </a:lvl4pPr>
            <a:lvl5pPr marL="2851099" indent="0">
              <a:buNone/>
              <a:defRPr sz="2494" b="1"/>
            </a:lvl5pPr>
            <a:lvl6pPr marL="3563874" indent="0">
              <a:buNone/>
              <a:defRPr sz="2494" b="1"/>
            </a:lvl6pPr>
            <a:lvl7pPr marL="4276649" indent="0">
              <a:buNone/>
              <a:defRPr sz="2494" b="1"/>
            </a:lvl7pPr>
            <a:lvl8pPr marL="4989424" indent="0">
              <a:buNone/>
              <a:defRPr sz="2494" b="1"/>
            </a:lvl8pPr>
            <a:lvl9pPr marL="5702198" indent="0">
              <a:buNone/>
              <a:defRPr sz="2494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654172" y="3905482"/>
            <a:ext cx="6427693" cy="57443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734CB-A994-4CA3-A6A4-B9F97995C60F}" type="datetimeFigureOut">
              <a:rPr lang="zh-CN" altLang="en-US" smtClean="0"/>
              <a:t>2026/6/9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6B1C6-D534-4D4C-BE97-41B489AAB31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83266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734CB-A994-4CA3-A6A4-B9F97995C60F}" type="datetimeFigureOut">
              <a:rPr lang="zh-CN" altLang="en-US" smtClean="0"/>
              <a:t>2026/6/9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6B1C6-D534-4D4C-BE97-41B489AAB31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17144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734CB-A994-4CA3-A6A4-B9F97995C60F}" type="datetimeFigureOut">
              <a:rPr lang="zh-CN" altLang="en-US" smtClean="0"/>
              <a:t>2026/6/9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6B1C6-D534-4D4C-BE97-41B489AAB31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96696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1425" y="712788"/>
            <a:ext cx="4876384" cy="2494756"/>
          </a:xfrm>
        </p:spPr>
        <p:txBody>
          <a:bodyPr anchor="b"/>
          <a:lstStyle>
            <a:lvl1pPr>
              <a:defRPr sz="498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27693" y="1539425"/>
            <a:ext cx="7654171" cy="7598117"/>
          </a:xfrm>
        </p:spPr>
        <p:txBody>
          <a:bodyPr/>
          <a:lstStyle>
            <a:lvl1pPr>
              <a:defRPr sz="4989"/>
            </a:lvl1pPr>
            <a:lvl2pPr>
              <a:defRPr sz="4365"/>
            </a:lvl2pPr>
            <a:lvl3pPr>
              <a:defRPr sz="3742"/>
            </a:lvl3pPr>
            <a:lvl4pPr>
              <a:defRPr sz="3118"/>
            </a:lvl4pPr>
            <a:lvl5pPr>
              <a:defRPr sz="3118"/>
            </a:lvl5pPr>
            <a:lvl6pPr>
              <a:defRPr sz="3118"/>
            </a:lvl6pPr>
            <a:lvl7pPr>
              <a:defRPr sz="3118"/>
            </a:lvl7pPr>
            <a:lvl8pPr>
              <a:defRPr sz="3118"/>
            </a:lvl8pPr>
            <a:lvl9pPr>
              <a:defRPr sz="3118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41425" y="3207544"/>
            <a:ext cx="4876384" cy="5942372"/>
          </a:xfrm>
        </p:spPr>
        <p:txBody>
          <a:bodyPr/>
          <a:lstStyle>
            <a:lvl1pPr marL="0" indent="0">
              <a:buNone/>
              <a:defRPr sz="2494"/>
            </a:lvl1pPr>
            <a:lvl2pPr marL="712775" indent="0">
              <a:buNone/>
              <a:defRPr sz="2183"/>
            </a:lvl2pPr>
            <a:lvl3pPr marL="1425550" indent="0">
              <a:buNone/>
              <a:defRPr sz="1871"/>
            </a:lvl3pPr>
            <a:lvl4pPr marL="2138324" indent="0">
              <a:buNone/>
              <a:defRPr sz="1559"/>
            </a:lvl4pPr>
            <a:lvl5pPr marL="2851099" indent="0">
              <a:buNone/>
              <a:defRPr sz="1559"/>
            </a:lvl5pPr>
            <a:lvl6pPr marL="3563874" indent="0">
              <a:buNone/>
              <a:defRPr sz="1559"/>
            </a:lvl6pPr>
            <a:lvl7pPr marL="4276649" indent="0">
              <a:buNone/>
              <a:defRPr sz="1559"/>
            </a:lvl7pPr>
            <a:lvl8pPr marL="4989424" indent="0">
              <a:buNone/>
              <a:defRPr sz="1559"/>
            </a:lvl8pPr>
            <a:lvl9pPr marL="5702198" indent="0">
              <a:buNone/>
              <a:defRPr sz="1559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734CB-A994-4CA3-A6A4-B9F97995C60F}" type="datetimeFigureOut">
              <a:rPr lang="zh-CN" altLang="en-US" smtClean="0"/>
              <a:t>2026/6/9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6B1C6-D534-4D4C-BE97-41B489AAB31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0474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1425" y="712788"/>
            <a:ext cx="4876384" cy="2494756"/>
          </a:xfrm>
        </p:spPr>
        <p:txBody>
          <a:bodyPr anchor="b"/>
          <a:lstStyle>
            <a:lvl1pPr>
              <a:defRPr sz="498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427693" y="1539425"/>
            <a:ext cx="7654171" cy="7598117"/>
          </a:xfrm>
        </p:spPr>
        <p:txBody>
          <a:bodyPr anchor="t"/>
          <a:lstStyle>
            <a:lvl1pPr marL="0" indent="0">
              <a:buNone/>
              <a:defRPr sz="4989"/>
            </a:lvl1pPr>
            <a:lvl2pPr marL="712775" indent="0">
              <a:buNone/>
              <a:defRPr sz="4365"/>
            </a:lvl2pPr>
            <a:lvl3pPr marL="1425550" indent="0">
              <a:buNone/>
              <a:defRPr sz="3742"/>
            </a:lvl3pPr>
            <a:lvl4pPr marL="2138324" indent="0">
              <a:buNone/>
              <a:defRPr sz="3118"/>
            </a:lvl4pPr>
            <a:lvl5pPr marL="2851099" indent="0">
              <a:buNone/>
              <a:defRPr sz="3118"/>
            </a:lvl5pPr>
            <a:lvl6pPr marL="3563874" indent="0">
              <a:buNone/>
              <a:defRPr sz="3118"/>
            </a:lvl6pPr>
            <a:lvl7pPr marL="4276649" indent="0">
              <a:buNone/>
              <a:defRPr sz="3118"/>
            </a:lvl7pPr>
            <a:lvl8pPr marL="4989424" indent="0">
              <a:buNone/>
              <a:defRPr sz="3118"/>
            </a:lvl8pPr>
            <a:lvl9pPr marL="5702198" indent="0">
              <a:buNone/>
              <a:defRPr sz="3118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41425" y="3207544"/>
            <a:ext cx="4876384" cy="5942372"/>
          </a:xfrm>
        </p:spPr>
        <p:txBody>
          <a:bodyPr/>
          <a:lstStyle>
            <a:lvl1pPr marL="0" indent="0">
              <a:buNone/>
              <a:defRPr sz="2494"/>
            </a:lvl1pPr>
            <a:lvl2pPr marL="712775" indent="0">
              <a:buNone/>
              <a:defRPr sz="2183"/>
            </a:lvl2pPr>
            <a:lvl3pPr marL="1425550" indent="0">
              <a:buNone/>
              <a:defRPr sz="1871"/>
            </a:lvl3pPr>
            <a:lvl4pPr marL="2138324" indent="0">
              <a:buNone/>
              <a:defRPr sz="1559"/>
            </a:lvl4pPr>
            <a:lvl5pPr marL="2851099" indent="0">
              <a:buNone/>
              <a:defRPr sz="1559"/>
            </a:lvl5pPr>
            <a:lvl6pPr marL="3563874" indent="0">
              <a:buNone/>
              <a:defRPr sz="1559"/>
            </a:lvl6pPr>
            <a:lvl7pPr marL="4276649" indent="0">
              <a:buNone/>
              <a:defRPr sz="1559"/>
            </a:lvl7pPr>
            <a:lvl8pPr marL="4989424" indent="0">
              <a:buNone/>
              <a:defRPr sz="1559"/>
            </a:lvl8pPr>
            <a:lvl9pPr marL="5702198" indent="0">
              <a:buNone/>
              <a:defRPr sz="1559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734CB-A994-4CA3-A6A4-B9F97995C60F}" type="datetimeFigureOut">
              <a:rPr lang="zh-CN" altLang="en-US" smtClean="0"/>
              <a:t>2026/6/9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6B1C6-D534-4D4C-BE97-41B489AAB31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91117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734CB-A994-4CA3-A6A4-B9F97995C60F}" type="datetimeFigureOut">
              <a:rPr lang="zh-CN" altLang="en-US" smtClean="0"/>
              <a:t>2026/6/9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6B1C6-D534-4D4C-BE97-41B489AAB31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94733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819786" y="569240"/>
            <a:ext cx="3260110" cy="9060817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39456" y="569240"/>
            <a:ext cx="9591338" cy="9060817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734CB-A994-4CA3-A6A4-B9F97995C60F}" type="datetimeFigureOut">
              <a:rPr lang="zh-CN" altLang="en-US" smtClean="0"/>
              <a:t>2026/6/9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6B1C6-D534-4D4C-BE97-41B489AAB31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72669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39456" y="569242"/>
            <a:ext cx="13040439" cy="20665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39456" y="2846200"/>
            <a:ext cx="13040439" cy="6783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9455" y="9909729"/>
            <a:ext cx="3401854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7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4734CB-A994-4CA3-A6A4-B9F97995C60F}" type="datetimeFigureOut">
              <a:rPr lang="zh-CN" altLang="en-US" smtClean="0"/>
              <a:t>2026/6/9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008285" y="9909729"/>
            <a:ext cx="5102781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7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041" y="9909729"/>
            <a:ext cx="3401854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7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BD6B1C6-D534-4D4C-BE97-41B489AAB31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37154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1425550" rtl="0" eaLnBrk="1" latinLnBrk="0" hangingPunct="1">
        <a:lnSpc>
          <a:spcPct val="90000"/>
        </a:lnSpc>
        <a:spcBef>
          <a:spcPct val="0"/>
        </a:spcBef>
        <a:buNone/>
        <a:defRPr sz="68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56387" indent="-356387" algn="l" defTabSz="1425550" rtl="0" eaLnBrk="1" latinLnBrk="0" hangingPunct="1">
        <a:lnSpc>
          <a:spcPct val="90000"/>
        </a:lnSpc>
        <a:spcBef>
          <a:spcPts val="1559"/>
        </a:spcBef>
        <a:buFont typeface="Arial" panose="020B0604020202020204" pitchFamily="34" charset="0"/>
        <a:buChar char="•"/>
        <a:defRPr sz="4365" kern="1200">
          <a:solidFill>
            <a:schemeClr val="tx1"/>
          </a:solidFill>
          <a:latin typeface="+mn-lt"/>
          <a:ea typeface="+mn-ea"/>
          <a:cs typeface="+mn-cs"/>
        </a:defRPr>
      </a:lvl1pPr>
      <a:lvl2pPr marL="1069162" indent="-356387" algn="l" defTabSz="1425550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3742" kern="1200">
          <a:solidFill>
            <a:schemeClr val="tx1"/>
          </a:solidFill>
          <a:latin typeface="+mn-lt"/>
          <a:ea typeface="+mn-ea"/>
          <a:cs typeface="+mn-cs"/>
        </a:defRPr>
      </a:lvl2pPr>
      <a:lvl3pPr marL="1781937" indent="-356387" algn="l" defTabSz="1425550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3118" kern="1200">
          <a:solidFill>
            <a:schemeClr val="tx1"/>
          </a:solidFill>
          <a:latin typeface="+mn-lt"/>
          <a:ea typeface="+mn-ea"/>
          <a:cs typeface="+mn-cs"/>
        </a:defRPr>
      </a:lvl3pPr>
      <a:lvl4pPr marL="2494712" indent="-356387" algn="l" defTabSz="1425550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2806" kern="1200">
          <a:solidFill>
            <a:schemeClr val="tx1"/>
          </a:solidFill>
          <a:latin typeface="+mn-lt"/>
          <a:ea typeface="+mn-ea"/>
          <a:cs typeface="+mn-cs"/>
        </a:defRPr>
      </a:lvl4pPr>
      <a:lvl5pPr marL="3207487" indent="-356387" algn="l" defTabSz="1425550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2806" kern="1200">
          <a:solidFill>
            <a:schemeClr val="tx1"/>
          </a:solidFill>
          <a:latin typeface="+mn-lt"/>
          <a:ea typeface="+mn-ea"/>
          <a:cs typeface="+mn-cs"/>
        </a:defRPr>
      </a:lvl5pPr>
      <a:lvl6pPr marL="3920261" indent="-356387" algn="l" defTabSz="1425550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2806" kern="1200">
          <a:solidFill>
            <a:schemeClr val="tx1"/>
          </a:solidFill>
          <a:latin typeface="+mn-lt"/>
          <a:ea typeface="+mn-ea"/>
          <a:cs typeface="+mn-cs"/>
        </a:defRPr>
      </a:lvl6pPr>
      <a:lvl7pPr marL="4633036" indent="-356387" algn="l" defTabSz="1425550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2806" kern="1200">
          <a:solidFill>
            <a:schemeClr val="tx1"/>
          </a:solidFill>
          <a:latin typeface="+mn-lt"/>
          <a:ea typeface="+mn-ea"/>
          <a:cs typeface="+mn-cs"/>
        </a:defRPr>
      </a:lvl7pPr>
      <a:lvl8pPr marL="5345811" indent="-356387" algn="l" defTabSz="1425550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2806" kern="1200">
          <a:solidFill>
            <a:schemeClr val="tx1"/>
          </a:solidFill>
          <a:latin typeface="+mn-lt"/>
          <a:ea typeface="+mn-ea"/>
          <a:cs typeface="+mn-cs"/>
        </a:defRPr>
      </a:lvl8pPr>
      <a:lvl9pPr marL="6058586" indent="-356387" algn="l" defTabSz="1425550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280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425550" rtl="0" eaLnBrk="1" latinLnBrk="0" hangingPunct="1">
        <a:defRPr sz="2806" kern="1200">
          <a:solidFill>
            <a:schemeClr val="tx1"/>
          </a:solidFill>
          <a:latin typeface="+mn-lt"/>
          <a:ea typeface="+mn-ea"/>
          <a:cs typeface="+mn-cs"/>
        </a:defRPr>
      </a:lvl1pPr>
      <a:lvl2pPr marL="712775" algn="l" defTabSz="1425550" rtl="0" eaLnBrk="1" latinLnBrk="0" hangingPunct="1">
        <a:defRPr sz="2806" kern="1200">
          <a:solidFill>
            <a:schemeClr val="tx1"/>
          </a:solidFill>
          <a:latin typeface="+mn-lt"/>
          <a:ea typeface="+mn-ea"/>
          <a:cs typeface="+mn-cs"/>
        </a:defRPr>
      </a:lvl2pPr>
      <a:lvl3pPr marL="1425550" algn="l" defTabSz="1425550" rtl="0" eaLnBrk="1" latinLnBrk="0" hangingPunct="1">
        <a:defRPr sz="2806" kern="1200">
          <a:solidFill>
            <a:schemeClr val="tx1"/>
          </a:solidFill>
          <a:latin typeface="+mn-lt"/>
          <a:ea typeface="+mn-ea"/>
          <a:cs typeface="+mn-cs"/>
        </a:defRPr>
      </a:lvl3pPr>
      <a:lvl4pPr marL="2138324" algn="l" defTabSz="1425550" rtl="0" eaLnBrk="1" latinLnBrk="0" hangingPunct="1">
        <a:defRPr sz="2806" kern="1200">
          <a:solidFill>
            <a:schemeClr val="tx1"/>
          </a:solidFill>
          <a:latin typeface="+mn-lt"/>
          <a:ea typeface="+mn-ea"/>
          <a:cs typeface="+mn-cs"/>
        </a:defRPr>
      </a:lvl4pPr>
      <a:lvl5pPr marL="2851099" algn="l" defTabSz="1425550" rtl="0" eaLnBrk="1" latinLnBrk="0" hangingPunct="1">
        <a:defRPr sz="2806" kern="1200">
          <a:solidFill>
            <a:schemeClr val="tx1"/>
          </a:solidFill>
          <a:latin typeface="+mn-lt"/>
          <a:ea typeface="+mn-ea"/>
          <a:cs typeface="+mn-cs"/>
        </a:defRPr>
      </a:lvl5pPr>
      <a:lvl6pPr marL="3563874" algn="l" defTabSz="1425550" rtl="0" eaLnBrk="1" latinLnBrk="0" hangingPunct="1">
        <a:defRPr sz="2806" kern="1200">
          <a:solidFill>
            <a:schemeClr val="tx1"/>
          </a:solidFill>
          <a:latin typeface="+mn-lt"/>
          <a:ea typeface="+mn-ea"/>
          <a:cs typeface="+mn-cs"/>
        </a:defRPr>
      </a:lvl6pPr>
      <a:lvl7pPr marL="4276649" algn="l" defTabSz="1425550" rtl="0" eaLnBrk="1" latinLnBrk="0" hangingPunct="1">
        <a:defRPr sz="2806" kern="1200">
          <a:solidFill>
            <a:schemeClr val="tx1"/>
          </a:solidFill>
          <a:latin typeface="+mn-lt"/>
          <a:ea typeface="+mn-ea"/>
          <a:cs typeface="+mn-cs"/>
        </a:defRPr>
      </a:lvl7pPr>
      <a:lvl8pPr marL="4989424" algn="l" defTabSz="1425550" rtl="0" eaLnBrk="1" latinLnBrk="0" hangingPunct="1">
        <a:defRPr sz="2806" kern="1200">
          <a:solidFill>
            <a:schemeClr val="tx1"/>
          </a:solidFill>
          <a:latin typeface="+mn-lt"/>
          <a:ea typeface="+mn-ea"/>
          <a:cs typeface="+mn-cs"/>
        </a:defRPr>
      </a:lvl8pPr>
      <a:lvl9pPr marL="5702198" algn="l" defTabSz="1425550" rtl="0" eaLnBrk="1" latinLnBrk="0" hangingPunct="1">
        <a:defRPr sz="280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.png"/><Relationship Id="rId18" Type="http://schemas.openxmlformats.org/officeDocument/2006/relationships/customXml" Target="../ink/ink9.xml"/><Relationship Id="rId26" Type="http://schemas.openxmlformats.org/officeDocument/2006/relationships/customXml" Target="../ink/ink13.xml"/><Relationship Id="rId39" Type="http://schemas.openxmlformats.org/officeDocument/2006/relationships/image" Target="../media/image19.png"/><Relationship Id="rId21" Type="http://schemas.openxmlformats.org/officeDocument/2006/relationships/image" Target="../media/image10.png"/><Relationship Id="rId34" Type="http://schemas.openxmlformats.org/officeDocument/2006/relationships/customXml" Target="../ink/ink17.xml"/><Relationship Id="rId42" Type="http://schemas.openxmlformats.org/officeDocument/2006/relationships/customXml" Target="../ink/ink21.xml"/><Relationship Id="rId47" Type="http://schemas.openxmlformats.org/officeDocument/2006/relationships/image" Target="../media/image23.png"/><Relationship Id="rId50" Type="http://schemas.openxmlformats.org/officeDocument/2006/relationships/customXml" Target="../ink/ink25.xml"/><Relationship Id="rId7" Type="http://schemas.openxmlformats.org/officeDocument/2006/relationships/image" Target="../media/image3.png"/><Relationship Id="rId2" Type="http://schemas.openxmlformats.org/officeDocument/2006/relationships/customXml" Target="../ink/ink1.xml"/><Relationship Id="rId16" Type="http://schemas.openxmlformats.org/officeDocument/2006/relationships/customXml" Target="../ink/ink8.xml"/><Relationship Id="rId29" Type="http://schemas.openxmlformats.org/officeDocument/2006/relationships/image" Target="../media/image14.png"/><Relationship Id="rId11" Type="http://schemas.openxmlformats.org/officeDocument/2006/relationships/image" Target="../media/image5.png"/><Relationship Id="rId24" Type="http://schemas.openxmlformats.org/officeDocument/2006/relationships/customXml" Target="../ink/ink12.xml"/><Relationship Id="rId32" Type="http://schemas.openxmlformats.org/officeDocument/2006/relationships/customXml" Target="../ink/ink16.xml"/><Relationship Id="rId37" Type="http://schemas.openxmlformats.org/officeDocument/2006/relationships/image" Target="../media/image18.png"/><Relationship Id="rId40" Type="http://schemas.openxmlformats.org/officeDocument/2006/relationships/customXml" Target="../ink/ink20.xml"/><Relationship Id="rId45" Type="http://schemas.openxmlformats.org/officeDocument/2006/relationships/image" Target="../media/image22.png"/><Relationship Id="rId53" Type="http://schemas.openxmlformats.org/officeDocument/2006/relationships/image" Target="../media/image26.png"/><Relationship Id="rId5" Type="http://schemas.openxmlformats.org/officeDocument/2006/relationships/image" Target="../media/image2.png"/><Relationship Id="rId10" Type="http://schemas.openxmlformats.org/officeDocument/2006/relationships/customXml" Target="../ink/ink5.xml"/><Relationship Id="rId19" Type="http://schemas.openxmlformats.org/officeDocument/2006/relationships/image" Target="../media/image9.png"/><Relationship Id="rId31" Type="http://schemas.openxmlformats.org/officeDocument/2006/relationships/image" Target="../media/image15.png"/><Relationship Id="rId44" Type="http://schemas.openxmlformats.org/officeDocument/2006/relationships/customXml" Target="../ink/ink22.xml"/><Relationship Id="rId52" Type="http://schemas.openxmlformats.org/officeDocument/2006/relationships/customXml" Target="../ink/ink26.xml"/><Relationship Id="rId4" Type="http://schemas.openxmlformats.org/officeDocument/2006/relationships/customXml" Target="../ink/ink2.xml"/><Relationship Id="rId9" Type="http://schemas.openxmlformats.org/officeDocument/2006/relationships/image" Target="../media/image4.png"/><Relationship Id="rId14" Type="http://schemas.openxmlformats.org/officeDocument/2006/relationships/customXml" Target="../ink/ink7.xml"/><Relationship Id="rId22" Type="http://schemas.openxmlformats.org/officeDocument/2006/relationships/customXml" Target="../ink/ink11.xml"/><Relationship Id="rId27" Type="http://schemas.openxmlformats.org/officeDocument/2006/relationships/image" Target="../media/image13.png"/><Relationship Id="rId30" Type="http://schemas.openxmlformats.org/officeDocument/2006/relationships/customXml" Target="../ink/ink15.xml"/><Relationship Id="rId35" Type="http://schemas.openxmlformats.org/officeDocument/2006/relationships/image" Target="../media/image17.png"/><Relationship Id="rId43" Type="http://schemas.openxmlformats.org/officeDocument/2006/relationships/image" Target="../media/image21.png"/><Relationship Id="rId48" Type="http://schemas.openxmlformats.org/officeDocument/2006/relationships/customXml" Target="../ink/ink24.xml"/><Relationship Id="rId8" Type="http://schemas.openxmlformats.org/officeDocument/2006/relationships/customXml" Target="../ink/ink4.xml"/><Relationship Id="rId51" Type="http://schemas.openxmlformats.org/officeDocument/2006/relationships/image" Target="../media/image25.png"/><Relationship Id="rId3" Type="http://schemas.openxmlformats.org/officeDocument/2006/relationships/image" Target="../media/image1.png"/><Relationship Id="rId12" Type="http://schemas.openxmlformats.org/officeDocument/2006/relationships/customXml" Target="../ink/ink6.xml"/><Relationship Id="rId17" Type="http://schemas.openxmlformats.org/officeDocument/2006/relationships/image" Target="../media/image8.png"/><Relationship Id="rId25" Type="http://schemas.openxmlformats.org/officeDocument/2006/relationships/image" Target="../media/image12.png"/><Relationship Id="rId33" Type="http://schemas.openxmlformats.org/officeDocument/2006/relationships/image" Target="../media/image16.png"/><Relationship Id="rId38" Type="http://schemas.openxmlformats.org/officeDocument/2006/relationships/customXml" Target="../ink/ink19.xml"/><Relationship Id="rId46" Type="http://schemas.openxmlformats.org/officeDocument/2006/relationships/customXml" Target="../ink/ink23.xml"/><Relationship Id="rId20" Type="http://schemas.openxmlformats.org/officeDocument/2006/relationships/customXml" Target="../ink/ink10.xml"/><Relationship Id="rId41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.xml"/><Relationship Id="rId15" Type="http://schemas.openxmlformats.org/officeDocument/2006/relationships/image" Target="../media/image7.png"/><Relationship Id="rId23" Type="http://schemas.openxmlformats.org/officeDocument/2006/relationships/image" Target="../media/image11.png"/><Relationship Id="rId28" Type="http://schemas.openxmlformats.org/officeDocument/2006/relationships/customXml" Target="../ink/ink14.xml"/><Relationship Id="rId36" Type="http://schemas.openxmlformats.org/officeDocument/2006/relationships/customXml" Target="../ink/ink18.xml"/><Relationship Id="rId49" Type="http://schemas.openxmlformats.org/officeDocument/2006/relationships/image" Target="../media/image24.png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.png"/><Relationship Id="rId18" Type="http://schemas.openxmlformats.org/officeDocument/2006/relationships/customXml" Target="../ink/ink35.xml"/><Relationship Id="rId26" Type="http://schemas.openxmlformats.org/officeDocument/2006/relationships/customXml" Target="../ink/ink39.xml"/><Relationship Id="rId39" Type="http://schemas.openxmlformats.org/officeDocument/2006/relationships/image" Target="../media/image19.png"/><Relationship Id="rId21" Type="http://schemas.openxmlformats.org/officeDocument/2006/relationships/image" Target="../media/image10.png"/><Relationship Id="rId34" Type="http://schemas.openxmlformats.org/officeDocument/2006/relationships/customXml" Target="../ink/ink43.xml"/><Relationship Id="rId42" Type="http://schemas.openxmlformats.org/officeDocument/2006/relationships/customXml" Target="../ink/ink47.xml"/><Relationship Id="rId47" Type="http://schemas.openxmlformats.org/officeDocument/2006/relationships/image" Target="../media/image23.png"/><Relationship Id="rId50" Type="http://schemas.openxmlformats.org/officeDocument/2006/relationships/customXml" Target="../ink/ink51.xml"/><Relationship Id="rId7" Type="http://schemas.openxmlformats.org/officeDocument/2006/relationships/image" Target="../media/image3.png"/><Relationship Id="rId2" Type="http://schemas.openxmlformats.org/officeDocument/2006/relationships/customXml" Target="../ink/ink27.xml"/><Relationship Id="rId16" Type="http://schemas.openxmlformats.org/officeDocument/2006/relationships/customXml" Target="../ink/ink34.xml"/><Relationship Id="rId29" Type="http://schemas.openxmlformats.org/officeDocument/2006/relationships/image" Target="../media/image14.png"/><Relationship Id="rId11" Type="http://schemas.openxmlformats.org/officeDocument/2006/relationships/image" Target="../media/image5.png"/><Relationship Id="rId24" Type="http://schemas.openxmlformats.org/officeDocument/2006/relationships/customXml" Target="../ink/ink38.xml"/><Relationship Id="rId32" Type="http://schemas.openxmlformats.org/officeDocument/2006/relationships/customXml" Target="../ink/ink42.xml"/><Relationship Id="rId37" Type="http://schemas.openxmlformats.org/officeDocument/2006/relationships/image" Target="../media/image18.png"/><Relationship Id="rId40" Type="http://schemas.openxmlformats.org/officeDocument/2006/relationships/customXml" Target="../ink/ink46.xml"/><Relationship Id="rId45" Type="http://schemas.openxmlformats.org/officeDocument/2006/relationships/image" Target="../media/image22.png"/><Relationship Id="rId53" Type="http://schemas.openxmlformats.org/officeDocument/2006/relationships/image" Target="../media/image26.png"/><Relationship Id="rId5" Type="http://schemas.openxmlformats.org/officeDocument/2006/relationships/image" Target="../media/image2.png"/><Relationship Id="rId10" Type="http://schemas.openxmlformats.org/officeDocument/2006/relationships/customXml" Target="../ink/ink31.xml"/><Relationship Id="rId19" Type="http://schemas.openxmlformats.org/officeDocument/2006/relationships/image" Target="../media/image9.png"/><Relationship Id="rId31" Type="http://schemas.openxmlformats.org/officeDocument/2006/relationships/image" Target="../media/image15.png"/><Relationship Id="rId44" Type="http://schemas.openxmlformats.org/officeDocument/2006/relationships/customXml" Target="../ink/ink48.xml"/><Relationship Id="rId52" Type="http://schemas.openxmlformats.org/officeDocument/2006/relationships/customXml" Target="../ink/ink52.xml"/><Relationship Id="rId4" Type="http://schemas.openxmlformats.org/officeDocument/2006/relationships/customXml" Target="../ink/ink28.xml"/><Relationship Id="rId9" Type="http://schemas.openxmlformats.org/officeDocument/2006/relationships/image" Target="../media/image4.png"/><Relationship Id="rId14" Type="http://schemas.openxmlformats.org/officeDocument/2006/relationships/customXml" Target="../ink/ink33.xml"/><Relationship Id="rId22" Type="http://schemas.openxmlformats.org/officeDocument/2006/relationships/customXml" Target="../ink/ink37.xml"/><Relationship Id="rId27" Type="http://schemas.openxmlformats.org/officeDocument/2006/relationships/image" Target="../media/image13.png"/><Relationship Id="rId30" Type="http://schemas.openxmlformats.org/officeDocument/2006/relationships/customXml" Target="../ink/ink41.xml"/><Relationship Id="rId35" Type="http://schemas.openxmlformats.org/officeDocument/2006/relationships/image" Target="../media/image17.png"/><Relationship Id="rId43" Type="http://schemas.openxmlformats.org/officeDocument/2006/relationships/image" Target="../media/image21.png"/><Relationship Id="rId48" Type="http://schemas.openxmlformats.org/officeDocument/2006/relationships/customXml" Target="../ink/ink50.xml"/><Relationship Id="rId8" Type="http://schemas.openxmlformats.org/officeDocument/2006/relationships/customXml" Target="../ink/ink30.xml"/><Relationship Id="rId51" Type="http://schemas.openxmlformats.org/officeDocument/2006/relationships/image" Target="../media/image25.png"/><Relationship Id="rId3" Type="http://schemas.openxmlformats.org/officeDocument/2006/relationships/image" Target="../media/image1.png"/><Relationship Id="rId12" Type="http://schemas.openxmlformats.org/officeDocument/2006/relationships/customXml" Target="../ink/ink32.xml"/><Relationship Id="rId17" Type="http://schemas.openxmlformats.org/officeDocument/2006/relationships/image" Target="../media/image8.png"/><Relationship Id="rId25" Type="http://schemas.openxmlformats.org/officeDocument/2006/relationships/image" Target="../media/image12.png"/><Relationship Id="rId33" Type="http://schemas.openxmlformats.org/officeDocument/2006/relationships/image" Target="../media/image16.png"/><Relationship Id="rId38" Type="http://schemas.openxmlformats.org/officeDocument/2006/relationships/customXml" Target="../ink/ink45.xml"/><Relationship Id="rId46" Type="http://schemas.openxmlformats.org/officeDocument/2006/relationships/customXml" Target="../ink/ink49.xml"/><Relationship Id="rId20" Type="http://schemas.openxmlformats.org/officeDocument/2006/relationships/customXml" Target="../ink/ink36.xml"/><Relationship Id="rId41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9.xml"/><Relationship Id="rId15" Type="http://schemas.openxmlformats.org/officeDocument/2006/relationships/image" Target="../media/image7.png"/><Relationship Id="rId23" Type="http://schemas.openxmlformats.org/officeDocument/2006/relationships/image" Target="../media/image11.png"/><Relationship Id="rId28" Type="http://schemas.openxmlformats.org/officeDocument/2006/relationships/customXml" Target="../ink/ink40.xml"/><Relationship Id="rId36" Type="http://schemas.openxmlformats.org/officeDocument/2006/relationships/customXml" Target="../ink/ink44.xml"/><Relationship Id="rId49" Type="http://schemas.openxmlformats.org/officeDocument/2006/relationships/image" Target="../media/image2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customXml" Target="../ink/ink53.xml"/><Relationship Id="rId7" Type="http://schemas.openxmlformats.org/officeDocument/2006/relationships/customXml" Target="../ink/ink55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customXml" Target="../ink/ink54.xml"/><Relationship Id="rId10" Type="http://schemas.openxmlformats.org/officeDocument/2006/relationships/image" Target="../media/image50.png"/><Relationship Id="rId4" Type="http://schemas.openxmlformats.org/officeDocument/2006/relationships/image" Target="../media/image27.png"/><Relationship Id="rId9" Type="http://schemas.openxmlformats.org/officeDocument/2006/relationships/customXml" Target="../ink/ink56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7" Type="http://schemas.openxmlformats.org/officeDocument/2006/relationships/customXml" Target="../ink/ink59.xml"/><Relationship Id="rId2" Type="http://schemas.openxmlformats.org/officeDocument/2006/relationships/customXml" Target="../ink/ink5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customXml" Target="../ink/ink58.xml"/><Relationship Id="rId10" Type="http://schemas.openxmlformats.org/officeDocument/2006/relationships/image" Target="../media/image50.png"/><Relationship Id="rId4" Type="http://schemas.openxmlformats.org/officeDocument/2006/relationships/image" Target="../media/image27.png"/><Relationship Id="rId9" Type="http://schemas.openxmlformats.org/officeDocument/2006/relationships/customXml" Target="../ink/ink6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1" name="组合 310">
            <a:extLst>
              <a:ext uri="{FF2B5EF4-FFF2-40B4-BE49-F238E27FC236}">
                <a16:creationId xmlns:a16="http://schemas.microsoft.com/office/drawing/2014/main" id="{06239C27-4376-6DF5-4088-FBE02A220568}"/>
              </a:ext>
            </a:extLst>
          </p:cNvPr>
          <p:cNvGrpSpPr/>
          <p:nvPr/>
        </p:nvGrpSpPr>
        <p:grpSpPr>
          <a:xfrm>
            <a:off x="-117987" y="293137"/>
            <a:ext cx="15237337" cy="9480162"/>
            <a:chOff x="-117987" y="293137"/>
            <a:chExt cx="15237337" cy="9480162"/>
          </a:xfrm>
        </p:grpSpPr>
        <p:grpSp>
          <p:nvGrpSpPr>
            <p:cNvPr id="45" name="组合 44">
              <a:extLst>
                <a:ext uri="{FF2B5EF4-FFF2-40B4-BE49-F238E27FC236}">
                  <a16:creationId xmlns:a16="http://schemas.microsoft.com/office/drawing/2014/main" id="{E9749EB5-9F1D-D3BC-BDF7-471C24A1AE02}"/>
                </a:ext>
              </a:extLst>
            </p:cNvPr>
            <p:cNvGrpSpPr/>
            <p:nvPr/>
          </p:nvGrpSpPr>
          <p:grpSpPr>
            <a:xfrm>
              <a:off x="-117987" y="293137"/>
              <a:ext cx="15237337" cy="9480162"/>
              <a:chOff x="-117987" y="509447"/>
              <a:chExt cx="15237337" cy="9480162"/>
            </a:xfrm>
          </p:grpSpPr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76219A9B-F13A-A7E8-7D5D-D129BD8B54DE}"/>
                  </a:ext>
                </a:extLst>
              </p:cNvPr>
              <p:cNvSpPr/>
              <p:nvPr/>
            </p:nvSpPr>
            <p:spPr>
              <a:xfrm>
                <a:off x="-117987" y="509447"/>
                <a:ext cx="15237337" cy="9470295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2" name="组合 1">
                <a:extLst>
                  <a:ext uri="{FF2B5EF4-FFF2-40B4-BE49-F238E27FC236}">
                    <a16:creationId xmlns:a16="http://schemas.microsoft.com/office/drawing/2014/main" id="{7A02BD66-DCD3-17DD-7A4D-B502D0E580C0}"/>
                  </a:ext>
                </a:extLst>
              </p:cNvPr>
              <p:cNvGrpSpPr/>
              <p:nvPr/>
            </p:nvGrpSpPr>
            <p:grpSpPr>
              <a:xfrm>
                <a:off x="-70020" y="524134"/>
                <a:ext cx="15076865" cy="9465475"/>
                <a:chOff x="-70020" y="524134"/>
                <a:chExt cx="15076865" cy="9465475"/>
              </a:xfrm>
            </p:grpSpPr>
            <p:grpSp>
              <p:nvGrpSpPr>
                <p:cNvPr id="181" name="组合 180">
                  <a:extLst>
                    <a:ext uri="{FF2B5EF4-FFF2-40B4-BE49-F238E27FC236}">
                      <a16:creationId xmlns:a16="http://schemas.microsoft.com/office/drawing/2014/main" id="{3BEEC407-25DB-8E9F-C5E6-1245B841EC61}"/>
                    </a:ext>
                  </a:extLst>
                </p:cNvPr>
                <p:cNvGrpSpPr/>
                <p:nvPr/>
              </p:nvGrpSpPr>
              <p:grpSpPr>
                <a:xfrm>
                  <a:off x="-70020" y="524134"/>
                  <a:ext cx="15076865" cy="9465475"/>
                  <a:chOff x="20640" y="328800"/>
                  <a:chExt cx="15076865" cy="9465475"/>
                </a:xfrm>
              </p:grpSpPr>
              <mc:AlternateContent xmlns:mc="http://schemas.openxmlformats.org/markup-compatibility/2006" xmlns:p14="http://schemas.microsoft.com/office/powerpoint/2010/main">
                <mc:Choice Requires="p14">
                  <p:contentPart p14:bwMode="auto" r:id="rId2">
                    <p14:nvContentPartPr>
                      <p14:cNvPr id="6" name="墨迹 5">
                        <a:extLst>
                          <a:ext uri="{FF2B5EF4-FFF2-40B4-BE49-F238E27FC236}">
                            <a16:creationId xmlns:a16="http://schemas.microsoft.com/office/drawing/2014/main" id="{4BC4B4C3-E566-A9D9-0749-6DDF16932591}"/>
                          </a:ext>
                        </a:extLst>
                      </p14:cNvPr>
                      <p14:cNvContentPartPr/>
                      <p14:nvPr/>
                    </p14:nvContentPartPr>
                    <p14:xfrm>
                      <a:off x="11374385" y="1294680"/>
                      <a:ext cx="3723120" cy="2250720"/>
                    </p14:xfrm>
                  </p:contentPart>
                </mc:Choice>
                <mc:Fallback xmlns="">
                  <p:pic>
                    <p:nvPicPr>
                      <p:cNvPr id="6" name="墨迹 5">
                        <a:extLst>
                          <a:ext uri="{FF2B5EF4-FFF2-40B4-BE49-F238E27FC236}">
                            <a16:creationId xmlns:a16="http://schemas.microsoft.com/office/drawing/2014/main" id="{4BC4B4C3-E566-A9D9-0749-6DDF1693259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1311385" y="1231670"/>
                        <a:ext cx="3848760" cy="2376380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  <mc:AlternateContent xmlns:mc="http://schemas.openxmlformats.org/markup-compatibility/2006" xmlns:p14="http://schemas.microsoft.com/office/powerpoint/2010/main">
                <mc:Choice Requires="p14">
                  <p:contentPart p14:bwMode="auto" r:id="rId4">
                    <p14:nvContentPartPr>
                      <p14:cNvPr id="7" name="墨迹 6">
                        <a:extLst>
                          <a:ext uri="{FF2B5EF4-FFF2-40B4-BE49-F238E27FC236}">
                            <a16:creationId xmlns:a16="http://schemas.microsoft.com/office/drawing/2014/main" id="{D034EA22-3985-B829-5027-079961A53E29}"/>
                          </a:ext>
                        </a:extLst>
                      </p14:cNvPr>
                      <p14:cNvContentPartPr/>
                      <p14:nvPr/>
                    </p14:nvContentPartPr>
                    <p14:xfrm>
                      <a:off x="12090065" y="3416700"/>
                      <a:ext cx="2378880" cy="1450080"/>
                    </p14:xfrm>
                  </p:contentPart>
                </mc:Choice>
                <mc:Fallback xmlns="">
                  <p:pic>
                    <p:nvPicPr>
                      <p:cNvPr id="7" name="墨迹 6">
                        <a:extLst>
                          <a:ext uri="{FF2B5EF4-FFF2-40B4-BE49-F238E27FC236}">
                            <a16:creationId xmlns:a16="http://schemas.microsoft.com/office/drawing/2014/main" id="{D034EA22-3985-B829-5027-079961A53E2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2027065" y="3353700"/>
                        <a:ext cx="2504520" cy="1575720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  <mc:AlternateContent xmlns:mc="http://schemas.openxmlformats.org/markup-compatibility/2006" xmlns:p14="http://schemas.microsoft.com/office/powerpoint/2010/main">
                <mc:Choice Requires="p14">
                  <p:contentPart p14:bwMode="auto" r:id="rId6">
                    <p14:nvContentPartPr>
                      <p14:cNvPr id="8" name="墨迹 7">
                        <a:extLst>
                          <a:ext uri="{FF2B5EF4-FFF2-40B4-BE49-F238E27FC236}">
                            <a16:creationId xmlns:a16="http://schemas.microsoft.com/office/drawing/2014/main" id="{57CD3276-E690-68AB-09F4-65D16DA21FD8}"/>
                          </a:ext>
                        </a:extLst>
                      </p14:cNvPr>
                      <p14:cNvContentPartPr/>
                      <p14:nvPr/>
                    </p14:nvContentPartPr>
                    <p14:xfrm>
                      <a:off x="12375545" y="4940220"/>
                      <a:ext cx="1032480" cy="2197440"/>
                    </p14:xfrm>
                  </p:contentPart>
                </mc:Choice>
                <mc:Fallback xmlns="">
                  <p:pic>
                    <p:nvPicPr>
                      <p:cNvPr id="8" name="墨迹 7">
                        <a:extLst>
                          <a:ext uri="{FF2B5EF4-FFF2-40B4-BE49-F238E27FC236}">
                            <a16:creationId xmlns:a16="http://schemas.microsoft.com/office/drawing/2014/main" id="{57CD3276-E690-68AB-09F4-65D16DA21FD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2312567" y="4877230"/>
                        <a:ext cx="1158076" cy="2323059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  <mc:AlternateContent xmlns:mc="http://schemas.openxmlformats.org/markup-compatibility/2006" xmlns:p14="http://schemas.microsoft.com/office/powerpoint/2010/main">
                <mc:Choice Requires="p14">
                  <p:contentPart p14:bwMode="auto" r:id="rId8">
                    <p14:nvContentPartPr>
                      <p14:cNvPr id="9" name="墨迹 8">
                        <a:extLst>
                          <a:ext uri="{FF2B5EF4-FFF2-40B4-BE49-F238E27FC236}">
                            <a16:creationId xmlns:a16="http://schemas.microsoft.com/office/drawing/2014/main" id="{044738CA-E916-D9E0-D51B-0FD193222B75}"/>
                          </a:ext>
                        </a:extLst>
                      </p14:cNvPr>
                      <p14:cNvContentPartPr/>
                      <p14:nvPr/>
                    </p14:nvContentPartPr>
                    <p14:xfrm>
                      <a:off x="13032185" y="7159260"/>
                      <a:ext cx="1126440" cy="2581920"/>
                    </p14:xfrm>
                  </p:contentPart>
                </mc:Choice>
                <mc:Fallback xmlns="">
                  <p:pic>
                    <p:nvPicPr>
                      <p:cNvPr id="9" name="墨迹 8">
                        <a:extLst>
                          <a:ext uri="{FF2B5EF4-FFF2-40B4-BE49-F238E27FC236}">
                            <a16:creationId xmlns:a16="http://schemas.microsoft.com/office/drawing/2014/main" id="{044738CA-E916-D9E0-D51B-0FD193222B7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2969185" y="7096251"/>
                        <a:ext cx="1252080" cy="2707578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  <mc:AlternateContent xmlns:mc="http://schemas.openxmlformats.org/markup-compatibility/2006" xmlns:p14="http://schemas.microsoft.com/office/powerpoint/2010/main">
                <mc:Choice Requires="p14">
                  <p:contentPart p14:bwMode="auto" r:id="rId10">
                    <p14:nvContentPartPr>
                      <p14:cNvPr id="119" name="墨迹 118">
                        <a:extLst>
                          <a:ext uri="{FF2B5EF4-FFF2-40B4-BE49-F238E27FC236}">
                            <a16:creationId xmlns:a16="http://schemas.microsoft.com/office/drawing/2014/main" id="{B58F7DEA-F83C-F2D8-5264-2EA38A14DE61}"/>
                          </a:ext>
                        </a:extLst>
                      </p14:cNvPr>
                      <p14:cNvContentPartPr/>
                      <p14:nvPr/>
                    </p14:nvContentPartPr>
                    <p14:xfrm>
                      <a:off x="881760" y="333480"/>
                      <a:ext cx="2537640" cy="3328920"/>
                    </p14:xfrm>
                  </p:contentPart>
                </mc:Choice>
                <mc:Fallback xmlns="">
                  <p:pic>
                    <p:nvPicPr>
                      <p:cNvPr id="119" name="墨迹 118">
                        <a:extLst>
                          <a:ext uri="{FF2B5EF4-FFF2-40B4-BE49-F238E27FC236}">
                            <a16:creationId xmlns:a16="http://schemas.microsoft.com/office/drawing/2014/main" id="{B58F7DEA-F83C-F2D8-5264-2EA38A14DE6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846120" y="297480"/>
                        <a:ext cx="2609280" cy="3400560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  <mc:AlternateContent xmlns:mc="http://schemas.openxmlformats.org/markup-compatibility/2006" xmlns:p14="http://schemas.microsoft.com/office/powerpoint/2010/main">
                <mc:Choice Requires="p14">
                  <p:contentPart p14:bwMode="auto" r:id="rId12">
                    <p14:nvContentPartPr>
                      <p14:cNvPr id="154" name="墨迹 153">
                        <a:extLst>
                          <a:ext uri="{FF2B5EF4-FFF2-40B4-BE49-F238E27FC236}">
                            <a16:creationId xmlns:a16="http://schemas.microsoft.com/office/drawing/2014/main" id="{B4CDE80D-D490-CDE0-A94E-1673E767046D}"/>
                          </a:ext>
                        </a:extLst>
                      </p14:cNvPr>
                      <p14:cNvContentPartPr/>
                      <p14:nvPr/>
                    </p14:nvContentPartPr>
                    <p14:xfrm>
                      <a:off x="20640" y="3223560"/>
                      <a:ext cx="3310200" cy="1949400"/>
                    </p14:xfrm>
                  </p:contentPart>
                </mc:Choice>
                <mc:Fallback xmlns="">
                  <p:pic>
                    <p:nvPicPr>
                      <p:cNvPr id="154" name="墨迹 153">
                        <a:extLst>
                          <a:ext uri="{FF2B5EF4-FFF2-40B4-BE49-F238E27FC236}">
                            <a16:creationId xmlns:a16="http://schemas.microsoft.com/office/drawing/2014/main" id="{B4CDE80D-D490-CDE0-A94E-1673E767046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-15000" y="3187920"/>
                        <a:ext cx="3381840" cy="2021040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  <mc:AlternateContent xmlns:mc="http://schemas.openxmlformats.org/markup-compatibility/2006" xmlns:p14="http://schemas.microsoft.com/office/powerpoint/2010/main">
                <mc:Choice Requires="p14">
                  <p:contentPart p14:bwMode="auto" r:id="rId14">
                    <p14:nvContentPartPr>
                      <p14:cNvPr id="155" name="墨迹 154">
                        <a:extLst>
                          <a:ext uri="{FF2B5EF4-FFF2-40B4-BE49-F238E27FC236}">
                            <a16:creationId xmlns:a16="http://schemas.microsoft.com/office/drawing/2014/main" id="{2BA4CA15-C53B-C627-168C-FB311707EA67}"/>
                          </a:ext>
                        </a:extLst>
                      </p14:cNvPr>
                      <p14:cNvContentPartPr/>
                      <p14:nvPr/>
                    </p14:nvContentPartPr>
                    <p14:xfrm>
                      <a:off x="1872840" y="4924200"/>
                      <a:ext cx="860760" cy="1517760"/>
                    </p14:xfrm>
                  </p:contentPart>
                </mc:Choice>
                <mc:Fallback xmlns="">
                  <p:pic>
                    <p:nvPicPr>
                      <p:cNvPr id="155" name="墨迹 154">
                        <a:extLst>
                          <a:ext uri="{FF2B5EF4-FFF2-40B4-BE49-F238E27FC236}">
                            <a16:creationId xmlns:a16="http://schemas.microsoft.com/office/drawing/2014/main" id="{2BA4CA15-C53B-C627-168C-FB311707EA6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837200" y="4888200"/>
                        <a:ext cx="932400" cy="1589400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  <mc:AlternateContent xmlns:mc="http://schemas.openxmlformats.org/markup-compatibility/2006" xmlns:p14="http://schemas.microsoft.com/office/powerpoint/2010/main">
                <mc:Choice Requires="p14">
                  <p:contentPart p14:bwMode="auto" r:id="rId16">
                    <p14:nvContentPartPr>
                      <p14:cNvPr id="157" name="墨迹 156">
                        <a:extLst>
                          <a:ext uri="{FF2B5EF4-FFF2-40B4-BE49-F238E27FC236}">
                            <a16:creationId xmlns:a16="http://schemas.microsoft.com/office/drawing/2014/main" id="{0E42F45A-4123-1FAF-B5C2-FBB5CB9B3BA1}"/>
                          </a:ext>
                        </a:extLst>
                      </p14:cNvPr>
                      <p14:cNvContentPartPr/>
                      <p14:nvPr/>
                    </p14:nvContentPartPr>
                    <p14:xfrm>
                      <a:off x="2787475" y="3971100"/>
                      <a:ext cx="3997800" cy="2734920"/>
                    </p14:xfrm>
                  </p:contentPart>
                </mc:Choice>
                <mc:Fallback xmlns="">
                  <p:pic>
                    <p:nvPicPr>
                      <p:cNvPr id="157" name="墨迹 156">
                        <a:extLst>
                          <a:ext uri="{FF2B5EF4-FFF2-40B4-BE49-F238E27FC236}">
                            <a16:creationId xmlns:a16="http://schemas.microsoft.com/office/drawing/2014/main" id="{0E42F45A-4123-1FAF-B5C2-FBB5CB9B3BA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2751475" y="3935100"/>
                        <a:ext cx="4069440" cy="2806560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  <mc:AlternateContent xmlns:mc="http://schemas.openxmlformats.org/markup-compatibility/2006" xmlns:p14="http://schemas.microsoft.com/office/powerpoint/2010/main">
                <mc:Choice Requires="p14">
                  <p:contentPart p14:bwMode="auto" r:id="rId18">
                    <p14:nvContentPartPr>
                      <p14:cNvPr id="158" name="墨迹 157">
                        <a:extLst>
                          <a:ext uri="{FF2B5EF4-FFF2-40B4-BE49-F238E27FC236}">
                            <a16:creationId xmlns:a16="http://schemas.microsoft.com/office/drawing/2014/main" id="{A4517B4D-689A-B9FC-C45E-9DB4827B6851}"/>
                          </a:ext>
                        </a:extLst>
                      </p14:cNvPr>
                      <p14:cNvContentPartPr/>
                      <p14:nvPr/>
                    </p14:nvContentPartPr>
                    <p14:xfrm>
                      <a:off x="6827900" y="1894260"/>
                      <a:ext cx="2631240" cy="3295080"/>
                    </p14:xfrm>
                  </p:contentPart>
                </mc:Choice>
                <mc:Fallback xmlns="">
                  <p:pic>
                    <p:nvPicPr>
                      <p:cNvPr id="158" name="墨迹 157">
                        <a:extLst>
                          <a:ext uri="{FF2B5EF4-FFF2-40B4-BE49-F238E27FC236}">
                            <a16:creationId xmlns:a16="http://schemas.microsoft.com/office/drawing/2014/main" id="{A4517B4D-689A-B9FC-C45E-9DB4827B685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6791900" y="1858620"/>
                        <a:ext cx="2702880" cy="3366720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  <mc:AlternateContent xmlns:mc="http://schemas.openxmlformats.org/markup-compatibility/2006" xmlns:p14="http://schemas.microsoft.com/office/powerpoint/2010/main">
                <mc:Choice Requires="p14">
                  <p:contentPart p14:bwMode="auto" r:id="rId20">
                    <p14:nvContentPartPr>
                      <p14:cNvPr id="160" name="墨迹 159">
                        <a:extLst>
                          <a:ext uri="{FF2B5EF4-FFF2-40B4-BE49-F238E27FC236}">
                            <a16:creationId xmlns:a16="http://schemas.microsoft.com/office/drawing/2014/main" id="{84F33360-F5AF-D9C5-1027-9800361DB0D4}"/>
                          </a:ext>
                        </a:extLst>
                      </p14:cNvPr>
                      <p14:cNvContentPartPr/>
                      <p14:nvPr/>
                    </p14:nvContentPartPr>
                    <p14:xfrm>
                      <a:off x="9350060" y="328800"/>
                      <a:ext cx="1921320" cy="1563840"/>
                    </p14:xfrm>
                  </p:contentPart>
                </mc:Choice>
                <mc:Fallback xmlns="">
                  <p:pic>
                    <p:nvPicPr>
                      <p:cNvPr id="160" name="墨迹 159">
                        <a:extLst>
                          <a:ext uri="{FF2B5EF4-FFF2-40B4-BE49-F238E27FC236}">
                            <a16:creationId xmlns:a16="http://schemas.microsoft.com/office/drawing/2014/main" id="{84F33360-F5AF-D9C5-1027-9800361DB0D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9314420" y="292800"/>
                        <a:ext cx="1992960" cy="1635480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  <mc:AlternateContent xmlns:mc="http://schemas.openxmlformats.org/markup-compatibility/2006" xmlns:p14="http://schemas.microsoft.com/office/powerpoint/2010/main">
                <mc:Choice Requires="p14">
                  <p:contentPart p14:bwMode="auto" r:id="rId22">
                    <p14:nvContentPartPr>
                      <p14:cNvPr id="161" name="墨迹 160">
                        <a:extLst>
                          <a:ext uri="{FF2B5EF4-FFF2-40B4-BE49-F238E27FC236}">
                            <a16:creationId xmlns:a16="http://schemas.microsoft.com/office/drawing/2014/main" id="{506B1C7E-2097-641F-D5EA-06AE4402C070}"/>
                          </a:ext>
                        </a:extLst>
                      </p14:cNvPr>
                      <p14:cNvContentPartPr/>
                      <p14:nvPr/>
                    </p14:nvContentPartPr>
                    <p14:xfrm>
                      <a:off x="5790960" y="333120"/>
                      <a:ext cx="1641960" cy="1778400"/>
                    </p14:xfrm>
                  </p:contentPart>
                </mc:Choice>
                <mc:Fallback xmlns="">
                  <p:pic>
                    <p:nvPicPr>
                      <p:cNvPr id="161" name="墨迹 160">
                        <a:extLst>
                          <a:ext uri="{FF2B5EF4-FFF2-40B4-BE49-F238E27FC236}">
                            <a16:creationId xmlns:a16="http://schemas.microsoft.com/office/drawing/2014/main" id="{506B1C7E-2097-641F-D5EA-06AE4402C07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5755320" y="297480"/>
                        <a:ext cx="1713600" cy="1850040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  <p:grpSp>
                <p:nvGrpSpPr>
                  <p:cNvPr id="165" name="组合 164">
                    <a:extLst>
                      <a:ext uri="{FF2B5EF4-FFF2-40B4-BE49-F238E27FC236}">
                        <a16:creationId xmlns:a16="http://schemas.microsoft.com/office/drawing/2014/main" id="{4C6A1B44-A022-3D3C-802D-ADF61F042E5B}"/>
                      </a:ext>
                    </a:extLst>
                  </p:cNvPr>
                  <p:cNvGrpSpPr/>
                  <p:nvPr/>
                </p:nvGrpSpPr>
                <p:grpSpPr>
                  <a:xfrm>
                    <a:off x="6184800" y="4694340"/>
                    <a:ext cx="790920" cy="468360"/>
                    <a:chOff x="6184800" y="4694340"/>
                    <a:chExt cx="790920" cy="468360"/>
                  </a:xfrm>
                </p:grpSpPr>
                <mc:AlternateContent xmlns:mc="http://schemas.openxmlformats.org/markup-compatibility/2006" xmlns:p14="http://schemas.microsoft.com/office/powerpoint/2010/main">
                  <mc:Choice Requires="p14">
                    <p:contentPart p14:bwMode="auto" r:id="rId24">
                      <p14:nvContentPartPr>
                        <p14:cNvPr id="162" name="墨迹 161">
                          <a:extLst>
                            <a:ext uri="{FF2B5EF4-FFF2-40B4-BE49-F238E27FC236}">
                              <a16:creationId xmlns:a16="http://schemas.microsoft.com/office/drawing/2014/main" id="{8A8AA35C-9513-3B97-8984-A6DFDE6CBE97}"/>
                            </a:ext>
                          </a:extLst>
                        </p14:cNvPr>
                        <p14:cNvContentPartPr/>
                        <p14:nvPr/>
                      </p14:nvContentPartPr>
                      <p14:xfrm>
                        <a:off x="6184800" y="4750860"/>
                        <a:ext cx="700560" cy="411840"/>
                      </p14:xfrm>
                    </p:contentPart>
                  </mc:Choice>
                  <mc:Fallback xmlns="">
                    <p:pic>
                      <p:nvPicPr>
                        <p:cNvPr id="162" name="墨迹 161">
                          <a:extLst>
                            <a:ext uri="{FF2B5EF4-FFF2-40B4-BE49-F238E27FC236}">
                              <a16:creationId xmlns:a16="http://schemas.microsoft.com/office/drawing/2014/main" id="{8A8AA35C-9513-3B97-8984-A6DFDE6CBE97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5"/>
                        <a:stretch>
                          <a:fillRect/>
                        </a:stretch>
                      </p:blipFill>
                      <p:spPr>
                        <a:xfrm>
                          <a:off x="6148800" y="4714860"/>
                          <a:ext cx="772200" cy="483480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mc:AlternateContent xmlns:mc="http://schemas.openxmlformats.org/markup-compatibility/2006" xmlns:p14="http://schemas.microsoft.com/office/powerpoint/2010/main">
                  <mc:Choice Requires="p14">
                    <p:contentPart p14:bwMode="auto" r:id="rId26">
                      <p14:nvContentPartPr>
                        <p14:cNvPr id="164" name="墨迹 163">
                          <a:extLst>
                            <a:ext uri="{FF2B5EF4-FFF2-40B4-BE49-F238E27FC236}">
                              <a16:creationId xmlns:a16="http://schemas.microsoft.com/office/drawing/2014/main" id="{A03BF210-C05E-3FC3-1142-8C6718E87BAF}"/>
                            </a:ext>
                          </a:extLst>
                        </p14:cNvPr>
                        <p14:cNvContentPartPr/>
                        <p14:nvPr/>
                      </p14:nvContentPartPr>
                      <p14:xfrm>
                        <a:off x="6914880" y="4694340"/>
                        <a:ext cx="60840" cy="8280"/>
                      </p14:xfrm>
                    </p:contentPart>
                  </mc:Choice>
                  <mc:Fallback xmlns="">
                    <p:pic>
                      <p:nvPicPr>
                        <p:cNvPr id="164" name="墨迹 163">
                          <a:extLst>
                            <a:ext uri="{FF2B5EF4-FFF2-40B4-BE49-F238E27FC236}">
                              <a16:creationId xmlns:a16="http://schemas.microsoft.com/office/drawing/2014/main" id="{A03BF210-C05E-3FC3-1142-8C6718E87BAF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7"/>
                        <a:stretch>
                          <a:fillRect/>
                        </a:stretch>
                      </p:blipFill>
                      <p:spPr>
                        <a:xfrm>
                          <a:off x="6879240" y="4658340"/>
                          <a:ext cx="132480" cy="79920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</p:grpSp>
              <mc:AlternateContent xmlns:mc="http://schemas.openxmlformats.org/markup-compatibility/2006" xmlns:p14="http://schemas.microsoft.com/office/powerpoint/2010/main">
                <mc:Choice Requires="p14">
                  <p:contentPart p14:bwMode="auto" r:id="rId28">
                    <p14:nvContentPartPr>
                      <p14:cNvPr id="166" name="墨迹 165">
                        <a:extLst>
                          <a:ext uri="{FF2B5EF4-FFF2-40B4-BE49-F238E27FC236}">
                            <a16:creationId xmlns:a16="http://schemas.microsoft.com/office/drawing/2014/main" id="{B3122C83-FF05-3E06-375F-4BB0F29E0361}"/>
                          </a:ext>
                        </a:extLst>
                      </p14:cNvPr>
                      <p14:cNvContentPartPr/>
                      <p14:nvPr/>
                    </p14:nvContentPartPr>
                    <p14:xfrm>
                      <a:off x="9439035" y="2266860"/>
                      <a:ext cx="1807920" cy="600840"/>
                    </p14:xfrm>
                  </p:contentPart>
                </mc:Choice>
                <mc:Fallback xmlns="">
                  <p:pic>
                    <p:nvPicPr>
                      <p:cNvPr id="166" name="墨迹 165">
                        <a:extLst>
                          <a:ext uri="{FF2B5EF4-FFF2-40B4-BE49-F238E27FC236}">
                            <a16:creationId xmlns:a16="http://schemas.microsoft.com/office/drawing/2014/main" id="{B3122C83-FF05-3E06-375F-4BB0F29E036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9403395" y="2230860"/>
                        <a:ext cx="1879560" cy="672480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  <mc:AlternateContent xmlns:mc="http://schemas.openxmlformats.org/markup-compatibility/2006" xmlns:p14="http://schemas.microsoft.com/office/powerpoint/2010/main">
                <mc:Choice Requires="p14">
                  <p:contentPart p14:bwMode="auto" r:id="rId30">
                    <p14:nvContentPartPr>
                      <p14:cNvPr id="168" name="墨迹 167">
                        <a:extLst>
                          <a:ext uri="{FF2B5EF4-FFF2-40B4-BE49-F238E27FC236}">
                            <a16:creationId xmlns:a16="http://schemas.microsoft.com/office/drawing/2014/main" id="{2CE0987E-3BC4-C659-2D32-D36AE3FEC666}"/>
                          </a:ext>
                        </a:extLst>
                      </p14:cNvPr>
                      <p14:cNvContentPartPr/>
                      <p14:nvPr/>
                    </p14:nvContentPartPr>
                    <p14:xfrm>
                      <a:off x="10730355" y="3415980"/>
                      <a:ext cx="1695600" cy="2230560"/>
                    </p14:xfrm>
                  </p:contentPart>
                </mc:Choice>
                <mc:Fallback xmlns="">
                  <p:pic>
                    <p:nvPicPr>
                      <p:cNvPr id="168" name="墨迹 167">
                        <a:extLst>
                          <a:ext uri="{FF2B5EF4-FFF2-40B4-BE49-F238E27FC236}">
                            <a16:creationId xmlns:a16="http://schemas.microsoft.com/office/drawing/2014/main" id="{2CE0987E-3BC4-C659-2D32-D36AE3FEC66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1"/>
                      <a:stretch>
                        <a:fillRect/>
                      </a:stretch>
                    </p:blipFill>
                    <p:spPr>
                      <a:xfrm>
                        <a:off x="10694715" y="3380340"/>
                        <a:ext cx="1767240" cy="2302200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  <mc:AlternateContent xmlns:mc="http://schemas.openxmlformats.org/markup-compatibility/2006" xmlns:p14="http://schemas.microsoft.com/office/powerpoint/2010/main">
                <mc:Choice Requires="p14">
                  <p:contentPart p14:bwMode="auto" r:id="rId32">
                    <p14:nvContentPartPr>
                      <p14:cNvPr id="169" name="墨迹 168">
                        <a:extLst>
                          <a:ext uri="{FF2B5EF4-FFF2-40B4-BE49-F238E27FC236}">
                            <a16:creationId xmlns:a16="http://schemas.microsoft.com/office/drawing/2014/main" id="{BE7DBD50-0FCC-52EA-9920-5CC6C0929016}"/>
                          </a:ext>
                        </a:extLst>
                      </p14:cNvPr>
                      <p14:cNvContentPartPr/>
                      <p14:nvPr/>
                    </p14:nvContentPartPr>
                    <p14:xfrm>
                      <a:off x="8886435" y="4447380"/>
                      <a:ext cx="1895040" cy="614520"/>
                    </p14:xfrm>
                  </p:contentPart>
                </mc:Choice>
                <mc:Fallback xmlns="">
                  <p:pic>
                    <p:nvPicPr>
                      <p:cNvPr id="169" name="墨迹 168">
                        <a:extLst>
                          <a:ext uri="{FF2B5EF4-FFF2-40B4-BE49-F238E27FC236}">
                            <a16:creationId xmlns:a16="http://schemas.microsoft.com/office/drawing/2014/main" id="{BE7DBD50-0FCC-52EA-9920-5CC6C092901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3"/>
                      <a:stretch>
                        <a:fillRect/>
                      </a:stretch>
                    </p:blipFill>
                    <p:spPr>
                      <a:xfrm>
                        <a:off x="8850795" y="4411380"/>
                        <a:ext cx="1966680" cy="686160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  <mc:AlternateContent xmlns:mc="http://schemas.openxmlformats.org/markup-compatibility/2006" xmlns:p14="http://schemas.microsoft.com/office/powerpoint/2010/main">
                <mc:Choice Requires="p14">
                  <p:contentPart p14:bwMode="auto" r:id="rId34">
                    <p14:nvContentPartPr>
                      <p14:cNvPr id="171" name="墨迹 170">
                        <a:extLst>
                          <a:ext uri="{FF2B5EF4-FFF2-40B4-BE49-F238E27FC236}">
                            <a16:creationId xmlns:a16="http://schemas.microsoft.com/office/drawing/2014/main" id="{7A9F738A-D8CF-CD58-3455-4D68D5B2A113}"/>
                          </a:ext>
                        </a:extLst>
                      </p14:cNvPr>
                      <p14:cNvContentPartPr/>
                      <p14:nvPr/>
                    </p14:nvContentPartPr>
                    <p14:xfrm>
                      <a:off x="10387050" y="6105180"/>
                      <a:ext cx="2954520" cy="2430000"/>
                    </p14:xfrm>
                  </p:contentPart>
                </mc:Choice>
                <mc:Fallback xmlns="">
                  <p:pic>
                    <p:nvPicPr>
                      <p:cNvPr id="171" name="墨迹 170">
                        <a:extLst>
                          <a:ext uri="{FF2B5EF4-FFF2-40B4-BE49-F238E27FC236}">
                            <a16:creationId xmlns:a16="http://schemas.microsoft.com/office/drawing/2014/main" id="{7A9F738A-D8CF-CD58-3455-4D68D5B2A11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5"/>
                      <a:stretch>
                        <a:fillRect/>
                      </a:stretch>
                    </p:blipFill>
                    <p:spPr>
                      <a:xfrm>
                        <a:off x="10351410" y="6069540"/>
                        <a:ext cx="3026160" cy="2501640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  <mc:AlternateContent xmlns:mc="http://schemas.openxmlformats.org/markup-compatibility/2006" xmlns:p14="http://schemas.microsoft.com/office/powerpoint/2010/main">
                <mc:Choice Requires="p14">
                  <p:contentPart p14:bwMode="auto" r:id="rId36">
                    <p14:nvContentPartPr>
                      <p14:cNvPr id="172" name="墨迹 171">
                        <a:extLst>
                          <a:ext uri="{FF2B5EF4-FFF2-40B4-BE49-F238E27FC236}">
                            <a16:creationId xmlns:a16="http://schemas.microsoft.com/office/drawing/2014/main" id="{C67AEA8C-EBF6-C8AD-2169-3F6AFAB31EAF}"/>
                          </a:ext>
                        </a:extLst>
                      </p14:cNvPr>
                      <p14:cNvContentPartPr/>
                      <p14:nvPr/>
                    </p14:nvContentPartPr>
                    <p14:xfrm>
                      <a:off x="9966210" y="8600875"/>
                      <a:ext cx="902160" cy="1184760"/>
                    </p14:xfrm>
                  </p:contentPart>
                </mc:Choice>
                <mc:Fallback xmlns="">
                  <p:pic>
                    <p:nvPicPr>
                      <p:cNvPr id="172" name="墨迹 171">
                        <a:extLst>
                          <a:ext uri="{FF2B5EF4-FFF2-40B4-BE49-F238E27FC236}">
                            <a16:creationId xmlns:a16="http://schemas.microsoft.com/office/drawing/2014/main" id="{C67AEA8C-EBF6-C8AD-2169-3F6AFAB31EA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7"/>
                      <a:stretch>
                        <a:fillRect/>
                      </a:stretch>
                    </p:blipFill>
                    <p:spPr>
                      <a:xfrm>
                        <a:off x="9930210" y="8564875"/>
                        <a:ext cx="973800" cy="1256400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  <mc:AlternateContent xmlns:mc="http://schemas.openxmlformats.org/markup-compatibility/2006" xmlns:p14="http://schemas.microsoft.com/office/powerpoint/2010/main">
                <mc:Choice Requires="p14">
                  <p:contentPart p14:bwMode="auto" r:id="rId38">
                    <p14:nvContentPartPr>
                      <p14:cNvPr id="173" name="墨迹 172">
                        <a:extLst>
                          <a:ext uri="{FF2B5EF4-FFF2-40B4-BE49-F238E27FC236}">
                            <a16:creationId xmlns:a16="http://schemas.microsoft.com/office/drawing/2014/main" id="{17D5514A-4EAA-DB9A-63CD-66885694F268}"/>
                          </a:ext>
                        </a:extLst>
                      </p14:cNvPr>
                      <p14:cNvContentPartPr/>
                      <p14:nvPr/>
                    </p14:nvContentPartPr>
                    <p14:xfrm>
                      <a:off x="6743395" y="6117955"/>
                      <a:ext cx="3671280" cy="1232640"/>
                    </p14:xfrm>
                  </p:contentPart>
                </mc:Choice>
                <mc:Fallback xmlns="">
                  <p:pic>
                    <p:nvPicPr>
                      <p:cNvPr id="173" name="墨迹 172">
                        <a:extLst>
                          <a:ext uri="{FF2B5EF4-FFF2-40B4-BE49-F238E27FC236}">
                            <a16:creationId xmlns:a16="http://schemas.microsoft.com/office/drawing/2014/main" id="{17D5514A-4EAA-DB9A-63CD-66885694F26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9"/>
                      <a:stretch>
                        <a:fillRect/>
                      </a:stretch>
                    </p:blipFill>
                    <p:spPr>
                      <a:xfrm>
                        <a:off x="6707755" y="6082315"/>
                        <a:ext cx="3742920" cy="1304280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  <mc:AlternateContent xmlns:mc="http://schemas.openxmlformats.org/markup-compatibility/2006" xmlns:p14="http://schemas.microsoft.com/office/powerpoint/2010/main">
                <mc:Choice Requires="p14">
                  <p:contentPart p14:bwMode="auto" r:id="rId40">
                    <p14:nvContentPartPr>
                      <p14:cNvPr id="174" name="墨迹 173">
                        <a:extLst>
                          <a:ext uri="{FF2B5EF4-FFF2-40B4-BE49-F238E27FC236}">
                            <a16:creationId xmlns:a16="http://schemas.microsoft.com/office/drawing/2014/main" id="{7B37F0FB-79E7-FA5C-2B4F-519A187333BA}"/>
                          </a:ext>
                        </a:extLst>
                      </p14:cNvPr>
                      <p14:cNvContentPartPr/>
                      <p14:nvPr/>
                    </p14:nvContentPartPr>
                    <p14:xfrm>
                      <a:off x="5118890" y="6546715"/>
                      <a:ext cx="930240" cy="3044520"/>
                    </p14:xfrm>
                  </p:contentPart>
                </mc:Choice>
                <mc:Fallback xmlns="">
                  <p:pic>
                    <p:nvPicPr>
                      <p:cNvPr id="174" name="墨迹 173">
                        <a:extLst>
                          <a:ext uri="{FF2B5EF4-FFF2-40B4-BE49-F238E27FC236}">
                            <a16:creationId xmlns:a16="http://schemas.microsoft.com/office/drawing/2014/main" id="{7B37F0FB-79E7-FA5C-2B4F-519A187333B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1"/>
                      <a:stretch>
                        <a:fillRect/>
                      </a:stretch>
                    </p:blipFill>
                    <p:spPr>
                      <a:xfrm>
                        <a:off x="5083250" y="6510715"/>
                        <a:ext cx="1001880" cy="3116160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  <mc:AlternateContent xmlns:mc="http://schemas.openxmlformats.org/markup-compatibility/2006" xmlns:p14="http://schemas.microsoft.com/office/powerpoint/2010/main">
                <mc:Choice Requires="p14">
                  <p:contentPart p14:bwMode="auto" r:id="rId42">
                    <p14:nvContentPartPr>
                      <p14:cNvPr id="175" name="墨迹 174">
                        <a:extLst>
                          <a:ext uri="{FF2B5EF4-FFF2-40B4-BE49-F238E27FC236}">
                            <a16:creationId xmlns:a16="http://schemas.microsoft.com/office/drawing/2014/main" id="{B47C7DDC-775D-9A87-FA5D-3F0BEEE59211}"/>
                          </a:ext>
                        </a:extLst>
                      </p14:cNvPr>
                      <p14:cNvContentPartPr/>
                      <p14:nvPr/>
                    </p14:nvContentPartPr>
                    <p14:xfrm>
                      <a:off x="5987570" y="9616975"/>
                      <a:ext cx="13320" cy="165240"/>
                    </p14:xfrm>
                  </p:contentPart>
                </mc:Choice>
                <mc:Fallback xmlns="">
                  <p:pic>
                    <p:nvPicPr>
                      <p:cNvPr id="175" name="墨迹 174">
                        <a:extLst>
                          <a:ext uri="{FF2B5EF4-FFF2-40B4-BE49-F238E27FC236}">
                            <a16:creationId xmlns:a16="http://schemas.microsoft.com/office/drawing/2014/main" id="{B47C7DDC-775D-9A87-FA5D-3F0BEEE5921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3"/>
                      <a:stretch>
                        <a:fillRect/>
                      </a:stretch>
                    </p:blipFill>
                    <p:spPr>
                      <a:xfrm>
                        <a:off x="5951930" y="9580975"/>
                        <a:ext cx="84960" cy="236880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  <p:grpSp>
                <p:nvGrpSpPr>
                  <p:cNvPr id="178" name="组合 177">
                    <a:extLst>
                      <a:ext uri="{FF2B5EF4-FFF2-40B4-BE49-F238E27FC236}">
                        <a16:creationId xmlns:a16="http://schemas.microsoft.com/office/drawing/2014/main" id="{751D141F-FF16-B8BA-9CE3-E3ED488E03BD}"/>
                      </a:ext>
                    </a:extLst>
                  </p:cNvPr>
                  <p:cNvGrpSpPr/>
                  <p:nvPr/>
                </p:nvGrpSpPr>
                <p:grpSpPr>
                  <a:xfrm>
                    <a:off x="987035" y="6581455"/>
                    <a:ext cx="1838880" cy="3212820"/>
                    <a:chOff x="987035" y="6581455"/>
                    <a:chExt cx="1838880" cy="3212820"/>
                  </a:xfrm>
                </p:grpSpPr>
                <mc:AlternateContent xmlns:mc="http://schemas.openxmlformats.org/markup-compatibility/2006" xmlns:p14="http://schemas.microsoft.com/office/powerpoint/2010/main">
                  <mc:Choice Requires="p14">
                    <p:contentPart p14:bwMode="auto" r:id="rId44">
                      <p14:nvContentPartPr>
                        <p14:cNvPr id="176" name="墨迹 175">
                          <a:extLst>
                            <a:ext uri="{FF2B5EF4-FFF2-40B4-BE49-F238E27FC236}">
                              <a16:creationId xmlns:a16="http://schemas.microsoft.com/office/drawing/2014/main" id="{36629FF0-E304-B4F1-ABB1-3F3C33A31489}"/>
                            </a:ext>
                          </a:extLst>
                        </p14:cNvPr>
                        <p14:cNvContentPartPr/>
                        <p14:nvPr/>
                      </p14:nvContentPartPr>
                      <p14:xfrm>
                        <a:off x="1925195" y="6581455"/>
                        <a:ext cx="900720" cy="2332080"/>
                      </p14:xfrm>
                    </p:contentPart>
                  </mc:Choice>
                  <mc:Fallback xmlns="">
                    <p:pic>
                      <p:nvPicPr>
                        <p:cNvPr id="176" name="墨迹 175">
                          <a:extLst>
                            <a:ext uri="{FF2B5EF4-FFF2-40B4-BE49-F238E27FC236}">
                              <a16:creationId xmlns:a16="http://schemas.microsoft.com/office/drawing/2014/main" id="{36629FF0-E304-B4F1-ABB1-3F3C33A31489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45"/>
                        <a:stretch>
                          <a:fillRect/>
                        </a:stretch>
                      </p:blipFill>
                      <p:spPr>
                        <a:xfrm>
                          <a:off x="1889195" y="6545815"/>
                          <a:ext cx="972360" cy="2403720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mc:AlternateContent xmlns:mc="http://schemas.openxmlformats.org/markup-compatibility/2006" xmlns:p14="http://schemas.microsoft.com/office/powerpoint/2010/main">
                  <mc:Choice Requires="p14">
                    <p:contentPart p14:bwMode="auto" r:id="rId46">
                      <p14:nvContentPartPr>
                        <p14:cNvPr id="177" name="墨迹 176">
                          <a:extLst>
                            <a:ext uri="{FF2B5EF4-FFF2-40B4-BE49-F238E27FC236}">
                              <a16:creationId xmlns:a16="http://schemas.microsoft.com/office/drawing/2014/main" id="{722920E6-DD28-A1D6-DA47-642E33249B97}"/>
                            </a:ext>
                          </a:extLst>
                        </p14:cNvPr>
                        <p14:cNvContentPartPr/>
                        <p14:nvPr/>
                      </p14:nvContentPartPr>
                      <p14:xfrm>
                        <a:off x="987035" y="8927755"/>
                        <a:ext cx="934200" cy="866520"/>
                      </p14:xfrm>
                    </p:contentPart>
                  </mc:Choice>
                  <mc:Fallback xmlns="">
                    <p:pic>
                      <p:nvPicPr>
                        <p:cNvPr id="177" name="墨迹 176">
                          <a:extLst>
                            <a:ext uri="{FF2B5EF4-FFF2-40B4-BE49-F238E27FC236}">
                              <a16:creationId xmlns:a16="http://schemas.microsoft.com/office/drawing/2014/main" id="{722920E6-DD28-A1D6-DA47-642E33249B97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47"/>
                        <a:stretch>
                          <a:fillRect/>
                        </a:stretch>
                      </p:blipFill>
                      <p:spPr>
                        <a:xfrm>
                          <a:off x="951035" y="8892115"/>
                          <a:ext cx="1005840" cy="938160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</p:grpSp>
            </p:grpSp>
            <p:grpSp>
              <p:nvGrpSpPr>
                <p:cNvPr id="11" name="组合 10">
                  <a:extLst>
                    <a:ext uri="{FF2B5EF4-FFF2-40B4-BE49-F238E27FC236}">
                      <a16:creationId xmlns:a16="http://schemas.microsoft.com/office/drawing/2014/main" id="{54C869E5-3E95-9035-A577-636621EE257F}"/>
                    </a:ext>
                  </a:extLst>
                </p:cNvPr>
                <p:cNvGrpSpPr/>
                <p:nvPr/>
              </p:nvGrpSpPr>
              <p:grpSpPr>
                <a:xfrm>
                  <a:off x="11587085" y="7451852"/>
                  <a:ext cx="595035" cy="855985"/>
                  <a:chOff x="11815577" y="7514456"/>
                  <a:chExt cx="595035" cy="855985"/>
                </a:xfrm>
              </p:grpSpPr>
              <p:sp>
                <p:nvSpPr>
                  <p:cNvPr id="4" name="矩形: 圆角 3">
                    <a:extLst>
                      <a:ext uri="{FF2B5EF4-FFF2-40B4-BE49-F238E27FC236}">
                        <a16:creationId xmlns:a16="http://schemas.microsoft.com/office/drawing/2014/main" id="{7273C67B-729A-48F7-31EC-D937EA71B485}"/>
                      </a:ext>
                    </a:extLst>
                  </p:cNvPr>
                  <p:cNvSpPr/>
                  <p:nvPr/>
                </p:nvSpPr>
                <p:spPr>
                  <a:xfrm>
                    <a:off x="11900031" y="7514456"/>
                    <a:ext cx="432000" cy="432000"/>
                  </a:xfrm>
                  <a:prstGeom prst="roundRect">
                    <a:avLst/>
                  </a:prstGeom>
                  <a:solidFill>
                    <a:srgbClr val="CC0000">
                      <a:alpha val="50000"/>
                    </a:srgb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134385" tIns="67192" rIns="134385" bIns="67192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zh-CN" altLang="en-US" sz="2646"/>
                  </a:p>
                </p:txBody>
              </p:sp>
              <p:sp>
                <p:nvSpPr>
                  <p:cNvPr id="10" name="文本框 9">
                    <a:extLst>
                      <a:ext uri="{FF2B5EF4-FFF2-40B4-BE49-F238E27FC236}">
                        <a16:creationId xmlns:a16="http://schemas.microsoft.com/office/drawing/2014/main" id="{F35EDD97-C9D3-A513-5570-6BC6AAADF3B7}"/>
                      </a:ext>
                    </a:extLst>
                  </p:cNvPr>
                  <p:cNvSpPr txBox="1"/>
                  <p:nvPr/>
                </p:nvSpPr>
                <p:spPr>
                  <a:xfrm>
                    <a:off x="11815577" y="8031887"/>
                    <a:ext cx="595035" cy="33855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zh-CN" alt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建康</a:t>
                    </a:r>
                  </a:p>
                </p:txBody>
              </p:sp>
            </p:grpSp>
            <p:grpSp>
              <p:nvGrpSpPr>
                <p:cNvPr id="12" name="组合 11">
                  <a:extLst>
                    <a:ext uri="{FF2B5EF4-FFF2-40B4-BE49-F238E27FC236}">
                      <a16:creationId xmlns:a16="http://schemas.microsoft.com/office/drawing/2014/main" id="{E1A91E9C-F83B-56AD-80F0-9A5F21324451}"/>
                    </a:ext>
                  </a:extLst>
                </p:cNvPr>
                <p:cNvGrpSpPr/>
                <p:nvPr/>
              </p:nvGrpSpPr>
              <p:grpSpPr>
                <a:xfrm>
                  <a:off x="12973303" y="7946456"/>
                  <a:ext cx="432000" cy="718740"/>
                  <a:chOff x="11900031" y="7514456"/>
                  <a:chExt cx="432000" cy="718740"/>
                </a:xfrm>
              </p:grpSpPr>
              <p:sp>
                <p:nvSpPr>
                  <p:cNvPr id="13" name="矩形: 圆角 12">
                    <a:extLst>
                      <a:ext uri="{FF2B5EF4-FFF2-40B4-BE49-F238E27FC236}">
                        <a16:creationId xmlns:a16="http://schemas.microsoft.com/office/drawing/2014/main" id="{128379CB-5964-6DFA-0F07-9D065454DB40}"/>
                      </a:ext>
                    </a:extLst>
                  </p:cNvPr>
                  <p:cNvSpPr/>
                  <p:nvPr/>
                </p:nvSpPr>
                <p:spPr>
                  <a:xfrm>
                    <a:off x="11900031" y="7514456"/>
                    <a:ext cx="432000" cy="432000"/>
                  </a:xfrm>
                  <a:prstGeom prst="roundRect">
                    <a:avLst/>
                  </a:prstGeom>
                  <a:solidFill>
                    <a:srgbClr val="CC0000">
                      <a:alpha val="50000"/>
                    </a:srgb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134385" tIns="67192" rIns="134385" bIns="67192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zh-CN" altLang="en-US" sz="2646"/>
                  </a:p>
                </p:txBody>
              </p:sp>
              <p:sp>
                <p:nvSpPr>
                  <p:cNvPr id="14" name="文本框 13">
                    <a:extLst>
                      <a:ext uri="{FF2B5EF4-FFF2-40B4-BE49-F238E27FC236}">
                        <a16:creationId xmlns:a16="http://schemas.microsoft.com/office/drawing/2014/main" id="{0A150564-982C-2C2B-70FD-BEB6C10BE419}"/>
                      </a:ext>
                    </a:extLst>
                  </p:cNvPr>
                  <p:cNvSpPr txBox="1"/>
                  <p:nvPr/>
                </p:nvSpPr>
                <p:spPr>
                  <a:xfrm>
                    <a:off x="11921106" y="7894642"/>
                    <a:ext cx="389850" cy="33855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zh-CN" alt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吴</a:t>
                    </a:r>
                  </a:p>
                </p:txBody>
              </p:sp>
            </p:grpSp>
            <p:grpSp>
              <p:nvGrpSpPr>
                <p:cNvPr id="15" name="组合 14">
                  <a:extLst>
                    <a:ext uri="{FF2B5EF4-FFF2-40B4-BE49-F238E27FC236}">
                      <a16:creationId xmlns:a16="http://schemas.microsoft.com/office/drawing/2014/main" id="{315B2AC6-5710-560B-EFDA-8608856EE468}"/>
                    </a:ext>
                  </a:extLst>
                </p:cNvPr>
                <p:cNvGrpSpPr/>
                <p:nvPr/>
              </p:nvGrpSpPr>
              <p:grpSpPr>
                <a:xfrm>
                  <a:off x="12891785" y="9085089"/>
                  <a:ext cx="595035" cy="728550"/>
                  <a:chOff x="11818513" y="7514456"/>
                  <a:chExt cx="595035" cy="728550"/>
                </a:xfrm>
              </p:grpSpPr>
              <p:sp>
                <p:nvSpPr>
                  <p:cNvPr id="16" name="矩形: 圆角 15">
                    <a:extLst>
                      <a:ext uri="{FF2B5EF4-FFF2-40B4-BE49-F238E27FC236}">
                        <a16:creationId xmlns:a16="http://schemas.microsoft.com/office/drawing/2014/main" id="{39AEFEBF-9D07-A15F-A97B-BA0D3EA9CFA9}"/>
                      </a:ext>
                    </a:extLst>
                  </p:cNvPr>
                  <p:cNvSpPr/>
                  <p:nvPr/>
                </p:nvSpPr>
                <p:spPr>
                  <a:xfrm>
                    <a:off x="11900031" y="7514456"/>
                    <a:ext cx="432000" cy="432000"/>
                  </a:xfrm>
                  <a:prstGeom prst="roundRect">
                    <a:avLst/>
                  </a:prstGeom>
                  <a:solidFill>
                    <a:srgbClr val="CC0000">
                      <a:alpha val="50000"/>
                    </a:srgb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134385" tIns="67192" rIns="134385" bIns="67192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zh-CN" altLang="en-US" sz="2646"/>
                  </a:p>
                </p:txBody>
              </p:sp>
              <p:sp>
                <p:nvSpPr>
                  <p:cNvPr id="17" name="文本框 16">
                    <a:extLst>
                      <a:ext uri="{FF2B5EF4-FFF2-40B4-BE49-F238E27FC236}">
                        <a16:creationId xmlns:a16="http://schemas.microsoft.com/office/drawing/2014/main" id="{F4D1358F-068D-F8B3-F947-6C254B8A295C}"/>
                      </a:ext>
                    </a:extLst>
                  </p:cNvPr>
                  <p:cNvSpPr txBox="1"/>
                  <p:nvPr/>
                </p:nvSpPr>
                <p:spPr>
                  <a:xfrm>
                    <a:off x="11818513" y="7904452"/>
                    <a:ext cx="595035" cy="33855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zh-CN" alt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会稽</a:t>
                    </a:r>
                  </a:p>
                </p:txBody>
              </p:sp>
            </p:grpSp>
            <p:grpSp>
              <p:nvGrpSpPr>
                <p:cNvPr id="18" name="组合 17">
                  <a:extLst>
                    <a:ext uri="{FF2B5EF4-FFF2-40B4-BE49-F238E27FC236}">
                      <a16:creationId xmlns:a16="http://schemas.microsoft.com/office/drawing/2014/main" id="{45B696C8-C72E-DF3E-9BF4-909686851F90}"/>
                    </a:ext>
                  </a:extLst>
                </p:cNvPr>
                <p:cNvGrpSpPr/>
                <p:nvPr/>
              </p:nvGrpSpPr>
              <p:grpSpPr>
                <a:xfrm>
                  <a:off x="11824947" y="6342185"/>
                  <a:ext cx="659484" cy="760090"/>
                  <a:chOff x="11672547" y="7514456"/>
                  <a:chExt cx="659484" cy="760090"/>
                </a:xfrm>
              </p:grpSpPr>
              <p:sp>
                <p:nvSpPr>
                  <p:cNvPr id="19" name="矩形: 圆角 18">
                    <a:extLst>
                      <a:ext uri="{FF2B5EF4-FFF2-40B4-BE49-F238E27FC236}">
                        <a16:creationId xmlns:a16="http://schemas.microsoft.com/office/drawing/2014/main" id="{AFBF4CE2-B9CF-2654-2F08-DF175297880C}"/>
                      </a:ext>
                    </a:extLst>
                  </p:cNvPr>
                  <p:cNvSpPr/>
                  <p:nvPr/>
                </p:nvSpPr>
                <p:spPr>
                  <a:xfrm>
                    <a:off x="11900031" y="7514456"/>
                    <a:ext cx="432000" cy="432000"/>
                  </a:xfrm>
                  <a:prstGeom prst="roundRect">
                    <a:avLst/>
                  </a:prstGeom>
                  <a:solidFill>
                    <a:srgbClr val="CC0000">
                      <a:alpha val="50000"/>
                    </a:srgb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134385" tIns="67192" rIns="134385" bIns="67192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zh-CN" altLang="en-US" sz="2646"/>
                  </a:p>
                </p:txBody>
              </p:sp>
              <p:sp>
                <p:nvSpPr>
                  <p:cNvPr id="20" name="文本框 19">
                    <a:extLst>
                      <a:ext uri="{FF2B5EF4-FFF2-40B4-BE49-F238E27FC236}">
                        <a16:creationId xmlns:a16="http://schemas.microsoft.com/office/drawing/2014/main" id="{6A7D9CD2-E6DA-B4E9-9938-3A849CE48D54}"/>
                      </a:ext>
                    </a:extLst>
                  </p:cNvPr>
                  <p:cNvSpPr txBox="1"/>
                  <p:nvPr/>
                </p:nvSpPr>
                <p:spPr>
                  <a:xfrm>
                    <a:off x="11672547" y="7935992"/>
                    <a:ext cx="595035" cy="33855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zh-CN" alt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广陵</a:t>
                    </a:r>
                  </a:p>
                </p:txBody>
              </p:sp>
            </p:grpSp>
            <p:grpSp>
              <p:nvGrpSpPr>
                <p:cNvPr id="21" name="组合 20">
                  <a:extLst>
                    <a:ext uri="{FF2B5EF4-FFF2-40B4-BE49-F238E27FC236}">
                      <a16:creationId xmlns:a16="http://schemas.microsoft.com/office/drawing/2014/main" id="{1318D8E3-153A-D233-1142-95B1A7791D9D}"/>
                    </a:ext>
                  </a:extLst>
                </p:cNvPr>
                <p:cNvGrpSpPr/>
                <p:nvPr/>
              </p:nvGrpSpPr>
              <p:grpSpPr>
                <a:xfrm>
                  <a:off x="12338464" y="7337390"/>
                  <a:ext cx="595035" cy="728550"/>
                  <a:chOff x="11818513" y="7514456"/>
                  <a:chExt cx="595035" cy="728550"/>
                </a:xfrm>
              </p:grpSpPr>
              <p:sp>
                <p:nvSpPr>
                  <p:cNvPr id="22" name="矩形: 圆角 21">
                    <a:extLst>
                      <a:ext uri="{FF2B5EF4-FFF2-40B4-BE49-F238E27FC236}">
                        <a16:creationId xmlns:a16="http://schemas.microsoft.com/office/drawing/2014/main" id="{65232E21-A6C1-3C1E-A626-18285354C89E}"/>
                      </a:ext>
                    </a:extLst>
                  </p:cNvPr>
                  <p:cNvSpPr/>
                  <p:nvPr/>
                </p:nvSpPr>
                <p:spPr>
                  <a:xfrm>
                    <a:off x="11900031" y="7514456"/>
                    <a:ext cx="432000" cy="432000"/>
                  </a:xfrm>
                  <a:prstGeom prst="roundRect">
                    <a:avLst/>
                  </a:prstGeom>
                  <a:solidFill>
                    <a:srgbClr val="CC0000">
                      <a:alpha val="50000"/>
                    </a:srgb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134385" tIns="67192" rIns="134385" bIns="67192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zh-CN" altLang="en-US" sz="2646"/>
                  </a:p>
                </p:txBody>
              </p:sp>
              <p:sp>
                <p:nvSpPr>
                  <p:cNvPr id="23" name="文本框 22">
                    <a:extLst>
                      <a:ext uri="{FF2B5EF4-FFF2-40B4-BE49-F238E27FC236}">
                        <a16:creationId xmlns:a16="http://schemas.microsoft.com/office/drawing/2014/main" id="{A386959B-5036-AB41-9C6C-502F24661A2B}"/>
                      </a:ext>
                    </a:extLst>
                  </p:cNvPr>
                  <p:cNvSpPr txBox="1"/>
                  <p:nvPr/>
                </p:nvSpPr>
                <p:spPr>
                  <a:xfrm>
                    <a:off x="11818513" y="7904452"/>
                    <a:ext cx="595035" cy="33855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zh-CN" alt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京口</a:t>
                    </a:r>
                  </a:p>
                </p:txBody>
              </p:sp>
            </p:grpSp>
            <p:grpSp>
              <p:nvGrpSpPr>
                <p:cNvPr id="24" name="组合 23">
                  <a:extLst>
                    <a:ext uri="{FF2B5EF4-FFF2-40B4-BE49-F238E27FC236}">
                      <a16:creationId xmlns:a16="http://schemas.microsoft.com/office/drawing/2014/main" id="{7C93BF91-5813-EFF8-9338-A217542D3C79}"/>
                    </a:ext>
                  </a:extLst>
                </p:cNvPr>
                <p:cNvGrpSpPr/>
                <p:nvPr/>
              </p:nvGrpSpPr>
              <p:grpSpPr>
                <a:xfrm>
                  <a:off x="10856833" y="7540026"/>
                  <a:ext cx="595035" cy="728550"/>
                  <a:chOff x="11818513" y="7514456"/>
                  <a:chExt cx="595035" cy="728550"/>
                </a:xfrm>
              </p:grpSpPr>
              <p:sp>
                <p:nvSpPr>
                  <p:cNvPr id="25" name="矩形: 圆角 24">
                    <a:extLst>
                      <a:ext uri="{FF2B5EF4-FFF2-40B4-BE49-F238E27FC236}">
                        <a16:creationId xmlns:a16="http://schemas.microsoft.com/office/drawing/2014/main" id="{1C8E0BAD-9F48-2D0D-2F72-1FCFB26C2B38}"/>
                      </a:ext>
                    </a:extLst>
                  </p:cNvPr>
                  <p:cNvSpPr/>
                  <p:nvPr/>
                </p:nvSpPr>
                <p:spPr>
                  <a:xfrm>
                    <a:off x="11900031" y="7514456"/>
                    <a:ext cx="432000" cy="432000"/>
                  </a:xfrm>
                  <a:prstGeom prst="roundRect">
                    <a:avLst/>
                  </a:prstGeom>
                  <a:solidFill>
                    <a:srgbClr val="CC0000">
                      <a:alpha val="50000"/>
                    </a:srgb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134385" tIns="67192" rIns="134385" bIns="67192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zh-CN" altLang="en-US" sz="2646"/>
                  </a:p>
                </p:txBody>
              </p:sp>
              <p:sp>
                <p:nvSpPr>
                  <p:cNvPr id="26" name="文本框 25">
                    <a:extLst>
                      <a:ext uri="{FF2B5EF4-FFF2-40B4-BE49-F238E27FC236}">
                        <a16:creationId xmlns:a16="http://schemas.microsoft.com/office/drawing/2014/main" id="{27AF10C7-A0C0-FAE3-BCB1-B5FE78084FFF}"/>
                      </a:ext>
                    </a:extLst>
                  </p:cNvPr>
                  <p:cNvSpPr txBox="1"/>
                  <p:nvPr/>
                </p:nvSpPr>
                <p:spPr>
                  <a:xfrm>
                    <a:off x="11818513" y="7904452"/>
                    <a:ext cx="595035" cy="33855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zh-CN" alt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合肥</a:t>
                    </a:r>
                  </a:p>
                </p:txBody>
              </p:sp>
            </p:grpSp>
            <p:grpSp>
              <p:nvGrpSpPr>
                <p:cNvPr id="27" name="组合 26">
                  <a:extLst>
                    <a:ext uri="{FF2B5EF4-FFF2-40B4-BE49-F238E27FC236}">
                      <a16:creationId xmlns:a16="http://schemas.microsoft.com/office/drawing/2014/main" id="{E75B50A9-BCFB-D145-BE44-9B41C3E22936}"/>
                    </a:ext>
                  </a:extLst>
                </p:cNvPr>
                <p:cNvGrpSpPr/>
                <p:nvPr/>
              </p:nvGrpSpPr>
              <p:grpSpPr>
                <a:xfrm>
                  <a:off x="10107297" y="8982202"/>
                  <a:ext cx="595035" cy="728550"/>
                  <a:chOff x="11818514" y="7514456"/>
                  <a:chExt cx="595035" cy="728550"/>
                </a:xfrm>
              </p:grpSpPr>
              <p:sp>
                <p:nvSpPr>
                  <p:cNvPr id="28" name="矩形: 圆角 27">
                    <a:extLst>
                      <a:ext uri="{FF2B5EF4-FFF2-40B4-BE49-F238E27FC236}">
                        <a16:creationId xmlns:a16="http://schemas.microsoft.com/office/drawing/2014/main" id="{E0D45672-9CB9-AB31-8223-65045B5DCD03}"/>
                      </a:ext>
                    </a:extLst>
                  </p:cNvPr>
                  <p:cNvSpPr/>
                  <p:nvPr/>
                </p:nvSpPr>
                <p:spPr>
                  <a:xfrm>
                    <a:off x="11900031" y="7514456"/>
                    <a:ext cx="432000" cy="432000"/>
                  </a:xfrm>
                  <a:prstGeom prst="roundRect">
                    <a:avLst/>
                  </a:prstGeom>
                  <a:solidFill>
                    <a:srgbClr val="CC0000">
                      <a:alpha val="50000"/>
                    </a:srgb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134385" tIns="67192" rIns="134385" bIns="67192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zh-CN" altLang="en-US" sz="2646"/>
                  </a:p>
                </p:txBody>
              </p:sp>
              <p:sp>
                <p:nvSpPr>
                  <p:cNvPr id="29" name="文本框 28">
                    <a:extLst>
                      <a:ext uri="{FF2B5EF4-FFF2-40B4-BE49-F238E27FC236}">
                        <a16:creationId xmlns:a16="http://schemas.microsoft.com/office/drawing/2014/main" id="{F2831A12-9B3F-5083-7FCD-029F2490009B}"/>
                      </a:ext>
                    </a:extLst>
                  </p:cNvPr>
                  <p:cNvSpPr txBox="1"/>
                  <p:nvPr/>
                </p:nvSpPr>
                <p:spPr>
                  <a:xfrm>
                    <a:off x="11818514" y="7904452"/>
                    <a:ext cx="595035" cy="33855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zh-CN" alt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浔阳</a:t>
                    </a:r>
                  </a:p>
                </p:txBody>
              </p:sp>
            </p:grpSp>
            <p:grpSp>
              <p:nvGrpSpPr>
                <p:cNvPr id="30" name="组合 29">
                  <a:extLst>
                    <a:ext uri="{FF2B5EF4-FFF2-40B4-BE49-F238E27FC236}">
                      <a16:creationId xmlns:a16="http://schemas.microsoft.com/office/drawing/2014/main" id="{20686748-D594-9D1A-A579-90296DDBAD38}"/>
                    </a:ext>
                  </a:extLst>
                </p:cNvPr>
                <p:cNvGrpSpPr/>
                <p:nvPr/>
              </p:nvGrpSpPr>
              <p:grpSpPr>
                <a:xfrm>
                  <a:off x="10343296" y="6846410"/>
                  <a:ext cx="989485" cy="582500"/>
                  <a:chOff x="11342546" y="7514456"/>
                  <a:chExt cx="989485" cy="582500"/>
                </a:xfrm>
              </p:grpSpPr>
              <p:sp>
                <p:nvSpPr>
                  <p:cNvPr id="31" name="矩形: 圆角 30">
                    <a:extLst>
                      <a:ext uri="{FF2B5EF4-FFF2-40B4-BE49-F238E27FC236}">
                        <a16:creationId xmlns:a16="http://schemas.microsoft.com/office/drawing/2014/main" id="{7CF83C66-6830-618A-758C-0767AFC4E6A4}"/>
                      </a:ext>
                    </a:extLst>
                  </p:cNvPr>
                  <p:cNvSpPr/>
                  <p:nvPr/>
                </p:nvSpPr>
                <p:spPr>
                  <a:xfrm>
                    <a:off x="11900031" y="7514456"/>
                    <a:ext cx="432000" cy="432000"/>
                  </a:xfrm>
                  <a:prstGeom prst="roundRect">
                    <a:avLst/>
                  </a:prstGeom>
                  <a:solidFill>
                    <a:srgbClr val="CC0000">
                      <a:alpha val="50000"/>
                    </a:srgb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134385" tIns="67192" rIns="134385" bIns="67192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zh-CN" altLang="en-US" sz="2646"/>
                  </a:p>
                </p:txBody>
              </p:sp>
              <p:sp>
                <p:nvSpPr>
                  <p:cNvPr id="32" name="文本框 31">
                    <a:extLst>
                      <a:ext uri="{FF2B5EF4-FFF2-40B4-BE49-F238E27FC236}">
                        <a16:creationId xmlns:a16="http://schemas.microsoft.com/office/drawing/2014/main" id="{F6E50DB9-78E2-4D07-DC08-F2DB7D1DE47B}"/>
                      </a:ext>
                    </a:extLst>
                  </p:cNvPr>
                  <p:cNvSpPr txBox="1"/>
                  <p:nvPr/>
                </p:nvSpPr>
                <p:spPr>
                  <a:xfrm>
                    <a:off x="11342546" y="7758402"/>
                    <a:ext cx="595035" cy="33855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zh-CN" alt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寿春</a:t>
                    </a:r>
                  </a:p>
                </p:txBody>
              </p:sp>
            </p:grpSp>
            <p:grpSp>
              <p:nvGrpSpPr>
                <p:cNvPr id="33" name="组合 32">
                  <a:extLst>
                    <a:ext uri="{FF2B5EF4-FFF2-40B4-BE49-F238E27FC236}">
                      <a16:creationId xmlns:a16="http://schemas.microsoft.com/office/drawing/2014/main" id="{66747CF3-84C2-4F16-9EDF-48E960F043A1}"/>
                    </a:ext>
                  </a:extLst>
                </p:cNvPr>
                <p:cNvGrpSpPr/>
                <p:nvPr/>
              </p:nvGrpSpPr>
              <p:grpSpPr>
                <a:xfrm>
                  <a:off x="11186440" y="5770992"/>
                  <a:ext cx="595035" cy="728550"/>
                  <a:chOff x="11818517" y="7514456"/>
                  <a:chExt cx="595035" cy="728550"/>
                </a:xfrm>
              </p:grpSpPr>
              <p:sp>
                <p:nvSpPr>
                  <p:cNvPr id="34" name="矩形: 圆角 33">
                    <a:extLst>
                      <a:ext uri="{FF2B5EF4-FFF2-40B4-BE49-F238E27FC236}">
                        <a16:creationId xmlns:a16="http://schemas.microsoft.com/office/drawing/2014/main" id="{67C4F9AF-69DB-BA30-74AB-E8893155B88E}"/>
                      </a:ext>
                    </a:extLst>
                  </p:cNvPr>
                  <p:cNvSpPr/>
                  <p:nvPr/>
                </p:nvSpPr>
                <p:spPr>
                  <a:xfrm>
                    <a:off x="11900031" y="7514456"/>
                    <a:ext cx="432000" cy="432000"/>
                  </a:xfrm>
                  <a:prstGeom prst="round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134385" tIns="67192" rIns="134385" bIns="67192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zh-CN" altLang="en-US" sz="2646"/>
                  </a:p>
                </p:txBody>
              </p:sp>
              <p:sp>
                <p:nvSpPr>
                  <p:cNvPr id="35" name="文本框 34">
                    <a:extLst>
                      <a:ext uri="{FF2B5EF4-FFF2-40B4-BE49-F238E27FC236}">
                        <a16:creationId xmlns:a16="http://schemas.microsoft.com/office/drawing/2014/main" id="{17452E89-9089-EE72-C57E-FFDBCF60C19F}"/>
                      </a:ext>
                    </a:extLst>
                  </p:cNvPr>
                  <p:cNvSpPr txBox="1"/>
                  <p:nvPr/>
                </p:nvSpPr>
                <p:spPr>
                  <a:xfrm>
                    <a:off x="11818517" y="7904452"/>
                    <a:ext cx="595035" cy="33855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zh-CN" alt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彭城</a:t>
                    </a:r>
                  </a:p>
                </p:txBody>
              </p:sp>
            </p:grpSp>
            <p:grpSp>
              <p:nvGrpSpPr>
                <p:cNvPr id="36" name="组合 35">
                  <a:extLst>
                    <a:ext uri="{FF2B5EF4-FFF2-40B4-BE49-F238E27FC236}">
                      <a16:creationId xmlns:a16="http://schemas.microsoft.com/office/drawing/2014/main" id="{B0E2D22D-268B-E1A3-EF66-C5A8DE99D5A4}"/>
                    </a:ext>
                  </a:extLst>
                </p:cNvPr>
                <p:cNvGrpSpPr/>
                <p:nvPr/>
              </p:nvGrpSpPr>
              <p:grpSpPr>
                <a:xfrm>
                  <a:off x="7630798" y="8687421"/>
                  <a:ext cx="595035" cy="728550"/>
                  <a:chOff x="11818515" y="7514456"/>
                  <a:chExt cx="595035" cy="728550"/>
                </a:xfrm>
              </p:grpSpPr>
              <p:sp>
                <p:nvSpPr>
                  <p:cNvPr id="37" name="矩形: 圆角 36">
                    <a:extLst>
                      <a:ext uri="{FF2B5EF4-FFF2-40B4-BE49-F238E27FC236}">
                        <a16:creationId xmlns:a16="http://schemas.microsoft.com/office/drawing/2014/main" id="{22E929B1-98BB-768F-4CD8-6108E0B53950}"/>
                      </a:ext>
                    </a:extLst>
                  </p:cNvPr>
                  <p:cNvSpPr/>
                  <p:nvPr/>
                </p:nvSpPr>
                <p:spPr>
                  <a:xfrm>
                    <a:off x="11900031" y="7514456"/>
                    <a:ext cx="432000" cy="432000"/>
                  </a:xfrm>
                  <a:prstGeom prst="roundRect">
                    <a:avLst/>
                  </a:prstGeom>
                  <a:solidFill>
                    <a:srgbClr val="CC0000">
                      <a:alpha val="50000"/>
                    </a:srgb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134385" tIns="67192" rIns="134385" bIns="67192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zh-CN" altLang="en-US" sz="2646"/>
                  </a:p>
                </p:txBody>
              </p:sp>
              <p:sp>
                <p:nvSpPr>
                  <p:cNvPr id="38" name="文本框 37">
                    <a:extLst>
                      <a:ext uri="{FF2B5EF4-FFF2-40B4-BE49-F238E27FC236}">
                        <a16:creationId xmlns:a16="http://schemas.microsoft.com/office/drawing/2014/main" id="{290ED65D-1B49-7C6E-4ED0-FC19FA607922}"/>
                      </a:ext>
                    </a:extLst>
                  </p:cNvPr>
                  <p:cNvSpPr txBox="1"/>
                  <p:nvPr/>
                </p:nvSpPr>
                <p:spPr>
                  <a:xfrm>
                    <a:off x="11818515" y="7904452"/>
                    <a:ext cx="595035" cy="33855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zh-CN" alt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南郡</a:t>
                    </a:r>
                  </a:p>
                </p:txBody>
              </p:sp>
            </p:grpSp>
            <p:grpSp>
              <p:nvGrpSpPr>
                <p:cNvPr id="39" name="组合 38">
                  <a:extLst>
                    <a:ext uri="{FF2B5EF4-FFF2-40B4-BE49-F238E27FC236}">
                      <a16:creationId xmlns:a16="http://schemas.microsoft.com/office/drawing/2014/main" id="{AD9C06D8-EF79-4780-841F-995025070DF8}"/>
                    </a:ext>
                  </a:extLst>
                </p:cNvPr>
                <p:cNvGrpSpPr/>
                <p:nvPr/>
              </p:nvGrpSpPr>
              <p:grpSpPr>
                <a:xfrm>
                  <a:off x="7198996" y="7502292"/>
                  <a:ext cx="977066" cy="432000"/>
                  <a:chOff x="11354965" y="7514456"/>
                  <a:chExt cx="977066" cy="432000"/>
                </a:xfrm>
              </p:grpSpPr>
              <p:sp>
                <p:nvSpPr>
                  <p:cNvPr id="41" name="文本框 40">
                    <a:extLst>
                      <a:ext uri="{FF2B5EF4-FFF2-40B4-BE49-F238E27FC236}">
                        <a16:creationId xmlns:a16="http://schemas.microsoft.com/office/drawing/2014/main" id="{60EBAB49-B592-3BB5-D492-6A62D0231798}"/>
                      </a:ext>
                    </a:extLst>
                  </p:cNvPr>
                  <p:cNvSpPr txBox="1"/>
                  <p:nvPr/>
                </p:nvSpPr>
                <p:spPr>
                  <a:xfrm>
                    <a:off x="11354965" y="7590127"/>
                    <a:ext cx="595035" cy="33855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zh-CN" alt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襄阳</a:t>
                    </a:r>
                  </a:p>
                </p:txBody>
              </p:sp>
              <p:sp>
                <p:nvSpPr>
                  <p:cNvPr id="40" name="矩形: 圆角 39">
                    <a:extLst>
                      <a:ext uri="{FF2B5EF4-FFF2-40B4-BE49-F238E27FC236}">
                        <a16:creationId xmlns:a16="http://schemas.microsoft.com/office/drawing/2014/main" id="{C202EAEA-E2B0-F30A-1E9C-DA9484D57B0A}"/>
                      </a:ext>
                    </a:extLst>
                  </p:cNvPr>
                  <p:cNvSpPr/>
                  <p:nvPr/>
                </p:nvSpPr>
                <p:spPr>
                  <a:xfrm>
                    <a:off x="11900031" y="7514456"/>
                    <a:ext cx="432000" cy="432000"/>
                  </a:xfrm>
                  <a:prstGeom prst="roundRect">
                    <a:avLst/>
                  </a:prstGeom>
                  <a:solidFill>
                    <a:srgbClr val="CC0000">
                      <a:alpha val="50000"/>
                    </a:srgb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134385" tIns="67192" rIns="134385" bIns="67192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zh-CN" altLang="en-US" sz="2646"/>
                  </a:p>
                </p:txBody>
              </p:sp>
            </p:grpSp>
            <p:grpSp>
              <p:nvGrpSpPr>
                <p:cNvPr id="42" name="组合 41">
                  <a:extLst>
                    <a:ext uri="{FF2B5EF4-FFF2-40B4-BE49-F238E27FC236}">
                      <a16:creationId xmlns:a16="http://schemas.microsoft.com/office/drawing/2014/main" id="{95F9C444-2CEE-2848-F55B-092B2E0DD58C}"/>
                    </a:ext>
                  </a:extLst>
                </p:cNvPr>
                <p:cNvGrpSpPr/>
                <p:nvPr/>
              </p:nvGrpSpPr>
              <p:grpSpPr>
                <a:xfrm>
                  <a:off x="9377046" y="8516921"/>
                  <a:ext cx="595035" cy="728550"/>
                  <a:chOff x="11818515" y="7514456"/>
                  <a:chExt cx="595035" cy="728550"/>
                </a:xfrm>
              </p:grpSpPr>
              <p:sp>
                <p:nvSpPr>
                  <p:cNvPr id="43" name="矩形: 圆角 42">
                    <a:extLst>
                      <a:ext uri="{FF2B5EF4-FFF2-40B4-BE49-F238E27FC236}">
                        <a16:creationId xmlns:a16="http://schemas.microsoft.com/office/drawing/2014/main" id="{E781472C-8B03-7A72-5DB4-C256812CFD61}"/>
                      </a:ext>
                    </a:extLst>
                  </p:cNvPr>
                  <p:cNvSpPr/>
                  <p:nvPr/>
                </p:nvSpPr>
                <p:spPr>
                  <a:xfrm>
                    <a:off x="11900031" y="7514456"/>
                    <a:ext cx="432000" cy="432000"/>
                  </a:xfrm>
                  <a:prstGeom prst="roundRect">
                    <a:avLst/>
                  </a:prstGeom>
                  <a:solidFill>
                    <a:srgbClr val="CC0000">
                      <a:alpha val="50000"/>
                    </a:srgb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134385" tIns="67192" rIns="134385" bIns="67192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zh-CN" altLang="en-US" sz="2646"/>
                  </a:p>
                </p:txBody>
              </p:sp>
              <p:sp>
                <p:nvSpPr>
                  <p:cNvPr id="44" name="文本框 43">
                    <a:extLst>
                      <a:ext uri="{FF2B5EF4-FFF2-40B4-BE49-F238E27FC236}">
                        <a16:creationId xmlns:a16="http://schemas.microsoft.com/office/drawing/2014/main" id="{273D45D0-A3DA-AC4A-976F-15B686746F25}"/>
                      </a:ext>
                    </a:extLst>
                  </p:cNvPr>
                  <p:cNvSpPr txBox="1"/>
                  <p:nvPr/>
                </p:nvSpPr>
                <p:spPr>
                  <a:xfrm>
                    <a:off x="11818515" y="7904452"/>
                    <a:ext cx="595035" cy="33855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zh-CN" alt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武昌</a:t>
                    </a:r>
                  </a:p>
                </p:txBody>
              </p:sp>
            </p:grpSp>
            <p:grpSp>
              <p:nvGrpSpPr>
                <p:cNvPr id="48" name="组合 47">
                  <a:extLst>
                    <a:ext uri="{FF2B5EF4-FFF2-40B4-BE49-F238E27FC236}">
                      <a16:creationId xmlns:a16="http://schemas.microsoft.com/office/drawing/2014/main" id="{278A9A6E-38FE-37D5-8BCE-B01953FF3185}"/>
                    </a:ext>
                  </a:extLst>
                </p:cNvPr>
                <p:cNvGrpSpPr/>
                <p:nvPr/>
              </p:nvGrpSpPr>
              <p:grpSpPr>
                <a:xfrm>
                  <a:off x="4191324" y="9076194"/>
                  <a:ext cx="595035" cy="728550"/>
                  <a:chOff x="11818516" y="7514456"/>
                  <a:chExt cx="595035" cy="728550"/>
                </a:xfrm>
              </p:grpSpPr>
              <p:sp>
                <p:nvSpPr>
                  <p:cNvPr id="49" name="矩形: 圆角 48">
                    <a:extLst>
                      <a:ext uri="{FF2B5EF4-FFF2-40B4-BE49-F238E27FC236}">
                        <a16:creationId xmlns:a16="http://schemas.microsoft.com/office/drawing/2014/main" id="{389FCA76-BB5F-57F8-2B1B-86DE56AD7824}"/>
                      </a:ext>
                    </a:extLst>
                  </p:cNvPr>
                  <p:cNvSpPr/>
                  <p:nvPr/>
                </p:nvSpPr>
                <p:spPr>
                  <a:xfrm>
                    <a:off x="11900031" y="7514456"/>
                    <a:ext cx="432000" cy="432000"/>
                  </a:xfrm>
                  <a:prstGeom prst="round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134385" tIns="67192" rIns="134385" bIns="67192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zh-CN" altLang="en-US" sz="2646" dirty="0"/>
                  </a:p>
                </p:txBody>
              </p:sp>
              <p:sp>
                <p:nvSpPr>
                  <p:cNvPr id="50" name="文本框 49">
                    <a:extLst>
                      <a:ext uri="{FF2B5EF4-FFF2-40B4-BE49-F238E27FC236}">
                        <a16:creationId xmlns:a16="http://schemas.microsoft.com/office/drawing/2014/main" id="{4C9FEC26-DFEB-D03A-6BD8-C69D7C21BA2B}"/>
                      </a:ext>
                    </a:extLst>
                  </p:cNvPr>
                  <p:cNvSpPr txBox="1"/>
                  <p:nvPr/>
                </p:nvSpPr>
                <p:spPr>
                  <a:xfrm>
                    <a:off x="11818516" y="7904452"/>
                    <a:ext cx="595035" cy="33855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zh-CN" alt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巴郡</a:t>
                    </a:r>
                  </a:p>
                </p:txBody>
              </p:sp>
            </p:grpSp>
            <p:grpSp>
              <p:nvGrpSpPr>
                <p:cNvPr id="51" name="组合 50">
                  <a:extLst>
                    <a:ext uri="{FF2B5EF4-FFF2-40B4-BE49-F238E27FC236}">
                      <a16:creationId xmlns:a16="http://schemas.microsoft.com/office/drawing/2014/main" id="{3F04BCBE-9F53-2B09-44E8-66A1E58E1722}"/>
                    </a:ext>
                  </a:extLst>
                </p:cNvPr>
                <p:cNvGrpSpPr/>
                <p:nvPr/>
              </p:nvGrpSpPr>
              <p:grpSpPr>
                <a:xfrm>
                  <a:off x="2688121" y="8387026"/>
                  <a:ext cx="595035" cy="728550"/>
                  <a:chOff x="11818518" y="7514456"/>
                  <a:chExt cx="595035" cy="728550"/>
                </a:xfrm>
              </p:grpSpPr>
              <p:sp>
                <p:nvSpPr>
                  <p:cNvPr id="52" name="矩形: 圆角 51">
                    <a:extLst>
                      <a:ext uri="{FF2B5EF4-FFF2-40B4-BE49-F238E27FC236}">
                        <a16:creationId xmlns:a16="http://schemas.microsoft.com/office/drawing/2014/main" id="{ED765028-9726-93CA-EA2D-46B548DD8BD8}"/>
                      </a:ext>
                    </a:extLst>
                  </p:cNvPr>
                  <p:cNvSpPr/>
                  <p:nvPr/>
                </p:nvSpPr>
                <p:spPr>
                  <a:xfrm>
                    <a:off x="11900031" y="7514456"/>
                    <a:ext cx="432000" cy="432000"/>
                  </a:xfrm>
                  <a:prstGeom prst="round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134385" tIns="67192" rIns="134385" bIns="67192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zh-CN" altLang="en-US" sz="2646"/>
                  </a:p>
                </p:txBody>
              </p:sp>
              <p:sp>
                <p:nvSpPr>
                  <p:cNvPr id="53" name="文本框 52">
                    <a:extLst>
                      <a:ext uri="{FF2B5EF4-FFF2-40B4-BE49-F238E27FC236}">
                        <a16:creationId xmlns:a16="http://schemas.microsoft.com/office/drawing/2014/main" id="{DDD33AB2-5932-0712-CAE5-F7299718E3D1}"/>
                      </a:ext>
                    </a:extLst>
                  </p:cNvPr>
                  <p:cNvSpPr txBox="1"/>
                  <p:nvPr/>
                </p:nvSpPr>
                <p:spPr>
                  <a:xfrm>
                    <a:off x="11818518" y="7904452"/>
                    <a:ext cx="595035" cy="33855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zh-CN" alt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成都</a:t>
                    </a:r>
                  </a:p>
                </p:txBody>
              </p:sp>
            </p:grpSp>
            <p:grpSp>
              <p:nvGrpSpPr>
                <p:cNvPr id="54" name="组合 53">
                  <a:extLst>
                    <a:ext uri="{FF2B5EF4-FFF2-40B4-BE49-F238E27FC236}">
                      <a16:creationId xmlns:a16="http://schemas.microsoft.com/office/drawing/2014/main" id="{9BF02849-73A5-BF36-E44C-BA0FFBE33510}"/>
                    </a:ext>
                  </a:extLst>
                </p:cNvPr>
                <p:cNvGrpSpPr/>
                <p:nvPr/>
              </p:nvGrpSpPr>
              <p:grpSpPr>
                <a:xfrm>
                  <a:off x="4426075" y="6597508"/>
                  <a:ext cx="595035" cy="728550"/>
                  <a:chOff x="11818517" y="7514456"/>
                  <a:chExt cx="595035" cy="728550"/>
                </a:xfrm>
              </p:grpSpPr>
              <p:sp>
                <p:nvSpPr>
                  <p:cNvPr id="55" name="矩形: 圆角 54">
                    <a:extLst>
                      <a:ext uri="{FF2B5EF4-FFF2-40B4-BE49-F238E27FC236}">
                        <a16:creationId xmlns:a16="http://schemas.microsoft.com/office/drawing/2014/main" id="{756D1F23-9E92-9659-A280-642C5EC28DCC}"/>
                      </a:ext>
                    </a:extLst>
                  </p:cNvPr>
                  <p:cNvSpPr/>
                  <p:nvPr/>
                </p:nvSpPr>
                <p:spPr>
                  <a:xfrm>
                    <a:off x="11900031" y="7514456"/>
                    <a:ext cx="432000" cy="432000"/>
                  </a:xfrm>
                  <a:prstGeom prst="round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134385" tIns="67192" rIns="134385" bIns="67192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zh-CN" altLang="en-US" sz="2646"/>
                  </a:p>
                </p:txBody>
              </p:sp>
              <p:sp>
                <p:nvSpPr>
                  <p:cNvPr id="56" name="文本框 55">
                    <a:extLst>
                      <a:ext uri="{FF2B5EF4-FFF2-40B4-BE49-F238E27FC236}">
                        <a16:creationId xmlns:a16="http://schemas.microsoft.com/office/drawing/2014/main" id="{4E349041-6414-0174-64BA-BF904BA3CAEB}"/>
                      </a:ext>
                    </a:extLst>
                  </p:cNvPr>
                  <p:cNvSpPr txBox="1"/>
                  <p:nvPr/>
                </p:nvSpPr>
                <p:spPr>
                  <a:xfrm>
                    <a:off x="11818517" y="7904452"/>
                    <a:ext cx="595035" cy="33855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zh-CN" alt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汉中</a:t>
                    </a:r>
                  </a:p>
                </p:txBody>
              </p:sp>
            </p:grpSp>
            <p:grpSp>
              <p:nvGrpSpPr>
                <p:cNvPr id="57" name="组合 56">
                  <a:extLst>
                    <a:ext uri="{FF2B5EF4-FFF2-40B4-BE49-F238E27FC236}">
                      <a16:creationId xmlns:a16="http://schemas.microsoft.com/office/drawing/2014/main" id="{0FBB6D4B-EB76-7432-7EA1-934C71376104}"/>
                    </a:ext>
                  </a:extLst>
                </p:cNvPr>
                <p:cNvGrpSpPr/>
                <p:nvPr/>
              </p:nvGrpSpPr>
              <p:grpSpPr>
                <a:xfrm>
                  <a:off x="6089454" y="8131644"/>
                  <a:ext cx="595035" cy="728550"/>
                  <a:chOff x="11818515" y="7514456"/>
                  <a:chExt cx="595035" cy="728550"/>
                </a:xfrm>
              </p:grpSpPr>
              <p:sp>
                <p:nvSpPr>
                  <p:cNvPr id="58" name="矩形: 圆角 57">
                    <a:extLst>
                      <a:ext uri="{FF2B5EF4-FFF2-40B4-BE49-F238E27FC236}">
                        <a16:creationId xmlns:a16="http://schemas.microsoft.com/office/drawing/2014/main" id="{084291C6-128B-1840-8D24-DF393E51BB42}"/>
                      </a:ext>
                    </a:extLst>
                  </p:cNvPr>
                  <p:cNvSpPr/>
                  <p:nvPr/>
                </p:nvSpPr>
                <p:spPr>
                  <a:xfrm>
                    <a:off x="11900031" y="7514456"/>
                    <a:ext cx="432000" cy="432000"/>
                  </a:xfrm>
                  <a:prstGeom prst="roundRect">
                    <a:avLst/>
                  </a:prstGeom>
                  <a:solidFill>
                    <a:srgbClr val="CC0000">
                      <a:alpha val="50000"/>
                    </a:srgb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134385" tIns="67192" rIns="134385" bIns="67192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zh-CN" altLang="en-US" sz="2646"/>
                  </a:p>
                </p:txBody>
              </p:sp>
              <p:sp>
                <p:nvSpPr>
                  <p:cNvPr id="59" name="文本框 58">
                    <a:extLst>
                      <a:ext uri="{FF2B5EF4-FFF2-40B4-BE49-F238E27FC236}">
                        <a16:creationId xmlns:a16="http://schemas.microsoft.com/office/drawing/2014/main" id="{B33E7EBC-4486-34F4-0E8A-CEA55A36A8E3}"/>
                      </a:ext>
                    </a:extLst>
                  </p:cNvPr>
                  <p:cNvSpPr txBox="1"/>
                  <p:nvPr/>
                </p:nvSpPr>
                <p:spPr>
                  <a:xfrm>
                    <a:off x="11818515" y="7904452"/>
                    <a:ext cx="595035" cy="33855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zh-CN" alt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巴东</a:t>
                    </a:r>
                  </a:p>
                </p:txBody>
              </p:sp>
            </p:grpSp>
            <p:grpSp>
              <p:nvGrpSpPr>
                <p:cNvPr id="60" name="组合 59">
                  <a:extLst>
                    <a:ext uri="{FF2B5EF4-FFF2-40B4-BE49-F238E27FC236}">
                      <a16:creationId xmlns:a16="http://schemas.microsoft.com/office/drawing/2014/main" id="{532BB669-0B02-0098-1560-863EDFC58EF3}"/>
                    </a:ext>
                  </a:extLst>
                </p:cNvPr>
                <p:cNvGrpSpPr/>
                <p:nvPr/>
              </p:nvGrpSpPr>
              <p:grpSpPr>
                <a:xfrm>
                  <a:off x="11796368" y="4700781"/>
                  <a:ext cx="965002" cy="704366"/>
                  <a:chOff x="11900031" y="7242090"/>
                  <a:chExt cx="965002" cy="704366"/>
                </a:xfrm>
              </p:grpSpPr>
              <p:sp>
                <p:nvSpPr>
                  <p:cNvPr id="61" name="矩形: 圆角 60">
                    <a:extLst>
                      <a:ext uri="{FF2B5EF4-FFF2-40B4-BE49-F238E27FC236}">
                        <a16:creationId xmlns:a16="http://schemas.microsoft.com/office/drawing/2014/main" id="{8DE8503A-CCFA-AC9F-181B-63C21ACF8BC3}"/>
                      </a:ext>
                    </a:extLst>
                  </p:cNvPr>
                  <p:cNvSpPr/>
                  <p:nvPr/>
                </p:nvSpPr>
                <p:spPr>
                  <a:xfrm>
                    <a:off x="11900031" y="7514456"/>
                    <a:ext cx="432000" cy="432000"/>
                  </a:xfrm>
                  <a:prstGeom prst="round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134385" tIns="67192" rIns="134385" bIns="67192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zh-CN" altLang="en-US" sz="2646"/>
                  </a:p>
                </p:txBody>
              </p:sp>
              <p:sp>
                <p:nvSpPr>
                  <p:cNvPr id="62" name="文本框 61">
                    <a:extLst>
                      <a:ext uri="{FF2B5EF4-FFF2-40B4-BE49-F238E27FC236}">
                        <a16:creationId xmlns:a16="http://schemas.microsoft.com/office/drawing/2014/main" id="{B0DCA3D0-73FA-A887-277E-64ED171F49C5}"/>
                      </a:ext>
                    </a:extLst>
                  </p:cNvPr>
                  <p:cNvSpPr txBox="1"/>
                  <p:nvPr/>
                </p:nvSpPr>
                <p:spPr>
                  <a:xfrm>
                    <a:off x="12269998" y="7242090"/>
                    <a:ext cx="595035" cy="33855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zh-CN" alt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琅琊</a:t>
                    </a:r>
                  </a:p>
                </p:txBody>
              </p:sp>
            </p:grpSp>
            <p:grpSp>
              <p:nvGrpSpPr>
                <p:cNvPr id="63" name="组合 62">
                  <a:extLst>
                    <a:ext uri="{FF2B5EF4-FFF2-40B4-BE49-F238E27FC236}">
                      <a16:creationId xmlns:a16="http://schemas.microsoft.com/office/drawing/2014/main" id="{1DB47B16-45B6-5E8D-ED56-488A6CDD52A5}"/>
                    </a:ext>
                  </a:extLst>
                </p:cNvPr>
                <p:cNvGrpSpPr/>
                <p:nvPr/>
              </p:nvGrpSpPr>
              <p:grpSpPr>
                <a:xfrm>
                  <a:off x="11898173" y="3996416"/>
                  <a:ext cx="958622" cy="432000"/>
                  <a:chOff x="11900031" y="7514456"/>
                  <a:chExt cx="958622" cy="432000"/>
                </a:xfrm>
              </p:grpSpPr>
              <p:sp>
                <p:nvSpPr>
                  <p:cNvPr id="64" name="矩形: 圆角 63">
                    <a:extLst>
                      <a:ext uri="{FF2B5EF4-FFF2-40B4-BE49-F238E27FC236}">
                        <a16:creationId xmlns:a16="http://schemas.microsoft.com/office/drawing/2014/main" id="{15432264-A4C1-E39E-6CF9-795A12658085}"/>
                      </a:ext>
                    </a:extLst>
                  </p:cNvPr>
                  <p:cNvSpPr/>
                  <p:nvPr/>
                </p:nvSpPr>
                <p:spPr>
                  <a:xfrm>
                    <a:off x="11900031" y="7514456"/>
                    <a:ext cx="432000" cy="432000"/>
                  </a:xfrm>
                  <a:prstGeom prst="round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134385" tIns="67192" rIns="134385" bIns="67192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zh-CN" altLang="en-US" sz="2646"/>
                  </a:p>
                </p:txBody>
              </p:sp>
              <p:sp>
                <p:nvSpPr>
                  <p:cNvPr id="65" name="文本框 64">
                    <a:extLst>
                      <a:ext uri="{FF2B5EF4-FFF2-40B4-BE49-F238E27FC236}">
                        <a16:creationId xmlns:a16="http://schemas.microsoft.com/office/drawing/2014/main" id="{7C5B442F-419F-6EED-8AE5-C15E8A744E4B}"/>
                      </a:ext>
                    </a:extLst>
                  </p:cNvPr>
                  <p:cNvSpPr txBox="1"/>
                  <p:nvPr/>
                </p:nvSpPr>
                <p:spPr>
                  <a:xfrm>
                    <a:off x="12263618" y="7593632"/>
                    <a:ext cx="595035" cy="33855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zh-CN" alt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广固</a:t>
                    </a:r>
                  </a:p>
                </p:txBody>
              </p:sp>
            </p:grpSp>
            <p:grpSp>
              <p:nvGrpSpPr>
                <p:cNvPr id="66" name="组合 65">
                  <a:extLst>
                    <a:ext uri="{FF2B5EF4-FFF2-40B4-BE49-F238E27FC236}">
                      <a16:creationId xmlns:a16="http://schemas.microsoft.com/office/drawing/2014/main" id="{98422913-057D-A4FF-201F-E56F81E3EBFF}"/>
                    </a:ext>
                  </a:extLst>
                </p:cNvPr>
                <p:cNvGrpSpPr/>
                <p:nvPr/>
              </p:nvGrpSpPr>
              <p:grpSpPr>
                <a:xfrm>
                  <a:off x="7170899" y="5444807"/>
                  <a:ext cx="595035" cy="728550"/>
                  <a:chOff x="11818517" y="7514456"/>
                  <a:chExt cx="595035" cy="728550"/>
                </a:xfrm>
              </p:grpSpPr>
              <p:sp>
                <p:nvSpPr>
                  <p:cNvPr id="67" name="矩形: 圆角 66">
                    <a:extLst>
                      <a:ext uri="{FF2B5EF4-FFF2-40B4-BE49-F238E27FC236}">
                        <a16:creationId xmlns:a16="http://schemas.microsoft.com/office/drawing/2014/main" id="{19E83B72-9EE0-FA0C-61E6-9A1CD22F48F1}"/>
                      </a:ext>
                    </a:extLst>
                  </p:cNvPr>
                  <p:cNvSpPr/>
                  <p:nvPr/>
                </p:nvSpPr>
                <p:spPr>
                  <a:xfrm>
                    <a:off x="11900031" y="7514456"/>
                    <a:ext cx="432000" cy="432000"/>
                  </a:xfrm>
                  <a:prstGeom prst="round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134385" tIns="67192" rIns="134385" bIns="67192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zh-CN" altLang="en-US" sz="2646"/>
                  </a:p>
                </p:txBody>
              </p:sp>
              <p:sp>
                <p:nvSpPr>
                  <p:cNvPr id="68" name="文本框 67">
                    <a:extLst>
                      <a:ext uri="{FF2B5EF4-FFF2-40B4-BE49-F238E27FC236}">
                        <a16:creationId xmlns:a16="http://schemas.microsoft.com/office/drawing/2014/main" id="{3987EC82-FD4C-DBBE-F43D-CEDC1D09FD00}"/>
                      </a:ext>
                    </a:extLst>
                  </p:cNvPr>
                  <p:cNvSpPr txBox="1"/>
                  <p:nvPr/>
                </p:nvSpPr>
                <p:spPr>
                  <a:xfrm>
                    <a:off x="11818517" y="7904452"/>
                    <a:ext cx="595035" cy="33855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zh-CN" alt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弘农</a:t>
                    </a:r>
                  </a:p>
                </p:txBody>
              </p:sp>
            </p:grpSp>
            <p:grpSp>
              <p:nvGrpSpPr>
                <p:cNvPr id="72" name="组合 71">
                  <a:extLst>
                    <a:ext uri="{FF2B5EF4-FFF2-40B4-BE49-F238E27FC236}">
                      <a16:creationId xmlns:a16="http://schemas.microsoft.com/office/drawing/2014/main" id="{23F28CD1-9816-685A-2FC0-3F338FB87128}"/>
                    </a:ext>
                  </a:extLst>
                </p:cNvPr>
                <p:cNvGrpSpPr/>
                <p:nvPr/>
              </p:nvGrpSpPr>
              <p:grpSpPr>
                <a:xfrm>
                  <a:off x="7622551" y="6449233"/>
                  <a:ext cx="972177" cy="432000"/>
                  <a:chOff x="11359854" y="7514456"/>
                  <a:chExt cx="972177" cy="432000"/>
                </a:xfrm>
              </p:grpSpPr>
              <p:sp>
                <p:nvSpPr>
                  <p:cNvPr id="73" name="矩形: 圆角 72">
                    <a:extLst>
                      <a:ext uri="{FF2B5EF4-FFF2-40B4-BE49-F238E27FC236}">
                        <a16:creationId xmlns:a16="http://schemas.microsoft.com/office/drawing/2014/main" id="{16EE0831-E806-E58F-3D73-48910EF0F66D}"/>
                      </a:ext>
                    </a:extLst>
                  </p:cNvPr>
                  <p:cNvSpPr/>
                  <p:nvPr/>
                </p:nvSpPr>
                <p:spPr>
                  <a:xfrm>
                    <a:off x="11900031" y="7514456"/>
                    <a:ext cx="432000" cy="432000"/>
                  </a:xfrm>
                  <a:prstGeom prst="round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134385" tIns="67192" rIns="134385" bIns="67192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zh-CN" altLang="en-US" sz="2646"/>
                  </a:p>
                </p:txBody>
              </p:sp>
              <p:sp>
                <p:nvSpPr>
                  <p:cNvPr id="74" name="文本框 73">
                    <a:extLst>
                      <a:ext uri="{FF2B5EF4-FFF2-40B4-BE49-F238E27FC236}">
                        <a16:creationId xmlns:a16="http://schemas.microsoft.com/office/drawing/2014/main" id="{F755DA4E-B944-9A37-517D-12DB05A5C061}"/>
                      </a:ext>
                    </a:extLst>
                  </p:cNvPr>
                  <p:cNvSpPr txBox="1"/>
                  <p:nvPr/>
                </p:nvSpPr>
                <p:spPr>
                  <a:xfrm>
                    <a:off x="11359854" y="7589879"/>
                    <a:ext cx="595035" cy="33855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zh-CN" alt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宛城</a:t>
                    </a:r>
                  </a:p>
                </p:txBody>
              </p:sp>
            </p:grpSp>
            <p:grpSp>
              <p:nvGrpSpPr>
                <p:cNvPr id="75" name="组合 74">
                  <a:extLst>
                    <a:ext uri="{FF2B5EF4-FFF2-40B4-BE49-F238E27FC236}">
                      <a16:creationId xmlns:a16="http://schemas.microsoft.com/office/drawing/2014/main" id="{FBE05CDD-E133-C61A-FC81-85DD1BF22A88}"/>
                    </a:ext>
                  </a:extLst>
                </p:cNvPr>
                <p:cNvGrpSpPr/>
                <p:nvPr/>
              </p:nvGrpSpPr>
              <p:grpSpPr>
                <a:xfrm>
                  <a:off x="8083108" y="5340316"/>
                  <a:ext cx="988809" cy="656169"/>
                  <a:chOff x="11900031" y="7290287"/>
                  <a:chExt cx="988809" cy="656169"/>
                </a:xfrm>
              </p:grpSpPr>
              <p:sp>
                <p:nvSpPr>
                  <p:cNvPr id="76" name="矩形: 圆角 75">
                    <a:extLst>
                      <a:ext uri="{FF2B5EF4-FFF2-40B4-BE49-F238E27FC236}">
                        <a16:creationId xmlns:a16="http://schemas.microsoft.com/office/drawing/2014/main" id="{60B2E1CC-5126-96FC-220A-2399F352515C}"/>
                      </a:ext>
                    </a:extLst>
                  </p:cNvPr>
                  <p:cNvSpPr/>
                  <p:nvPr/>
                </p:nvSpPr>
                <p:spPr>
                  <a:xfrm>
                    <a:off x="11900031" y="7514456"/>
                    <a:ext cx="432000" cy="432000"/>
                  </a:xfrm>
                  <a:prstGeom prst="round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134385" tIns="67192" rIns="134385" bIns="67192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zh-CN" altLang="en-US" sz="2646"/>
                  </a:p>
                </p:txBody>
              </p:sp>
              <p:sp>
                <p:nvSpPr>
                  <p:cNvPr id="77" name="文本框 76">
                    <a:extLst>
                      <a:ext uri="{FF2B5EF4-FFF2-40B4-BE49-F238E27FC236}">
                        <a16:creationId xmlns:a16="http://schemas.microsoft.com/office/drawing/2014/main" id="{3A405D3B-CA49-A498-B8F6-ABD356E64EFD}"/>
                      </a:ext>
                    </a:extLst>
                  </p:cNvPr>
                  <p:cNvSpPr txBox="1"/>
                  <p:nvPr/>
                </p:nvSpPr>
                <p:spPr>
                  <a:xfrm>
                    <a:off x="12293805" y="7290287"/>
                    <a:ext cx="595035" cy="33855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zh-CN" alt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洛阳</a:t>
                    </a:r>
                  </a:p>
                </p:txBody>
              </p:sp>
            </p:grpSp>
            <p:grpSp>
              <p:nvGrpSpPr>
                <p:cNvPr id="78" name="组合 77">
                  <a:extLst>
                    <a:ext uri="{FF2B5EF4-FFF2-40B4-BE49-F238E27FC236}">
                      <a16:creationId xmlns:a16="http://schemas.microsoft.com/office/drawing/2014/main" id="{61831DED-3D0E-86A9-2FF6-C6C9B84B982E}"/>
                    </a:ext>
                  </a:extLst>
                </p:cNvPr>
                <p:cNvGrpSpPr/>
                <p:nvPr/>
              </p:nvGrpSpPr>
              <p:grpSpPr>
                <a:xfrm>
                  <a:off x="5207403" y="5884305"/>
                  <a:ext cx="992123" cy="463376"/>
                  <a:chOff x="11339908" y="7483080"/>
                  <a:chExt cx="992123" cy="463376"/>
                </a:xfrm>
              </p:grpSpPr>
              <p:sp>
                <p:nvSpPr>
                  <p:cNvPr id="79" name="矩形: 圆角 78">
                    <a:extLst>
                      <a:ext uri="{FF2B5EF4-FFF2-40B4-BE49-F238E27FC236}">
                        <a16:creationId xmlns:a16="http://schemas.microsoft.com/office/drawing/2014/main" id="{A9E426CF-5A6F-A514-F65A-E5715A3BB2CD}"/>
                      </a:ext>
                    </a:extLst>
                  </p:cNvPr>
                  <p:cNvSpPr/>
                  <p:nvPr/>
                </p:nvSpPr>
                <p:spPr>
                  <a:xfrm>
                    <a:off x="11900031" y="7514456"/>
                    <a:ext cx="432000" cy="432000"/>
                  </a:xfrm>
                  <a:prstGeom prst="round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134385" tIns="67192" rIns="134385" bIns="67192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zh-CN" altLang="en-US" sz="2646"/>
                  </a:p>
                </p:txBody>
              </p:sp>
              <p:sp>
                <p:nvSpPr>
                  <p:cNvPr id="80" name="文本框 79">
                    <a:extLst>
                      <a:ext uri="{FF2B5EF4-FFF2-40B4-BE49-F238E27FC236}">
                        <a16:creationId xmlns:a16="http://schemas.microsoft.com/office/drawing/2014/main" id="{4299B64D-ADDA-F6A6-477B-2C6271F9B684}"/>
                      </a:ext>
                    </a:extLst>
                  </p:cNvPr>
                  <p:cNvSpPr txBox="1"/>
                  <p:nvPr/>
                </p:nvSpPr>
                <p:spPr>
                  <a:xfrm>
                    <a:off x="11339908" y="7483080"/>
                    <a:ext cx="595035" cy="33855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zh-CN" alt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长安</a:t>
                    </a:r>
                  </a:p>
                </p:txBody>
              </p:sp>
            </p:grpSp>
            <p:grpSp>
              <p:nvGrpSpPr>
                <p:cNvPr id="81" name="组合 80">
                  <a:extLst>
                    <a:ext uri="{FF2B5EF4-FFF2-40B4-BE49-F238E27FC236}">
                      <a16:creationId xmlns:a16="http://schemas.microsoft.com/office/drawing/2014/main" id="{867442CE-88E9-2461-2AA6-DBD43EF7EAF6}"/>
                    </a:ext>
                  </a:extLst>
                </p:cNvPr>
                <p:cNvGrpSpPr/>
                <p:nvPr/>
              </p:nvGrpSpPr>
              <p:grpSpPr>
                <a:xfrm>
                  <a:off x="2845608" y="5593410"/>
                  <a:ext cx="951060" cy="507747"/>
                  <a:chOff x="11380971" y="7514456"/>
                  <a:chExt cx="951060" cy="507747"/>
                </a:xfrm>
              </p:grpSpPr>
              <p:sp>
                <p:nvSpPr>
                  <p:cNvPr id="82" name="矩形: 圆角 81">
                    <a:extLst>
                      <a:ext uri="{FF2B5EF4-FFF2-40B4-BE49-F238E27FC236}">
                        <a16:creationId xmlns:a16="http://schemas.microsoft.com/office/drawing/2014/main" id="{992DFFDB-1790-1EC9-B8C4-612679C6FB9E}"/>
                      </a:ext>
                    </a:extLst>
                  </p:cNvPr>
                  <p:cNvSpPr/>
                  <p:nvPr/>
                </p:nvSpPr>
                <p:spPr>
                  <a:xfrm>
                    <a:off x="11900031" y="7514456"/>
                    <a:ext cx="432000" cy="432000"/>
                  </a:xfrm>
                  <a:prstGeom prst="round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134385" tIns="67192" rIns="134385" bIns="67192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zh-CN" altLang="en-US" sz="2646"/>
                  </a:p>
                </p:txBody>
              </p:sp>
              <p:sp>
                <p:nvSpPr>
                  <p:cNvPr id="83" name="文本框 82">
                    <a:extLst>
                      <a:ext uri="{FF2B5EF4-FFF2-40B4-BE49-F238E27FC236}">
                        <a16:creationId xmlns:a16="http://schemas.microsoft.com/office/drawing/2014/main" id="{EF94390A-EC71-ECD1-D053-2D0E72B288B1}"/>
                      </a:ext>
                    </a:extLst>
                  </p:cNvPr>
                  <p:cNvSpPr txBox="1"/>
                  <p:nvPr/>
                </p:nvSpPr>
                <p:spPr>
                  <a:xfrm>
                    <a:off x="11380971" y="7683649"/>
                    <a:ext cx="595035" cy="33855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zh-CN" alt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天水</a:t>
                    </a:r>
                  </a:p>
                </p:txBody>
              </p:sp>
            </p:grpSp>
            <p:grpSp>
              <p:nvGrpSpPr>
                <p:cNvPr id="84" name="组合 83">
                  <a:extLst>
                    <a:ext uri="{FF2B5EF4-FFF2-40B4-BE49-F238E27FC236}">
                      <a16:creationId xmlns:a16="http://schemas.microsoft.com/office/drawing/2014/main" id="{8927755A-CAFD-3E53-C7EF-0DE55D69C503}"/>
                    </a:ext>
                  </a:extLst>
                </p:cNvPr>
                <p:cNvGrpSpPr/>
                <p:nvPr/>
              </p:nvGrpSpPr>
              <p:grpSpPr>
                <a:xfrm>
                  <a:off x="4720547" y="5040872"/>
                  <a:ext cx="595035" cy="728550"/>
                  <a:chOff x="11818520" y="7514456"/>
                  <a:chExt cx="595035" cy="728550"/>
                </a:xfrm>
              </p:grpSpPr>
              <p:sp>
                <p:nvSpPr>
                  <p:cNvPr id="85" name="矩形: 圆角 84">
                    <a:extLst>
                      <a:ext uri="{FF2B5EF4-FFF2-40B4-BE49-F238E27FC236}">
                        <a16:creationId xmlns:a16="http://schemas.microsoft.com/office/drawing/2014/main" id="{411A0A07-D684-7FD6-0AF0-9B594DD6BBE3}"/>
                      </a:ext>
                    </a:extLst>
                  </p:cNvPr>
                  <p:cNvSpPr/>
                  <p:nvPr/>
                </p:nvSpPr>
                <p:spPr>
                  <a:xfrm>
                    <a:off x="11900031" y="7514456"/>
                    <a:ext cx="432000" cy="432000"/>
                  </a:xfrm>
                  <a:prstGeom prst="round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134385" tIns="67192" rIns="134385" bIns="67192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zh-CN" altLang="en-US" sz="2646"/>
                  </a:p>
                </p:txBody>
              </p:sp>
              <p:sp>
                <p:nvSpPr>
                  <p:cNvPr id="86" name="文本框 85">
                    <a:extLst>
                      <a:ext uri="{FF2B5EF4-FFF2-40B4-BE49-F238E27FC236}">
                        <a16:creationId xmlns:a16="http://schemas.microsoft.com/office/drawing/2014/main" id="{05CBDD2C-AF9B-0E9C-BE75-FA6B420EB534}"/>
                      </a:ext>
                    </a:extLst>
                  </p:cNvPr>
                  <p:cNvSpPr txBox="1"/>
                  <p:nvPr/>
                </p:nvSpPr>
                <p:spPr>
                  <a:xfrm>
                    <a:off x="11818520" y="7904452"/>
                    <a:ext cx="595035" cy="33855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zh-CN" alt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安定</a:t>
                    </a:r>
                  </a:p>
                </p:txBody>
              </p:sp>
            </p:grpSp>
            <p:grpSp>
              <p:nvGrpSpPr>
                <p:cNvPr id="87" name="组合 86">
                  <a:extLst>
                    <a:ext uri="{FF2B5EF4-FFF2-40B4-BE49-F238E27FC236}">
                      <a16:creationId xmlns:a16="http://schemas.microsoft.com/office/drawing/2014/main" id="{F98F12A0-D3BF-7676-CEA4-B34AB3E18602}"/>
                    </a:ext>
                  </a:extLst>
                </p:cNvPr>
                <p:cNvGrpSpPr/>
                <p:nvPr/>
              </p:nvGrpSpPr>
              <p:grpSpPr>
                <a:xfrm>
                  <a:off x="1840986" y="4485391"/>
                  <a:ext cx="1063127" cy="521756"/>
                  <a:chOff x="11268904" y="7424700"/>
                  <a:chExt cx="1063127" cy="521756"/>
                </a:xfrm>
              </p:grpSpPr>
              <p:sp>
                <p:nvSpPr>
                  <p:cNvPr id="88" name="矩形: 圆角 87">
                    <a:extLst>
                      <a:ext uri="{FF2B5EF4-FFF2-40B4-BE49-F238E27FC236}">
                        <a16:creationId xmlns:a16="http://schemas.microsoft.com/office/drawing/2014/main" id="{01B623CA-21B1-EA6D-1895-1B5BDC21E517}"/>
                      </a:ext>
                    </a:extLst>
                  </p:cNvPr>
                  <p:cNvSpPr/>
                  <p:nvPr/>
                </p:nvSpPr>
                <p:spPr>
                  <a:xfrm>
                    <a:off x="11900031" y="7514456"/>
                    <a:ext cx="432000" cy="432000"/>
                  </a:xfrm>
                  <a:prstGeom prst="round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134385" tIns="67192" rIns="134385" bIns="67192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zh-CN" altLang="en-US" sz="2646"/>
                  </a:p>
                </p:txBody>
              </p:sp>
              <p:sp>
                <p:nvSpPr>
                  <p:cNvPr id="89" name="文本框 88">
                    <a:extLst>
                      <a:ext uri="{FF2B5EF4-FFF2-40B4-BE49-F238E27FC236}">
                        <a16:creationId xmlns:a16="http://schemas.microsoft.com/office/drawing/2014/main" id="{CA7C114C-B2A5-2695-A9D0-691B2F7A7083}"/>
                      </a:ext>
                    </a:extLst>
                  </p:cNvPr>
                  <p:cNvSpPr txBox="1"/>
                  <p:nvPr/>
                </p:nvSpPr>
                <p:spPr>
                  <a:xfrm>
                    <a:off x="11268904" y="7424700"/>
                    <a:ext cx="595035" cy="33855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zh-CN" alt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金城</a:t>
                    </a:r>
                  </a:p>
                </p:txBody>
              </p:sp>
            </p:grpSp>
            <p:grpSp>
              <p:nvGrpSpPr>
                <p:cNvPr id="96" name="组合 95">
                  <a:extLst>
                    <a:ext uri="{FF2B5EF4-FFF2-40B4-BE49-F238E27FC236}">
                      <a16:creationId xmlns:a16="http://schemas.microsoft.com/office/drawing/2014/main" id="{32A5FDC6-97E7-73F6-619E-0A2A6B498F2F}"/>
                    </a:ext>
                  </a:extLst>
                </p:cNvPr>
                <p:cNvGrpSpPr/>
                <p:nvPr/>
              </p:nvGrpSpPr>
              <p:grpSpPr>
                <a:xfrm>
                  <a:off x="7431365" y="3029046"/>
                  <a:ext cx="1002221" cy="516264"/>
                  <a:chOff x="11329810" y="7430192"/>
                  <a:chExt cx="1002221" cy="516264"/>
                </a:xfrm>
              </p:grpSpPr>
              <p:sp>
                <p:nvSpPr>
                  <p:cNvPr id="97" name="矩形: 圆角 96">
                    <a:extLst>
                      <a:ext uri="{FF2B5EF4-FFF2-40B4-BE49-F238E27FC236}">
                        <a16:creationId xmlns:a16="http://schemas.microsoft.com/office/drawing/2014/main" id="{11DDDC75-F590-993A-1759-2BB01BC623ED}"/>
                      </a:ext>
                    </a:extLst>
                  </p:cNvPr>
                  <p:cNvSpPr/>
                  <p:nvPr/>
                </p:nvSpPr>
                <p:spPr>
                  <a:xfrm>
                    <a:off x="11900031" y="7514456"/>
                    <a:ext cx="432000" cy="432000"/>
                  </a:xfrm>
                  <a:prstGeom prst="round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134385" tIns="67192" rIns="134385" bIns="67192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zh-CN" altLang="en-US" sz="2646"/>
                  </a:p>
                </p:txBody>
              </p:sp>
              <p:sp>
                <p:nvSpPr>
                  <p:cNvPr id="98" name="文本框 97">
                    <a:extLst>
                      <a:ext uri="{FF2B5EF4-FFF2-40B4-BE49-F238E27FC236}">
                        <a16:creationId xmlns:a16="http://schemas.microsoft.com/office/drawing/2014/main" id="{608453F3-4BB6-07DA-C8A0-08A7D574A0E5}"/>
                      </a:ext>
                    </a:extLst>
                  </p:cNvPr>
                  <p:cNvSpPr txBox="1"/>
                  <p:nvPr/>
                </p:nvSpPr>
                <p:spPr>
                  <a:xfrm>
                    <a:off x="11329810" y="7430192"/>
                    <a:ext cx="595035" cy="33855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zh-CN" alt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太原</a:t>
                    </a:r>
                  </a:p>
                </p:txBody>
              </p:sp>
            </p:grpSp>
            <p:grpSp>
              <p:nvGrpSpPr>
                <p:cNvPr id="99" name="组合 98">
                  <a:extLst>
                    <a:ext uri="{FF2B5EF4-FFF2-40B4-BE49-F238E27FC236}">
                      <a16:creationId xmlns:a16="http://schemas.microsoft.com/office/drawing/2014/main" id="{EC75813E-668C-892A-6F33-35E79F966EFF}"/>
                    </a:ext>
                  </a:extLst>
                </p:cNvPr>
                <p:cNvGrpSpPr/>
                <p:nvPr/>
              </p:nvGrpSpPr>
              <p:grpSpPr>
                <a:xfrm>
                  <a:off x="7773867" y="3976001"/>
                  <a:ext cx="981348" cy="467136"/>
                  <a:chOff x="11350683" y="7479320"/>
                  <a:chExt cx="981348" cy="467136"/>
                </a:xfrm>
              </p:grpSpPr>
              <p:sp>
                <p:nvSpPr>
                  <p:cNvPr id="100" name="矩形: 圆角 99">
                    <a:extLst>
                      <a:ext uri="{FF2B5EF4-FFF2-40B4-BE49-F238E27FC236}">
                        <a16:creationId xmlns:a16="http://schemas.microsoft.com/office/drawing/2014/main" id="{7E5DCA16-6490-9298-3088-D9C033D9C04B}"/>
                      </a:ext>
                    </a:extLst>
                  </p:cNvPr>
                  <p:cNvSpPr/>
                  <p:nvPr/>
                </p:nvSpPr>
                <p:spPr>
                  <a:xfrm>
                    <a:off x="11900031" y="7514456"/>
                    <a:ext cx="432000" cy="432000"/>
                  </a:xfrm>
                  <a:prstGeom prst="round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134385" tIns="67192" rIns="134385" bIns="67192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zh-CN" altLang="en-US" sz="2646"/>
                  </a:p>
                </p:txBody>
              </p:sp>
              <p:sp>
                <p:nvSpPr>
                  <p:cNvPr id="101" name="文本框 100">
                    <a:extLst>
                      <a:ext uri="{FF2B5EF4-FFF2-40B4-BE49-F238E27FC236}">
                        <a16:creationId xmlns:a16="http://schemas.microsoft.com/office/drawing/2014/main" id="{14567DF3-B137-423E-6E3A-76D7F3FFB97B}"/>
                      </a:ext>
                    </a:extLst>
                  </p:cNvPr>
                  <p:cNvSpPr txBox="1"/>
                  <p:nvPr/>
                </p:nvSpPr>
                <p:spPr>
                  <a:xfrm>
                    <a:off x="11350683" y="7479320"/>
                    <a:ext cx="595035" cy="33855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zh-CN" alt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上党</a:t>
                    </a:r>
                  </a:p>
                </p:txBody>
              </p:sp>
            </p:grpSp>
            <p:grpSp>
              <p:nvGrpSpPr>
                <p:cNvPr id="102" name="组合 101">
                  <a:extLst>
                    <a:ext uri="{FF2B5EF4-FFF2-40B4-BE49-F238E27FC236}">
                      <a16:creationId xmlns:a16="http://schemas.microsoft.com/office/drawing/2014/main" id="{F10803B4-C87F-5C04-59FE-4D2EE1A80492}"/>
                    </a:ext>
                  </a:extLst>
                </p:cNvPr>
                <p:cNvGrpSpPr/>
                <p:nvPr/>
              </p:nvGrpSpPr>
              <p:grpSpPr>
                <a:xfrm>
                  <a:off x="6865054" y="4122642"/>
                  <a:ext cx="826475" cy="788613"/>
                  <a:chOff x="11505556" y="7157843"/>
                  <a:chExt cx="826475" cy="788613"/>
                </a:xfrm>
              </p:grpSpPr>
              <p:sp>
                <p:nvSpPr>
                  <p:cNvPr id="103" name="矩形: 圆角 102">
                    <a:extLst>
                      <a:ext uri="{FF2B5EF4-FFF2-40B4-BE49-F238E27FC236}">
                        <a16:creationId xmlns:a16="http://schemas.microsoft.com/office/drawing/2014/main" id="{EE91F68C-D519-F294-0266-F6E18982F39F}"/>
                      </a:ext>
                    </a:extLst>
                  </p:cNvPr>
                  <p:cNvSpPr/>
                  <p:nvPr/>
                </p:nvSpPr>
                <p:spPr>
                  <a:xfrm>
                    <a:off x="11900031" y="7514456"/>
                    <a:ext cx="432000" cy="432000"/>
                  </a:xfrm>
                  <a:prstGeom prst="round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134385" tIns="67192" rIns="134385" bIns="67192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zh-CN" altLang="en-US" sz="2646"/>
                  </a:p>
                </p:txBody>
              </p:sp>
              <p:sp>
                <p:nvSpPr>
                  <p:cNvPr id="104" name="文本框 103">
                    <a:extLst>
                      <a:ext uri="{FF2B5EF4-FFF2-40B4-BE49-F238E27FC236}">
                        <a16:creationId xmlns:a16="http://schemas.microsoft.com/office/drawing/2014/main" id="{116B9599-B8AD-309A-FB60-C06FAD1B43DB}"/>
                      </a:ext>
                    </a:extLst>
                  </p:cNvPr>
                  <p:cNvSpPr txBox="1"/>
                  <p:nvPr/>
                </p:nvSpPr>
                <p:spPr>
                  <a:xfrm>
                    <a:off x="11505556" y="7157843"/>
                    <a:ext cx="595035" cy="33855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zh-CN" alt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平阳</a:t>
                    </a:r>
                  </a:p>
                </p:txBody>
              </p:sp>
            </p:grpSp>
            <p:grpSp>
              <p:nvGrpSpPr>
                <p:cNvPr id="105" name="组合 104">
                  <a:extLst>
                    <a:ext uri="{FF2B5EF4-FFF2-40B4-BE49-F238E27FC236}">
                      <a16:creationId xmlns:a16="http://schemas.microsoft.com/office/drawing/2014/main" id="{A099931B-665B-583A-7F91-E39A847E0CE5}"/>
                    </a:ext>
                  </a:extLst>
                </p:cNvPr>
                <p:cNvGrpSpPr/>
                <p:nvPr/>
              </p:nvGrpSpPr>
              <p:grpSpPr>
                <a:xfrm>
                  <a:off x="6655754" y="6366962"/>
                  <a:ext cx="595035" cy="728550"/>
                  <a:chOff x="11818520" y="7514456"/>
                  <a:chExt cx="595035" cy="728550"/>
                </a:xfrm>
              </p:grpSpPr>
              <p:sp>
                <p:nvSpPr>
                  <p:cNvPr id="106" name="矩形: 圆角 105">
                    <a:extLst>
                      <a:ext uri="{FF2B5EF4-FFF2-40B4-BE49-F238E27FC236}">
                        <a16:creationId xmlns:a16="http://schemas.microsoft.com/office/drawing/2014/main" id="{15F261BD-65FB-EA1A-E425-07F50ED0302D}"/>
                      </a:ext>
                    </a:extLst>
                  </p:cNvPr>
                  <p:cNvSpPr/>
                  <p:nvPr/>
                </p:nvSpPr>
                <p:spPr>
                  <a:xfrm>
                    <a:off x="11900031" y="7514456"/>
                    <a:ext cx="432000" cy="432000"/>
                  </a:xfrm>
                  <a:prstGeom prst="round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134385" tIns="67192" rIns="134385" bIns="67192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zh-CN" altLang="en-US" sz="2646"/>
                  </a:p>
                </p:txBody>
              </p:sp>
              <p:sp>
                <p:nvSpPr>
                  <p:cNvPr id="107" name="文本框 106">
                    <a:extLst>
                      <a:ext uri="{FF2B5EF4-FFF2-40B4-BE49-F238E27FC236}">
                        <a16:creationId xmlns:a16="http://schemas.microsoft.com/office/drawing/2014/main" id="{F6185525-F12A-E762-EB0F-F60D8B212339}"/>
                      </a:ext>
                    </a:extLst>
                  </p:cNvPr>
                  <p:cNvSpPr txBox="1"/>
                  <p:nvPr/>
                </p:nvSpPr>
                <p:spPr>
                  <a:xfrm>
                    <a:off x="11818520" y="7904452"/>
                    <a:ext cx="595035" cy="33855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zh-CN" alt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上洛</a:t>
                    </a:r>
                  </a:p>
                </p:txBody>
              </p:sp>
            </p:grpSp>
            <p:grpSp>
              <p:nvGrpSpPr>
                <p:cNvPr id="108" name="组合 107">
                  <a:extLst>
                    <a:ext uri="{FF2B5EF4-FFF2-40B4-BE49-F238E27FC236}">
                      <a16:creationId xmlns:a16="http://schemas.microsoft.com/office/drawing/2014/main" id="{56C329AD-B294-8ACB-31A3-CD38EFB1B358}"/>
                    </a:ext>
                  </a:extLst>
                </p:cNvPr>
                <p:cNvGrpSpPr/>
                <p:nvPr/>
              </p:nvGrpSpPr>
              <p:grpSpPr>
                <a:xfrm>
                  <a:off x="9428949" y="5577127"/>
                  <a:ext cx="595035" cy="728550"/>
                  <a:chOff x="11818519" y="7514456"/>
                  <a:chExt cx="595035" cy="728550"/>
                </a:xfrm>
              </p:grpSpPr>
              <p:sp>
                <p:nvSpPr>
                  <p:cNvPr id="109" name="矩形: 圆角 108">
                    <a:extLst>
                      <a:ext uri="{FF2B5EF4-FFF2-40B4-BE49-F238E27FC236}">
                        <a16:creationId xmlns:a16="http://schemas.microsoft.com/office/drawing/2014/main" id="{8E22BF0E-8152-2BBA-126C-8D0CB5BBFEFC}"/>
                      </a:ext>
                    </a:extLst>
                  </p:cNvPr>
                  <p:cNvSpPr/>
                  <p:nvPr/>
                </p:nvSpPr>
                <p:spPr>
                  <a:xfrm>
                    <a:off x="11900031" y="7514456"/>
                    <a:ext cx="432000" cy="432000"/>
                  </a:xfrm>
                  <a:prstGeom prst="round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134385" tIns="67192" rIns="134385" bIns="67192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zh-CN" altLang="en-US" sz="2646"/>
                  </a:p>
                </p:txBody>
              </p:sp>
              <p:sp>
                <p:nvSpPr>
                  <p:cNvPr id="110" name="文本框 109">
                    <a:extLst>
                      <a:ext uri="{FF2B5EF4-FFF2-40B4-BE49-F238E27FC236}">
                        <a16:creationId xmlns:a16="http://schemas.microsoft.com/office/drawing/2014/main" id="{C169FDA0-9988-C13B-46D3-ADC97938B00B}"/>
                      </a:ext>
                    </a:extLst>
                  </p:cNvPr>
                  <p:cNvSpPr txBox="1"/>
                  <p:nvPr/>
                </p:nvSpPr>
                <p:spPr>
                  <a:xfrm>
                    <a:off x="11818519" y="7904452"/>
                    <a:ext cx="595035" cy="33855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zh-CN" alt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雍丘</a:t>
                    </a:r>
                  </a:p>
                </p:txBody>
              </p:sp>
            </p:grpSp>
            <p:grpSp>
              <p:nvGrpSpPr>
                <p:cNvPr id="111" name="组合 110">
                  <a:extLst>
                    <a:ext uri="{FF2B5EF4-FFF2-40B4-BE49-F238E27FC236}">
                      <a16:creationId xmlns:a16="http://schemas.microsoft.com/office/drawing/2014/main" id="{AC21CEAB-D31F-B775-62A8-5E5FECD707A8}"/>
                    </a:ext>
                  </a:extLst>
                </p:cNvPr>
                <p:cNvGrpSpPr/>
                <p:nvPr/>
              </p:nvGrpSpPr>
              <p:grpSpPr>
                <a:xfrm>
                  <a:off x="11205847" y="3571110"/>
                  <a:ext cx="721969" cy="723031"/>
                  <a:chOff x="11900031" y="7223425"/>
                  <a:chExt cx="721969" cy="723031"/>
                </a:xfrm>
              </p:grpSpPr>
              <p:sp>
                <p:nvSpPr>
                  <p:cNvPr id="112" name="矩形: 圆角 111">
                    <a:extLst>
                      <a:ext uri="{FF2B5EF4-FFF2-40B4-BE49-F238E27FC236}">
                        <a16:creationId xmlns:a16="http://schemas.microsoft.com/office/drawing/2014/main" id="{22B8A904-56FE-8AD5-57AD-65AECE2FD61B}"/>
                      </a:ext>
                    </a:extLst>
                  </p:cNvPr>
                  <p:cNvSpPr/>
                  <p:nvPr/>
                </p:nvSpPr>
                <p:spPr>
                  <a:xfrm>
                    <a:off x="11900031" y="7514456"/>
                    <a:ext cx="432000" cy="432000"/>
                  </a:xfrm>
                  <a:prstGeom prst="round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134385" tIns="67192" rIns="134385" bIns="67192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zh-CN" altLang="en-US" sz="2646"/>
                  </a:p>
                </p:txBody>
              </p:sp>
              <p:sp>
                <p:nvSpPr>
                  <p:cNvPr id="113" name="文本框 112">
                    <a:extLst>
                      <a:ext uri="{FF2B5EF4-FFF2-40B4-BE49-F238E27FC236}">
                        <a16:creationId xmlns:a16="http://schemas.microsoft.com/office/drawing/2014/main" id="{729A576C-30F9-7EC3-C619-581471C4947E}"/>
                      </a:ext>
                    </a:extLst>
                  </p:cNvPr>
                  <p:cNvSpPr txBox="1"/>
                  <p:nvPr/>
                </p:nvSpPr>
                <p:spPr>
                  <a:xfrm>
                    <a:off x="12026965" y="7223425"/>
                    <a:ext cx="595035" cy="33855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zh-CN" alt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济南</a:t>
                    </a:r>
                  </a:p>
                </p:txBody>
              </p:sp>
            </p:grpSp>
            <p:grpSp>
              <p:nvGrpSpPr>
                <p:cNvPr id="114" name="组合 113">
                  <a:extLst>
                    <a:ext uri="{FF2B5EF4-FFF2-40B4-BE49-F238E27FC236}">
                      <a16:creationId xmlns:a16="http://schemas.microsoft.com/office/drawing/2014/main" id="{B4D09A21-6ADD-3B8E-ACB3-71E8462C05E5}"/>
                    </a:ext>
                  </a:extLst>
                </p:cNvPr>
                <p:cNvGrpSpPr/>
                <p:nvPr/>
              </p:nvGrpSpPr>
              <p:grpSpPr>
                <a:xfrm>
                  <a:off x="9254895" y="4182082"/>
                  <a:ext cx="635667" cy="772124"/>
                  <a:chOff x="11696364" y="7514456"/>
                  <a:chExt cx="635667" cy="772124"/>
                </a:xfrm>
              </p:grpSpPr>
              <p:sp>
                <p:nvSpPr>
                  <p:cNvPr id="115" name="矩形: 圆角 114">
                    <a:extLst>
                      <a:ext uri="{FF2B5EF4-FFF2-40B4-BE49-F238E27FC236}">
                        <a16:creationId xmlns:a16="http://schemas.microsoft.com/office/drawing/2014/main" id="{D1D041DA-5B34-CDE6-AC14-178ABC45D6F6}"/>
                      </a:ext>
                    </a:extLst>
                  </p:cNvPr>
                  <p:cNvSpPr/>
                  <p:nvPr/>
                </p:nvSpPr>
                <p:spPr>
                  <a:xfrm>
                    <a:off x="11900031" y="7514456"/>
                    <a:ext cx="432000" cy="432000"/>
                  </a:xfrm>
                  <a:prstGeom prst="round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134385" tIns="67192" rIns="134385" bIns="67192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zh-CN" altLang="en-US" sz="2646"/>
                  </a:p>
                </p:txBody>
              </p:sp>
              <p:sp>
                <p:nvSpPr>
                  <p:cNvPr id="116" name="文本框 115">
                    <a:extLst>
                      <a:ext uri="{FF2B5EF4-FFF2-40B4-BE49-F238E27FC236}">
                        <a16:creationId xmlns:a16="http://schemas.microsoft.com/office/drawing/2014/main" id="{D17B8183-1F2C-F764-FDBA-19BA56F8806E}"/>
                      </a:ext>
                    </a:extLst>
                  </p:cNvPr>
                  <p:cNvSpPr txBox="1"/>
                  <p:nvPr/>
                </p:nvSpPr>
                <p:spPr>
                  <a:xfrm>
                    <a:off x="11696364" y="7948026"/>
                    <a:ext cx="389850" cy="33855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zh-CN" alt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邺</a:t>
                    </a:r>
                  </a:p>
                </p:txBody>
              </p:sp>
            </p:grpSp>
            <p:grpSp>
              <p:nvGrpSpPr>
                <p:cNvPr id="120" name="组合 119">
                  <a:extLst>
                    <a:ext uri="{FF2B5EF4-FFF2-40B4-BE49-F238E27FC236}">
                      <a16:creationId xmlns:a16="http://schemas.microsoft.com/office/drawing/2014/main" id="{496255B1-54B9-C450-A46E-6D8C3ABBB583}"/>
                    </a:ext>
                  </a:extLst>
                </p:cNvPr>
                <p:cNvGrpSpPr/>
                <p:nvPr/>
              </p:nvGrpSpPr>
              <p:grpSpPr>
                <a:xfrm>
                  <a:off x="9906094" y="2637333"/>
                  <a:ext cx="595035" cy="728550"/>
                  <a:chOff x="11818521" y="7514456"/>
                  <a:chExt cx="595035" cy="728550"/>
                </a:xfrm>
              </p:grpSpPr>
              <p:sp>
                <p:nvSpPr>
                  <p:cNvPr id="121" name="矩形: 圆角 120">
                    <a:extLst>
                      <a:ext uri="{FF2B5EF4-FFF2-40B4-BE49-F238E27FC236}">
                        <a16:creationId xmlns:a16="http://schemas.microsoft.com/office/drawing/2014/main" id="{7D3F5395-B3E6-BCAC-52DB-9213B52DEFE8}"/>
                      </a:ext>
                    </a:extLst>
                  </p:cNvPr>
                  <p:cNvSpPr/>
                  <p:nvPr/>
                </p:nvSpPr>
                <p:spPr>
                  <a:xfrm>
                    <a:off x="11900031" y="7514456"/>
                    <a:ext cx="432000" cy="432000"/>
                  </a:xfrm>
                  <a:prstGeom prst="round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134385" tIns="67192" rIns="134385" bIns="67192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zh-CN" altLang="en-US" sz="2646"/>
                  </a:p>
                </p:txBody>
              </p:sp>
              <p:sp>
                <p:nvSpPr>
                  <p:cNvPr id="122" name="文本框 121">
                    <a:extLst>
                      <a:ext uri="{FF2B5EF4-FFF2-40B4-BE49-F238E27FC236}">
                        <a16:creationId xmlns:a16="http://schemas.microsoft.com/office/drawing/2014/main" id="{D69DBEDC-907C-11B1-D69C-8339B11BE4C0}"/>
                      </a:ext>
                    </a:extLst>
                  </p:cNvPr>
                  <p:cNvSpPr txBox="1"/>
                  <p:nvPr/>
                </p:nvSpPr>
                <p:spPr>
                  <a:xfrm>
                    <a:off x="11818521" y="7904452"/>
                    <a:ext cx="595035" cy="33855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zh-CN" alt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中山</a:t>
                    </a:r>
                  </a:p>
                </p:txBody>
              </p:sp>
            </p:grpSp>
            <p:grpSp>
              <p:nvGrpSpPr>
                <p:cNvPr id="123" name="组合 122">
                  <a:extLst>
                    <a:ext uri="{FF2B5EF4-FFF2-40B4-BE49-F238E27FC236}">
                      <a16:creationId xmlns:a16="http://schemas.microsoft.com/office/drawing/2014/main" id="{7C003C96-9959-017C-BDCF-3EA94CDB584A}"/>
                    </a:ext>
                  </a:extLst>
                </p:cNvPr>
                <p:cNvGrpSpPr/>
                <p:nvPr/>
              </p:nvGrpSpPr>
              <p:grpSpPr>
                <a:xfrm>
                  <a:off x="10316242" y="1835764"/>
                  <a:ext cx="766419" cy="562808"/>
                  <a:chOff x="11565612" y="7514456"/>
                  <a:chExt cx="766419" cy="562808"/>
                </a:xfrm>
              </p:grpSpPr>
              <p:sp>
                <p:nvSpPr>
                  <p:cNvPr id="124" name="矩形: 圆角 123">
                    <a:extLst>
                      <a:ext uri="{FF2B5EF4-FFF2-40B4-BE49-F238E27FC236}">
                        <a16:creationId xmlns:a16="http://schemas.microsoft.com/office/drawing/2014/main" id="{FDA82331-60A5-7B42-0E3C-B36749BC19BE}"/>
                      </a:ext>
                    </a:extLst>
                  </p:cNvPr>
                  <p:cNvSpPr/>
                  <p:nvPr/>
                </p:nvSpPr>
                <p:spPr>
                  <a:xfrm>
                    <a:off x="11900031" y="7514456"/>
                    <a:ext cx="432000" cy="432000"/>
                  </a:xfrm>
                  <a:prstGeom prst="round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134385" tIns="67192" rIns="134385" bIns="67192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zh-CN" altLang="en-US" sz="2646"/>
                  </a:p>
                </p:txBody>
              </p:sp>
              <p:sp>
                <p:nvSpPr>
                  <p:cNvPr id="125" name="文本框 124">
                    <a:extLst>
                      <a:ext uri="{FF2B5EF4-FFF2-40B4-BE49-F238E27FC236}">
                        <a16:creationId xmlns:a16="http://schemas.microsoft.com/office/drawing/2014/main" id="{C0E8D989-7C7C-0635-F272-5400A73CA36B}"/>
                      </a:ext>
                    </a:extLst>
                  </p:cNvPr>
                  <p:cNvSpPr txBox="1"/>
                  <p:nvPr/>
                </p:nvSpPr>
                <p:spPr>
                  <a:xfrm>
                    <a:off x="11565612" y="7738710"/>
                    <a:ext cx="389850" cy="33855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zh-CN" alt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蓟</a:t>
                    </a:r>
                  </a:p>
                </p:txBody>
              </p:sp>
            </p:grpSp>
            <p:grpSp>
              <p:nvGrpSpPr>
                <p:cNvPr id="126" name="组合 125">
                  <a:extLst>
                    <a:ext uri="{FF2B5EF4-FFF2-40B4-BE49-F238E27FC236}">
                      <a16:creationId xmlns:a16="http://schemas.microsoft.com/office/drawing/2014/main" id="{8FE1CB71-0AC1-4FE6-76EA-EA294623ADB9}"/>
                    </a:ext>
                  </a:extLst>
                </p:cNvPr>
                <p:cNvGrpSpPr/>
                <p:nvPr/>
              </p:nvGrpSpPr>
              <p:grpSpPr>
                <a:xfrm>
                  <a:off x="12938430" y="586358"/>
                  <a:ext cx="595035" cy="728550"/>
                  <a:chOff x="11818525" y="7514456"/>
                  <a:chExt cx="595035" cy="728550"/>
                </a:xfrm>
              </p:grpSpPr>
              <p:sp>
                <p:nvSpPr>
                  <p:cNvPr id="127" name="矩形: 圆角 126">
                    <a:extLst>
                      <a:ext uri="{FF2B5EF4-FFF2-40B4-BE49-F238E27FC236}">
                        <a16:creationId xmlns:a16="http://schemas.microsoft.com/office/drawing/2014/main" id="{2CBAD493-1A44-EAFE-C33B-04C7BC2E718D}"/>
                      </a:ext>
                    </a:extLst>
                  </p:cNvPr>
                  <p:cNvSpPr/>
                  <p:nvPr/>
                </p:nvSpPr>
                <p:spPr>
                  <a:xfrm>
                    <a:off x="11900031" y="7514456"/>
                    <a:ext cx="432000" cy="432000"/>
                  </a:xfrm>
                  <a:prstGeom prst="round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134385" tIns="67192" rIns="134385" bIns="67192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zh-CN" altLang="en-US" sz="2646"/>
                  </a:p>
                </p:txBody>
              </p:sp>
              <p:sp>
                <p:nvSpPr>
                  <p:cNvPr id="128" name="文本框 127">
                    <a:extLst>
                      <a:ext uri="{FF2B5EF4-FFF2-40B4-BE49-F238E27FC236}">
                        <a16:creationId xmlns:a16="http://schemas.microsoft.com/office/drawing/2014/main" id="{DA3BC6AC-DC23-FF81-E4AC-113B0099CE7D}"/>
                      </a:ext>
                    </a:extLst>
                  </p:cNvPr>
                  <p:cNvSpPr txBox="1"/>
                  <p:nvPr/>
                </p:nvSpPr>
                <p:spPr>
                  <a:xfrm>
                    <a:off x="11818525" y="7904452"/>
                    <a:ext cx="595035" cy="33855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zh-CN" alt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龙城</a:t>
                    </a:r>
                  </a:p>
                </p:txBody>
              </p:sp>
            </p:grpSp>
            <p:grpSp>
              <p:nvGrpSpPr>
                <p:cNvPr id="129" name="组合 128">
                  <a:extLst>
                    <a:ext uri="{FF2B5EF4-FFF2-40B4-BE49-F238E27FC236}">
                      <a16:creationId xmlns:a16="http://schemas.microsoft.com/office/drawing/2014/main" id="{A18CCBBC-4FC7-275D-3280-D4FC47636FF1}"/>
                    </a:ext>
                  </a:extLst>
                </p:cNvPr>
                <p:cNvGrpSpPr/>
                <p:nvPr/>
              </p:nvGrpSpPr>
              <p:grpSpPr>
                <a:xfrm>
                  <a:off x="9015473" y="2908322"/>
                  <a:ext cx="686581" cy="815061"/>
                  <a:chOff x="11645450" y="7131395"/>
                  <a:chExt cx="686581" cy="815061"/>
                </a:xfrm>
              </p:grpSpPr>
              <p:sp>
                <p:nvSpPr>
                  <p:cNvPr id="130" name="矩形: 圆角 129">
                    <a:extLst>
                      <a:ext uri="{FF2B5EF4-FFF2-40B4-BE49-F238E27FC236}">
                        <a16:creationId xmlns:a16="http://schemas.microsoft.com/office/drawing/2014/main" id="{E6BFB8D1-C9CB-1AFF-8E6F-D3929F800A4A}"/>
                      </a:ext>
                    </a:extLst>
                  </p:cNvPr>
                  <p:cNvSpPr/>
                  <p:nvPr/>
                </p:nvSpPr>
                <p:spPr>
                  <a:xfrm>
                    <a:off x="11900031" y="7514456"/>
                    <a:ext cx="432000" cy="432000"/>
                  </a:xfrm>
                  <a:prstGeom prst="round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134385" tIns="67192" rIns="134385" bIns="67192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zh-CN" altLang="en-US" sz="2646"/>
                  </a:p>
                </p:txBody>
              </p:sp>
              <p:sp>
                <p:nvSpPr>
                  <p:cNvPr id="131" name="文本框 130">
                    <a:extLst>
                      <a:ext uri="{FF2B5EF4-FFF2-40B4-BE49-F238E27FC236}">
                        <a16:creationId xmlns:a16="http://schemas.microsoft.com/office/drawing/2014/main" id="{0C44C675-3090-97EB-59C9-C75A08E3F3C2}"/>
                      </a:ext>
                    </a:extLst>
                  </p:cNvPr>
                  <p:cNvSpPr txBox="1"/>
                  <p:nvPr/>
                </p:nvSpPr>
                <p:spPr>
                  <a:xfrm>
                    <a:off x="11645450" y="7131395"/>
                    <a:ext cx="595035" cy="33855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zh-CN" alt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襄国</a:t>
                    </a:r>
                  </a:p>
                </p:txBody>
              </p:sp>
            </p:grpSp>
            <p:grpSp>
              <p:nvGrpSpPr>
                <p:cNvPr id="132" name="组合 131">
                  <a:extLst>
                    <a:ext uri="{FF2B5EF4-FFF2-40B4-BE49-F238E27FC236}">
                      <a16:creationId xmlns:a16="http://schemas.microsoft.com/office/drawing/2014/main" id="{C2E1FC7F-3D0E-5DF4-00ED-4478AB26F694}"/>
                    </a:ext>
                  </a:extLst>
                </p:cNvPr>
                <p:cNvGrpSpPr/>
                <p:nvPr/>
              </p:nvGrpSpPr>
              <p:grpSpPr>
                <a:xfrm>
                  <a:off x="10425754" y="3180757"/>
                  <a:ext cx="988544" cy="517226"/>
                  <a:chOff x="11900031" y="7429230"/>
                  <a:chExt cx="988544" cy="517226"/>
                </a:xfrm>
              </p:grpSpPr>
              <p:sp>
                <p:nvSpPr>
                  <p:cNvPr id="133" name="矩形: 圆角 132">
                    <a:extLst>
                      <a:ext uri="{FF2B5EF4-FFF2-40B4-BE49-F238E27FC236}">
                        <a16:creationId xmlns:a16="http://schemas.microsoft.com/office/drawing/2014/main" id="{1F39A148-56A2-6DC0-862C-84960698EB1F}"/>
                      </a:ext>
                    </a:extLst>
                  </p:cNvPr>
                  <p:cNvSpPr/>
                  <p:nvPr/>
                </p:nvSpPr>
                <p:spPr>
                  <a:xfrm>
                    <a:off x="11900031" y="7514456"/>
                    <a:ext cx="432000" cy="432000"/>
                  </a:xfrm>
                  <a:prstGeom prst="round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134385" tIns="67192" rIns="134385" bIns="67192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zh-CN" altLang="en-US" sz="2646"/>
                  </a:p>
                </p:txBody>
              </p:sp>
              <p:sp>
                <p:nvSpPr>
                  <p:cNvPr id="134" name="文本框 133">
                    <a:extLst>
                      <a:ext uri="{FF2B5EF4-FFF2-40B4-BE49-F238E27FC236}">
                        <a16:creationId xmlns:a16="http://schemas.microsoft.com/office/drawing/2014/main" id="{C7946763-A393-C0B0-11A1-B84CC6DB83F6}"/>
                      </a:ext>
                    </a:extLst>
                  </p:cNvPr>
                  <p:cNvSpPr txBox="1"/>
                  <p:nvPr/>
                </p:nvSpPr>
                <p:spPr>
                  <a:xfrm>
                    <a:off x="12293540" y="7429230"/>
                    <a:ext cx="595035" cy="33855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zh-CN" alt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信都</a:t>
                    </a:r>
                  </a:p>
                </p:txBody>
              </p:sp>
            </p:grpSp>
            <p:grpSp>
              <p:nvGrpSpPr>
                <p:cNvPr id="135" name="组合 134">
                  <a:extLst>
                    <a:ext uri="{FF2B5EF4-FFF2-40B4-BE49-F238E27FC236}">
                      <a16:creationId xmlns:a16="http://schemas.microsoft.com/office/drawing/2014/main" id="{062C1824-949F-AE84-C06D-EF57D5BF6D6E}"/>
                    </a:ext>
                  </a:extLst>
                </p:cNvPr>
                <p:cNvGrpSpPr/>
                <p:nvPr/>
              </p:nvGrpSpPr>
              <p:grpSpPr>
                <a:xfrm>
                  <a:off x="7497800" y="1170210"/>
                  <a:ext cx="595035" cy="728550"/>
                  <a:chOff x="11818520" y="7514456"/>
                  <a:chExt cx="595035" cy="728550"/>
                </a:xfrm>
              </p:grpSpPr>
              <p:sp>
                <p:nvSpPr>
                  <p:cNvPr id="136" name="矩形: 圆角 135">
                    <a:extLst>
                      <a:ext uri="{FF2B5EF4-FFF2-40B4-BE49-F238E27FC236}">
                        <a16:creationId xmlns:a16="http://schemas.microsoft.com/office/drawing/2014/main" id="{B95F817E-90A0-E54D-A01B-44AB28AC683D}"/>
                      </a:ext>
                    </a:extLst>
                  </p:cNvPr>
                  <p:cNvSpPr/>
                  <p:nvPr/>
                </p:nvSpPr>
                <p:spPr>
                  <a:xfrm>
                    <a:off x="11900031" y="7514456"/>
                    <a:ext cx="432000" cy="432000"/>
                  </a:xfrm>
                  <a:prstGeom prst="round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134385" tIns="67192" rIns="134385" bIns="67192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zh-CN" altLang="en-US" sz="2646"/>
                  </a:p>
                </p:txBody>
              </p:sp>
              <p:sp>
                <p:nvSpPr>
                  <p:cNvPr id="137" name="文本框 136">
                    <a:extLst>
                      <a:ext uri="{FF2B5EF4-FFF2-40B4-BE49-F238E27FC236}">
                        <a16:creationId xmlns:a16="http://schemas.microsoft.com/office/drawing/2014/main" id="{4C65C816-B32F-FC6B-969E-13A005F06B4F}"/>
                      </a:ext>
                    </a:extLst>
                  </p:cNvPr>
                  <p:cNvSpPr txBox="1"/>
                  <p:nvPr/>
                </p:nvSpPr>
                <p:spPr>
                  <a:xfrm>
                    <a:off x="11818520" y="7904452"/>
                    <a:ext cx="595035" cy="33855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zh-CN" alt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盛乐</a:t>
                    </a:r>
                  </a:p>
                </p:txBody>
              </p:sp>
            </p:grpSp>
            <p:grpSp>
              <p:nvGrpSpPr>
                <p:cNvPr id="138" name="组合 137">
                  <a:extLst>
                    <a:ext uri="{FF2B5EF4-FFF2-40B4-BE49-F238E27FC236}">
                      <a16:creationId xmlns:a16="http://schemas.microsoft.com/office/drawing/2014/main" id="{9B5D9C67-C2F9-A946-E7C3-5FF6A33F6559}"/>
                    </a:ext>
                  </a:extLst>
                </p:cNvPr>
                <p:cNvGrpSpPr/>
                <p:nvPr/>
              </p:nvGrpSpPr>
              <p:grpSpPr>
                <a:xfrm>
                  <a:off x="8338302" y="1072083"/>
                  <a:ext cx="595035" cy="746027"/>
                  <a:chOff x="11852572" y="7200429"/>
                  <a:chExt cx="595035" cy="746027"/>
                </a:xfrm>
              </p:grpSpPr>
              <p:sp>
                <p:nvSpPr>
                  <p:cNvPr id="139" name="矩形: 圆角 138">
                    <a:extLst>
                      <a:ext uri="{FF2B5EF4-FFF2-40B4-BE49-F238E27FC236}">
                        <a16:creationId xmlns:a16="http://schemas.microsoft.com/office/drawing/2014/main" id="{BACDF39D-C66B-F41C-30C4-3BA6B67CD358}"/>
                      </a:ext>
                    </a:extLst>
                  </p:cNvPr>
                  <p:cNvSpPr/>
                  <p:nvPr/>
                </p:nvSpPr>
                <p:spPr>
                  <a:xfrm>
                    <a:off x="11900031" y="7514456"/>
                    <a:ext cx="432000" cy="432000"/>
                  </a:xfrm>
                  <a:prstGeom prst="round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134385" tIns="67192" rIns="134385" bIns="67192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zh-CN" altLang="en-US" sz="2646"/>
                  </a:p>
                </p:txBody>
              </p:sp>
              <p:sp>
                <p:nvSpPr>
                  <p:cNvPr id="140" name="文本框 139">
                    <a:extLst>
                      <a:ext uri="{FF2B5EF4-FFF2-40B4-BE49-F238E27FC236}">
                        <a16:creationId xmlns:a16="http://schemas.microsoft.com/office/drawing/2014/main" id="{37E805AF-9343-8D93-058B-7A2B00E77337}"/>
                      </a:ext>
                    </a:extLst>
                  </p:cNvPr>
                  <p:cNvSpPr txBox="1"/>
                  <p:nvPr/>
                </p:nvSpPr>
                <p:spPr>
                  <a:xfrm>
                    <a:off x="11852572" y="7200429"/>
                    <a:ext cx="595035" cy="33855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zh-CN" alt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平城</a:t>
                    </a:r>
                  </a:p>
                </p:txBody>
              </p:sp>
            </p:grpSp>
            <p:grpSp>
              <p:nvGrpSpPr>
                <p:cNvPr id="141" name="组合 140">
                  <a:extLst>
                    <a:ext uri="{FF2B5EF4-FFF2-40B4-BE49-F238E27FC236}">
                      <a16:creationId xmlns:a16="http://schemas.microsoft.com/office/drawing/2014/main" id="{2E84A131-867B-7474-0985-2AF0AEE8F159}"/>
                    </a:ext>
                  </a:extLst>
                </p:cNvPr>
                <p:cNvGrpSpPr/>
                <p:nvPr/>
              </p:nvGrpSpPr>
              <p:grpSpPr>
                <a:xfrm>
                  <a:off x="1389296" y="3181125"/>
                  <a:ext cx="595035" cy="728550"/>
                  <a:chOff x="11818516" y="7514456"/>
                  <a:chExt cx="595035" cy="728550"/>
                </a:xfrm>
              </p:grpSpPr>
              <p:sp>
                <p:nvSpPr>
                  <p:cNvPr id="142" name="矩形: 圆角 141">
                    <a:extLst>
                      <a:ext uri="{FF2B5EF4-FFF2-40B4-BE49-F238E27FC236}">
                        <a16:creationId xmlns:a16="http://schemas.microsoft.com/office/drawing/2014/main" id="{6763AAF7-F514-21EC-3C49-1D0A7E9596F6}"/>
                      </a:ext>
                    </a:extLst>
                  </p:cNvPr>
                  <p:cNvSpPr/>
                  <p:nvPr/>
                </p:nvSpPr>
                <p:spPr>
                  <a:xfrm>
                    <a:off x="11900031" y="7514456"/>
                    <a:ext cx="432000" cy="432000"/>
                  </a:xfrm>
                  <a:prstGeom prst="roundRect">
                    <a:avLst/>
                  </a:prstGeom>
                  <a:solidFill>
                    <a:srgbClr val="CC0000">
                      <a:alpha val="50000"/>
                    </a:srgb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134385" tIns="67192" rIns="134385" bIns="67192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zh-CN" altLang="en-US" sz="2646"/>
                  </a:p>
                </p:txBody>
              </p:sp>
              <p:sp>
                <p:nvSpPr>
                  <p:cNvPr id="143" name="文本框 142">
                    <a:extLst>
                      <a:ext uri="{FF2B5EF4-FFF2-40B4-BE49-F238E27FC236}">
                        <a16:creationId xmlns:a16="http://schemas.microsoft.com/office/drawing/2014/main" id="{C03C68E9-8AF6-C92D-E88E-9454DE080D93}"/>
                      </a:ext>
                    </a:extLst>
                  </p:cNvPr>
                  <p:cNvSpPr txBox="1"/>
                  <p:nvPr/>
                </p:nvSpPr>
                <p:spPr>
                  <a:xfrm>
                    <a:off x="11818516" y="7904452"/>
                    <a:ext cx="595035" cy="33855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zh-CN" alt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姑臧</a:t>
                    </a:r>
                  </a:p>
                </p:txBody>
              </p:sp>
            </p:grpSp>
            <p:grpSp>
              <p:nvGrpSpPr>
                <p:cNvPr id="144" name="组合 143">
                  <a:extLst>
                    <a:ext uri="{FF2B5EF4-FFF2-40B4-BE49-F238E27FC236}">
                      <a16:creationId xmlns:a16="http://schemas.microsoft.com/office/drawing/2014/main" id="{DD7C7874-033F-9D1B-A3FC-D9B194D3F1AF}"/>
                    </a:ext>
                  </a:extLst>
                </p:cNvPr>
                <p:cNvGrpSpPr/>
                <p:nvPr/>
              </p:nvGrpSpPr>
              <p:grpSpPr>
                <a:xfrm>
                  <a:off x="106598" y="2420040"/>
                  <a:ext cx="595035" cy="728550"/>
                  <a:chOff x="11818518" y="7514456"/>
                  <a:chExt cx="595035" cy="728550"/>
                </a:xfrm>
              </p:grpSpPr>
              <p:sp>
                <p:nvSpPr>
                  <p:cNvPr id="145" name="矩形: 圆角 144">
                    <a:extLst>
                      <a:ext uri="{FF2B5EF4-FFF2-40B4-BE49-F238E27FC236}">
                        <a16:creationId xmlns:a16="http://schemas.microsoft.com/office/drawing/2014/main" id="{E162E4D8-F0EE-F27C-BF8D-96033DC67533}"/>
                      </a:ext>
                    </a:extLst>
                  </p:cNvPr>
                  <p:cNvSpPr/>
                  <p:nvPr/>
                </p:nvSpPr>
                <p:spPr>
                  <a:xfrm>
                    <a:off x="11900031" y="7514456"/>
                    <a:ext cx="432000" cy="432000"/>
                  </a:xfrm>
                  <a:prstGeom prst="roundRect">
                    <a:avLst/>
                  </a:prstGeom>
                  <a:solidFill>
                    <a:srgbClr val="CC0000">
                      <a:alpha val="50000"/>
                    </a:srgb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134385" tIns="67192" rIns="134385" bIns="67192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zh-CN" altLang="en-US" sz="2646"/>
                  </a:p>
                </p:txBody>
              </p:sp>
              <p:sp>
                <p:nvSpPr>
                  <p:cNvPr id="146" name="文本框 145">
                    <a:extLst>
                      <a:ext uri="{FF2B5EF4-FFF2-40B4-BE49-F238E27FC236}">
                        <a16:creationId xmlns:a16="http://schemas.microsoft.com/office/drawing/2014/main" id="{3FA24282-1322-D0E9-FEA8-85624AE59CE8}"/>
                      </a:ext>
                    </a:extLst>
                  </p:cNvPr>
                  <p:cNvSpPr txBox="1"/>
                  <p:nvPr/>
                </p:nvSpPr>
                <p:spPr>
                  <a:xfrm>
                    <a:off x="11818518" y="7904452"/>
                    <a:ext cx="595035" cy="33855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zh-CN" alt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张掖</a:t>
                    </a:r>
                  </a:p>
                </p:txBody>
              </p:sp>
            </p:grpSp>
            <p:grpSp>
              <p:nvGrpSpPr>
                <p:cNvPr id="147" name="组合 146">
                  <a:extLst>
                    <a:ext uri="{FF2B5EF4-FFF2-40B4-BE49-F238E27FC236}">
                      <a16:creationId xmlns:a16="http://schemas.microsoft.com/office/drawing/2014/main" id="{7F9EC8CE-2A4A-F03C-483D-2BF635671231}"/>
                    </a:ext>
                  </a:extLst>
                </p:cNvPr>
                <p:cNvGrpSpPr/>
                <p:nvPr/>
              </p:nvGrpSpPr>
              <p:grpSpPr>
                <a:xfrm>
                  <a:off x="10090341" y="6038940"/>
                  <a:ext cx="728420" cy="748847"/>
                  <a:chOff x="11603611" y="7514456"/>
                  <a:chExt cx="728420" cy="748847"/>
                </a:xfrm>
              </p:grpSpPr>
              <p:sp>
                <p:nvSpPr>
                  <p:cNvPr id="148" name="矩形: 圆角 147">
                    <a:extLst>
                      <a:ext uri="{FF2B5EF4-FFF2-40B4-BE49-F238E27FC236}">
                        <a16:creationId xmlns:a16="http://schemas.microsoft.com/office/drawing/2014/main" id="{48CC06BE-B032-34E4-1CD8-8AE34E033689}"/>
                      </a:ext>
                    </a:extLst>
                  </p:cNvPr>
                  <p:cNvSpPr/>
                  <p:nvPr/>
                </p:nvSpPr>
                <p:spPr>
                  <a:xfrm>
                    <a:off x="11900031" y="7514456"/>
                    <a:ext cx="432000" cy="432000"/>
                  </a:xfrm>
                  <a:prstGeom prst="round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134385" tIns="67192" rIns="134385" bIns="67192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zh-CN" altLang="en-US" sz="2646"/>
                  </a:p>
                </p:txBody>
              </p:sp>
              <p:sp>
                <p:nvSpPr>
                  <p:cNvPr id="149" name="文本框 148">
                    <a:extLst>
                      <a:ext uri="{FF2B5EF4-FFF2-40B4-BE49-F238E27FC236}">
                        <a16:creationId xmlns:a16="http://schemas.microsoft.com/office/drawing/2014/main" id="{1D27A1A4-ECCC-2EE4-5E27-7D7748F3DDBF}"/>
                      </a:ext>
                    </a:extLst>
                  </p:cNvPr>
                  <p:cNvSpPr txBox="1"/>
                  <p:nvPr/>
                </p:nvSpPr>
                <p:spPr>
                  <a:xfrm>
                    <a:off x="11603611" y="7924749"/>
                    <a:ext cx="389850" cy="33855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zh-CN" alt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谯</a:t>
                    </a:r>
                  </a:p>
                </p:txBody>
              </p:sp>
            </p:grpSp>
            <p:grpSp>
              <p:nvGrpSpPr>
                <p:cNvPr id="150" name="组合 149">
                  <a:extLst>
                    <a:ext uri="{FF2B5EF4-FFF2-40B4-BE49-F238E27FC236}">
                      <a16:creationId xmlns:a16="http://schemas.microsoft.com/office/drawing/2014/main" id="{0ACC7DD0-E32E-02A7-5693-595FBDD99758}"/>
                    </a:ext>
                  </a:extLst>
                </p:cNvPr>
                <p:cNvGrpSpPr/>
                <p:nvPr/>
              </p:nvGrpSpPr>
              <p:grpSpPr>
                <a:xfrm>
                  <a:off x="10441200" y="4695255"/>
                  <a:ext cx="595035" cy="728550"/>
                  <a:chOff x="11818520" y="7514456"/>
                  <a:chExt cx="595035" cy="728550"/>
                </a:xfrm>
              </p:grpSpPr>
              <p:sp>
                <p:nvSpPr>
                  <p:cNvPr id="151" name="矩形: 圆角 150">
                    <a:extLst>
                      <a:ext uri="{FF2B5EF4-FFF2-40B4-BE49-F238E27FC236}">
                        <a16:creationId xmlns:a16="http://schemas.microsoft.com/office/drawing/2014/main" id="{CA0DB615-BD74-AEEA-181B-E5C93E59F62C}"/>
                      </a:ext>
                    </a:extLst>
                  </p:cNvPr>
                  <p:cNvSpPr/>
                  <p:nvPr/>
                </p:nvSpPr>
                <p:spPr>
                  <a:xfrm>
                    <a:off x="11900031" y="7514456"/>
                    <a:ext cx="432000" cy="432000"/>
                  </a:xfrm>
                  <a:prstGeom prst="round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134385" tIns="67192" rIns="134385" bIns="67192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zh-CN" altLang="en-US" sz="2646"/>
                  </a:p>
                </p:txBody>
              </p:sp>
              <p:sp>
                <p:nvSpPr>
                  <p:cNvPr id="152" name="文本框 151">
                    <a:extLst>
                      <a:ext uri="{FF2B5EF4-FFF2-40B4-BE49-F238E27FC236}">
                        <a16:creationId xmlns:a16="http://schemas.microsoft.com/office/drawing/2014/main" id="{6D034B51-6E58-BF1F-F969-6F12BE7E7A96}"/>
                      </a:ext>
                    </a:extLst>
                  </p:cNvPr>
                  <p:cNvSpPr txBox="1"/>
                  <p:nvPr/>
                </p:nvSpPr>
                <p:spPr>
                  <a:xfrm>
                    <a:off x="11818520" y="7904452"/>
                    <a:ext cx="595035" cy="33855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zh-CN" alt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东平</a:t>
                    </a:r>
                  </a:p>
                </p:txBody>
              </p:sp>
            </p:grpSp>
            <p:cxnSp>
              <p:nvCxnSpPr>
                <p:cNvPr id="5" name="直接连接符 4">
                  <a:extLst>
                    <a:ext uri="{FF2B5EF4-FFF2-40B4-BE49-F238E27FC236}">
                      <a16:creationId xmlns:a16="http://schemas.microsoft.com/office/drawing/2014/main" id="{B9849C38-904B-A37D-20BF-0ECD9E7F001D}"/>
                    </a:ext>
                  </a:extLst>
                </p:cNvPr>
                <p:cNvCxnSpPr>
                  <a:cxnSpLocks/>
                  <a:stCxn id="40" idx="2"/>
                  <a:endCxn id="37" idx="0"/>
                </p:cNvCxnSpPr>
                <p:nvPr/>
              </p:nvCxnSpPr>
              <p:spPr>
                <a:xfrm flipH="1">
                  <a:off x="7928314" y="7934292"/>
                  <a:ext cx="31748" cy="75312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1" name="直接连接符 70">
                  <a:extLst>
                    <a:ext uri="{FF2B5EF4-FFF2-40B4-BE49-F238E27FC236}">
                      <a16:creationId xmlns:a16="http://schemas.microsoft.com/office/drawing/2014/main" id="{252BB6AA-A3E0-E163-5D54-A1F4847DA1B7}"/>
                    </a:ext>
                  </a:extLst>
                </p:cNvPr>
                <p:cNvCxnSpPr>
                  <a:cxnSpLocks/>
                  <a:stCxn id="43" idx="1"/>
                  <a:endCxn id="37" idx="3"/>
                </p:cNvCxnSpPr>
                <p:nvPr/>
              </p:nvCxnSpPr>
              <p:spPr>
                <a:xfrm flipH="1">
                  <a:off x="8144314" y="8732921"/>
                  <a:ext cx="1314248" cy="17050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2" name="直接连接符 91">
                  <a:extLst>
                    <a:ext uri="{FF2B5EF4-FFF2-40B4-BE49-F238E27FC236}">
                      <a16:creationId xmlns:a16="http://schemas.microsoft.com/office/drawing/2014/main" id="{47ACE722-69AC-EA0F-F46D-BF76F5215828}"/>
                    </a:ext>
                  </a:extLst>
                </p:cNvPr>
                <p:cNvCxnSpPr>
                  <a:cxnSpLocks/>
                  <a:stCxn id="25" idx="0"/>
                  <a:endCxn id="31" idx="2"/>
                </p:cNvCxnSpPr>
                <p:nvPr/>
              </p:nvCxnSpPr>
              <p:spPr>
                <a:xfrm flipH="1" flipV="1">
                  <a:off x="11116781" y="7278410"/>
                  <a:ext cx="37570" cy="261616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3" name="直接连接符 152">
                  <a:extLst>
                    <a:ext uri="{FF2B5EF4-FFF2-40B4-BE49-F238E27FC236}">
                      <a16:creationId xmlns:a16="http://schemas.microsoft.com/office/drawing/2014/main" id="{242F5D6A-9F0B-5E1C-B96C-9C7C354A0BC2}"/>
                    </a:ext>
                  </a:extLst>
                </p:cNvPr>
                <p:cNvCxnSpPr>
                  <a:cxnSpLocks/>
                  <a:stCxn id="28" idx="0"/>
                  <a:endCxn id="25" idx="1"/>
                </p:cNvCxnSpPr>
                <p:nvPr/>
              </p:nvCxnSpPr>
              <p:spPr>
                <a:xfrm flipV="1">
                  <a:off x="10404814" y="7756026"/>
                  <a:ext cx="533537" cy="1226176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6" name="直接连接符 155">
                  <a:extLst>
                    <a:ext uri="{FF2B5EF4-FFF2-40B4-BE49-F238E27FC236}">
                      <a16:creationId xmlns:a16="http://schemas.microsoft.com/office/drawing/2014/main" id="{BDB8631B-0EEF-0924-B61D-FDBAA68109E8}"/>
                    </a:ext>
                  </a:extLst>
                </p:cNvPr>
                <p:cNvCxnSpPr>
                  <a:cxnSpLocks/>
                  <a:stCxn id="28" idx="1"/>
                  <a:endCxn id="43" idx="3"/>
                </p:cNvCxnSpPr>
                <p:nvPr/>
              </p:nvCxnSpPr>
              <p:spPr>
                <a:xfrm flipH="1" flipV="1">
                  <a:off x="9890562" y="8732921"/>
                  <a:ext cx="298252" cy="465281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9" name="直接连接符 158">
                  <a:extLst>
                    <a:ext uri="{FF2B5EF4-FFF2-40B4-BE49-F238E27FC236}">
                      <a16:creationId xmlns:a16="http://schemas.microsoft.com/office/drawing/2014/main" id="{CDA42549-B7A2-92CE-CADD-5D2195B06370}"/>
                    </a:ext>
                  </a:extLst>
                </p:cNvPr>
                <p:cNvCxnSpPr>
                  <a:cxnSpLocks/>
                  <a:stCxn id="4" idx="1"/>
                  <a:endCxn id="25" idx="3"/>
                </p:cNvCxnSpPr>
                <p:nvPr/>
              </p:nvCxnSpPr>
              <p:spPr>
                <a:xfrm flipH="1">
                  <a:off x="11370351" y="7667852"/>
                  <a:ext cx="301188" cy="88174"/>
                </a:xfrm>
                <a:prstGeom prst="line">
                  <a:avLst/>
                </a:prstGeom>
                <a:ln>
                  <a:solidFill>
                    <a:schemeClr val="tx1"/>
                  </a:solidFill>
                  <a:prstDash val="dash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3" name="直接连接符 162">
                  <a:extLst>
                    <a:ext uri="{FF2B5EF4-FFF2-40B4-BE49-F238E27FC236}">
                      <a16:creationId xmlns:a16="http://schemas.microsoft.com/office/drawing/2014/main" id="{5ECBD98F-1D38-CB3B-FE76-E281EFAA8602}"/>
                    </a:ext>
                  </a:extLst>
                </p:cNvPr>
                <p:cNvCxnSpPr>
                  <a:cxnSpLocks/>
                  <a:stCxn id="28" idx="3"/>
                  <a:endCxn id="4" idx="2"/>
                </p:cNvCxnSpPr>
                <p:nvPr/>
              </p:nvCxnSpPr>
              <p:spPr>
                <a:xfrm flipV="1">
                  <a:off x="10620814" y="7883852"/>
                  <a:ext cx="1266725" cy="131435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7" name="直接连接符 166">
                  <a:extLst>
                    <a:ext uri="{FF2B5EF4-FFF2-40B4-BE49-F238E27FC236}">
                      <a16:creationId xmlns:a16="http://schemas.microsoft.com/office/drawing/2014/main" id="{B15812E1-BBE0-EE75-E09F-3559484B75EF}"/>
                    </a:ext>
                  </a:extLst>
                </p:cNvPr>
                <p:cNvCxnSpPr>
                  <a:cxnSpLocks/>
                  <a:stCxn id="4" idx="3"/>
                  <a:endCxn id="22" idx="1"/>
                </p:cNvCxnSpPr>
                <p:nvPr/>
              </p:nvCxnSpPr>
              <p:spPr>
                <a:xfrm flipV="1">
                  <a:off x="12103539" y="7553390"/>
                  <a:ext cx="316443" cy="114462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0" name="直接连接符 169">
                  <a:extLst>
                    <a:ext uri="{FF2B5EF4-FFF2-40B4-BE49-F238E27FC236}">
                      <a16:creationId xmlns:a16="http://schemas.microsoft.com/office/drawing/2014/main" id="{1F3E1D51-EE5A-7653-DF4D-3DDFBCC97D1B}"/>
                    </a:ext>
                  </a:extLst>
                </p:cNvPr>
                <p:cNvCxnSpPr>
                  <a:cxnSpLocks/>
                  <a:stCxn id="22" idx="3"/>
                  <a:endCxn id="13" idx="0"/>
                </p:cNvCxnSpPr>
                <p:nvPr/>
              </p:nvCxnSpPr>
              <p:spPr>
                <a:xfrm>
                  <a:off x="12851982" y="7553390"/>
                  <a:ext cx="337321" cy="393066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9" name="直接连接符 178">
                  <a:extLst>
                    <a:ext uri="{FF2B5EF4-FFF2-40B4-BE49-F238E27FC236}">
                      <a16:creationId xmlns:a16="http://schemas.microsoft.com/office/drawing/2014/main" id="{574DAB1D-CBE1-F507-4D18-6FAED1C8142A}"/>
                    </a:ext>
                  </a:extLst>
                </p:cNvPr>
                <p:cNvCxnSpPr>
                  <a:cxnSpLocks/>
                  <a:stCxn id="130" idx="1"/>
                  <a:endCxn id="97" idx="3"/>
                </p:cNvCxnSpPr>
                <p:nvPr/>
              </p:nvCxnSpPr>
              <p:spPr>
                <a:xfrm flipH="1" flipV="1">
                  <a:off x="8433586" y="3329310"/>
                  <a:ext cx="836468" cy="178073"/>
                </a:xfrm>
                <a:prstGeom prst="line">
                  <a:avLst/>
                </a:prstGeom>
                <a:ln>
                  <a:solidFill>
                    <a:schemeClr val="tx1"/>
                  </a:solidFill>
                  <a:prstDash val="dash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2" name="直接连接符 181">
                  <a:extLst>
                    <a:ext uri="{FF2B5EF4-FFF2-40B4-BE49-F238E27FC236}">
                      <a16:creationId xmlns:a16="http://schemas.microsoft.com/office/drawing/2014/main" id="{18A359AA-0B84-D03D-C340-7490B9E626C5}"/>
                    </a:ext>
                  </a:extLst>
                </p:cNvPr>
                <p:cNvCxnSpPr>
                  <a:cxnSpLocks/>
                  <a:stCxn id="97" idx="2"/>
                  <a:endCxn id="100" idx="0"/>
                </p:cNvCxnSpPr>
                <p:nvPr/>
              </p:nvCxnSpPr>
              <p:spPr>
                <a:xfrm>
                  <a:off x="8217586" y="3545310"/>
                  <a:ext cx="321629" cy="465827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6" name="直接连接符 185">
                  <a:extLst>
                    <a:ext uri="{FF2B5EF4-FFF2-40B4-BE49-F238E27FC236}">
                      <a16:creationId xmlns:a16="http://schemas.microsoft.com/office/drawing/2014/main" id="{CAE3BCB0-8B9E-89EF-5045-117E5E6542BE}"/>
                    </a:ext>
                  </a:extLst>
                </p:cNvPr>
                <p:cNvCxnSpPr>
                  <a:cxnSpLocks/>
                  <a:stCxn id="97" idx="1"/>
                  <a:endCxn id="103" idx="0"/>
                </p:cNvCxnSpPr>
                <p:nvPr/>
              </p:nvCxnSpPr>
              <p:spPr>
                <a:xfrm flipH="1">
                  <a:off x="7475529" y="3329310"/>
                  <a:ext cx="526057" cy="1149945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9" name="直接连接符 188">
                  <a:extLst>
                    <a:ext uri="{FF2B5EF4-FFF2-40B4-BE49-F238E27FC236}">
                      <a16:creationId xmlns:a16="http://schemas.microsoft.com/office/drawing/2014/main" id="{88878E3D-37CD-62A9-CE06-2B56C2BA666C}"/>
                    </a:ext>
                  </a:extLst>
                </p:cNvPr>
                <p:cNvCxnSpPr>
                  <a:cxnSpLocks/>
                  <a:stCxn id="139" idx="2"/>
                  <a:endCxn id="97" idx="0"/>
                </p:cNvCxnSpPr>
                <p:nvPr/>
              </p:nvCxnSpPr>
              <p:spPr>
                <a:xfrm flipH="1">
                  <a:off x="8217586" y="1818110"/>
                  <a:ext cx="384175" cy="129520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  <a:prstDash val="dash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2" name="直接连接符 191">
                  <a:extLst>
                    <a:ext uri="{FF2B5EF4-FFF2-40B4-BE49-F238E27FC236}">
                      <a16:creationId xmlns:a16="http://schemas.microsoft.com/office/drawing/2014/main" id="{ECBDCB58-05A3-8E97-75A6-A5A08567F65E}"/>
                    </a:ext>
                  </a:extLst>
                </p:cNvPr>
                <p:cNvCxnSpPr>
                  <a:cxnSpLocks/>
                  <a:stCxn id="130" idx="2"/>
                  <a:endCxn id="115" idx="0"/>
                </p:cNvCxnSpPr>
                <p:nvPr/>
              </p:nvCxnSpPr>
              <p:spPr>
                <a:xfrm>
                  <a:off x="9486054" y="3723383"/>
                  <a:ext cx="188508" cy="45869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5" name="直接连接符 194">
                  <a:extLst>
                    <a:ext uri="{FF2B5EF4-FFF2-40B4-BE49-F238E27FC236}">
                      <a16:creationId xmlns:a16="http://schemas.microsoft.com/office/drawing/2014/main" id="{EF8DA491-B35A-8D3A-0245-16A2AF6351EB}"/>
                    </a:ext>
                  </a:extLst>
                </p:cNvPr>
                <p:cNvCxnSpPr>
                  <a:cxnSpLocks/>
                  <a:stCxn id="115" idx="1"/>
                  <a:endCxn id="100" idx="3"/>
                </p:cNvCxnSpPr>
                <p:nvPr/>
              </p:nvCxnSpPr>
              <p:spPr>
                <a:xfrm flipH="1" flipV="1">
                  <a:off x="8755215" y="4227137"/>
                  <a:ext cx="703347" cy="170945"/>
                </a:xfrm>
                <a:prstGeom prst="line">
                  <a:avLst/>
                </a:prstGeom>
                <a:ln>
                  <a:solidFill>
                    <a:schemeClr val="tx1"/>
                  </a:solidFill>
                  <a:prstDash val="dash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8" name="直接连接符 197">
                  <a:extLst>
                    <a:ext uri="{FF2B5EF4-FFF2-40B4-BE49-F238E27FC236}">
                      <a16:creationId xmlns:a16="http://schemas.microsoft.com/office/drawing/2014/main" id="{19DF4A35-F290-9637-D2A7-8CEA53CC1703}"/>
                    </a:ext>
                  </a:extLst>
                </p:cNvPr>
                <p:cNvCxnSpPr>
                  <a:cxnSpLocks/>
                  <a:stCxn id="139" idx="1"/>
                  <a:endCxn id="136" idx="3"/>
                </p:cNvCxnSpPr>
                <p:nvPr/>
              </p:nvCxnSpPr>
              <p:spPr>
                <a:xfrm flipH="1" flipV="1">
                  <a:off x="8011311" y="1386210"/>
                  <a:ext cx="374450" cy="21590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2" name="直接连接符 201">
                  <a:extLst>
                    <a:ext uri="{FF2B5EF4-FFF2-40B4-BE49-F238E27FC236}">
                      <a16:creationId xmlns:a16="http://schemas.microsoft.com/office/drawing/2014/main" id="{A077C6C3-0452-C09E-3454-7B3FFD161756}"/>
                    </a:ext>
                  </a:extLst>
                </p:cNvPr>
                <p:cNvCxnSpPr>
                  <a:cxnSpLocks/>
                  <a:stCxn id="139" idx="3"/>
                  <a:endCxn id="124" idx="1"/>
                </p:cNvCxnSpPr>
                <p:nvPr/>
              </p:nvCxnSpPr>
              <p:spPr>
                <a:xfrm>
                  <a:off x="8817761" y="1602110"/>
                  <a:ext cx="1832900" cy="449654"/>
                </a:xfrm>
                <a:prstGeom prst="line">
                  <a:avLst/>
                </a:prstGeom>
                <a:ln>
                  <a:solidFill>
                    <a:schemeClr val="tx1"/>
                  </a:solidFill>
                  <a:prstDash val="dash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5" name="直接连接符 204">
                  <a:extLst>
                    <a:ext uri="{FF2B5EF4-FFF2-40B4-BE49-F238E27FC236}">
                      <a16:creationId xmlns:a16="http://schemas.microsoft.com/office/drawing/2014/main" id="{409617E5-FFA5-BB63-6EC0-42FF46437A75}"/>
                    </a:ext>
                  </a:extLst>
                </p:cNvPr>
                <p:cNvCxnSpPr>
                  <a:cxnSpLocks/>
                  <a:stCxn id="76" idx="0"/>
                  <a:endCxn id="100" idx="2"/>
                </p:cNvCxnSpPr>
                <p:nvPr/>
              </p:nvCxnSpPr>
              <p:spPr>
                <a:xfrm flipV="1">
                  <a:off x="8299108" y="4443137"/>
                  <a:ext cx="240107" cy="1121348"/>
                </a:xfrm>
                <a:prstGeom prst="line">
                  <a:avLst/>
                </a:prstGeom>
                <a:ln>
                  <a:solidFill>
                    <a:schemeClr val="tx1"/>
                  </a:solidFill>
                  <a:prstDash val="dash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8" name="直接连接符 207">
                  <a:extLst>
                    <a:ext uri="{FF2B5EF4-FFF2-40B4-BE49-F238E27FC236}">
                      <a16:creationId xmlns:a16="http://schemas.microsoft.com/office/drawing/2014/main" id="{C1A6DC89-479D-2971-4142-6735C64B2146}"/>
                    </a:ext>
                  </a:extLst>
                </p:cNvPr>
                <p:cNvCxnSpPr>
                  <a:cxnSpLocks/>
                  <a:stCxn id="100" idx="1"/>
                  <a:endCxn id="103" idx="3"/>
                </p:cNvCxnSpPr>
                <p:nvPr/>
              </p:nvCxnSpPr>
              <p:spPr>
                <a:xfrm flipH="1">
                  <a:off x="7691529" y="4227137"/>
                  <a:ext cx="631686" cy="468118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1" name="直接连接符 210">
                  <a:extLst>
                    <a:ext uri="{FF2B5EF4-FFF2-40B4-BE49-F238E27FC236}">
                      <a16:creationId xmlns:a16="http://schemas.microsoft.com/office/drawing/2014/main" id="{EC7C4DEE-D82E-F9B2-B3A7-014ABFA11D4C}"/>
                    </a:ext>
                  </a:extLst>
                </p:cNvPr>
                <p:cNvCxnSpPr>
                  <a:cxnSpLocks/>
                  <a:stCxn id="76" idx="1"/>
                  <a:endCxn id="67" idx="3"/>
                </p:cNvCxnSpPr>
                <p:nvPr/>
              </p:nvCxnSpPr>
              <p:spPr>
                <a:xfrm flipH="1" flipV="1">
                  <a:off x="7684413" y="5660807"/>
                  <a:ext cx="398695" cy="119678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4" name="直接连接符 213">
                  <a:extLst>
                    <a:ext uri="{FF2B5EF4-FFF2-40B4-BE49-F238E27FC236}">
                      <a16:creationId xmlns:a16="http://schemas.microsoft.com/office/drawing/2014/main" id="{DD70FDBB-0C71-D235-A74B-6D072216AA8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8289282" y="5996485"/>
                  <a:ext cx="79620" cy="452748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8" name="直接连接符 217">
                  <a:extLst>
                    <a:ext uri="{FF2B5EF4-FFF2-40B4-BE49-F238E27FC236}">
                      <a16:creationId xmlns:a16="http://schemas.microsoft.com/office/drawing/2014/main" id="{051237DA-0815-D87C-98E2-E4F9F0CD1D9E}"/>
                    </a:ext>
                  </a:extLst>
                </p:cNvPr>
                <p:cNvCxnSpPr>
                  <a:cxnSpLocks/>
                  <a:stCxn id="67" idx="1"/>
                  <a:endCxn id="79" idx="3"/>
                </p:cNvCxnSpPr>
                <p:nvPr/>
              </p:nvCxnSpPr>
              <p:spPr>
                <a:xfrm flipH="1">
                  <a:off x="6199526" y="5660807"/>
                  <a:ext cx="1052887" cy="470874"/>
                </a:xfrm>
                <a:prstGeom prst="line">
                  <a:avLst/>
                </a:prstGeom>
                <a:ln>
                  <a:solidFill>
                    <a:schemeClr val="tx1"/>
                  </a:solidFill>
                  <a:prstDash val="dash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1" name="直接连接符 220">
                  <a:extLst>
                    <a:ext uri="{FF2B5EF4-FFF2-40B4-BE49-F238E27FC236}">
                      <a16:creationId xmlns:a16="http://schemas.microsoft.com/office/drawing/2014/main" id="{E643AF30-C343-9808-E5B7-B67E624C3FD3}"/>
                    </a:ext>
                  </a:extLst>
                </p:cNvPr>
                <p:cNvCxnSpPr>
                  <a:cxnSpLocks/>
                  <a:stCxn id="106" idx="1"/>
                  <a:endCxn id="79" idx="3"/>
                </p:cNvCxnSpPr>
                <p:nvPr/>
              </p:nvCxnSpPr>
              <p:spPr>
                <a:xfrm flipH="1" flipV="1">
                  <a:off x="6199526" y="6131681"/>
                  <a:ext cx="537739" cy="451281"/>
                </a:xfrm>
                <a:prstGeom prst="line">
                  <a:avLst/>
                </a:prstGeom>
                <a:ln>
                  <a:solidFill>
                    <a:schemeClr val="tx1"/>
                  </a:solidFill>
                  <a:prstDash val="dash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4" name="直接连接符 223">
                  <a:extLst>
                    <a:ext uri="{FF2B5EF4-FFF2-40B4-BE49-F238E27FC236}">
                      <a16:creationId xmlns:a16="http://schemas.microsoft.com/office/drawing/2014/main" id="{97A4305F-9243-1D77-F945-164ED14F171A}"/>
                    </a:ext>
                  </a:extLst>
                </p:cNvPr>
                <p:cNvCxnSpPr>
                  <a:cxnSpLocks/>
                  <a:stCxn id="79" idx="1"/>
                  <a:endCxn id="55" idx="3"/>
                </p:cNvCxnSpPr>
                <p:nvPr/>
              </p:nvCxnSpPr>
              <p:spPr>
                <a:xfrm flipH="1">
                  <a:off x="4939589" y="6131681"/>
                  <a:ext cx="827937" cy="681827"/>
                </a:xfrm>
                <a:prstGeom prst="line">
                  <a:avLst/>
                </a:prstGeom>
                <a:ln>
                  <a:solidFill>
                    <a:schemeClr val="tx1"/>
                  </a:solidFill>
                  <a:prstDash val="dash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7" name="直接连接符 226">
                  <a:extLst>
                    <a:ext uri="{FF2B5EF4-FFF2-40B4-BE49-F238E27FC236}">
                      <a16:creationId xmlns:a16="http://schemas.microsoft.com/office/drawing/2014/main" id="{F426C46F-1D99-D74D-E596-4A4A38C0EAA7}"/>
                    </a:ext>
                  </a:extLst>
                </p:cNvPr>
                <p:cNvCxnSpPr>
                  <a:cxnSpLocks/>
                  <a:stCxn id="85" idx="3"/>
                  <a:endCxn id="79" idx="0"/>
                </p:cNvCxnSpPr>
                <p:nvPr/>
              </p:nvCxnSpPr>
              <p:spPr>
                <a:xfrm>
                  <a:off x="5234058" y="5256872"/>
                  <a:ext cx="749468" cy="65880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0" name="直接连接符 229">
                  <a:extLst>
                    <a:ext uri="{FF2B5EF4-FFF2-40B4-BE49-F238E27FC236}">
                      <a16:creationId xmlns:a16="http://schemas.microsoft.com/office/drawing/2014/main" id="{062AD76D-EBB1-BD1D-FD88-931F900CCE70}"/>
                    </a:ext>
                  </a:extLst>
                </p:cNvPr>
                <p:cNvCxnSpPr>
                  <a:cxnSpLocks/>
                  <a:stCxn id="103" idx="1"/>
                  <a:endCxn id="79" idx="0"/>
                </p:cNvCxnSpPr>
                <p:nvPr/>
              </p:nvCxnSpPr>
              <p:spPr>
                <a:xfrm flipH="1">
                  <a:off x="5983526" y="4695255"/>
                  <a:ext cx="1276003" cy="1220426"/>
                </a:xfrm>
                <a:prstGeom prst="line">
                  <a:avLst/>
                </a:prstGeom>
                <a:ln>
                  <a:solidFill>
                    <a:schemeClr val="tx1"/>
                  </a:solidFill>
                  <a:prstDash val="dash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3" name="直接连接符 232">
                  <a:extLst>
                    <a:ext uri="{FF2B5EF4-FFF2-40B4-BE49-F238E27FC236}">
                      <a16:creationId xmlns:a16="http://schemas.microsoft.com/office/drawing/2014/main" id="{6253E724-6FCA-1E3F-8022-6A760DEC439D}"/>
                    </a:ext>
                  </a:extLst>
                </p:cNvPr>
                <p:cNvCxnSpPr>
                  <a:cxnSpLocks/>
                  <a:stCxn id="148" idx="1"/>
                  <a:endCxn id="109" idx="3"/>
                </p:cNvCxnSpPr>
                <p:nvPr/>
              </p:nvCxnSpPr>
              <p:spPr>
                <a:xfrm flipH="1" flipV="1">
                  <a:off x="9942461" y="5793127"/>
                  <a:ext cx="444300" cy="461813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6" name="直接连接符 235">
                  <a:extLst>
                    <a:ext uri="{FF2B5EF4-FFF2-40B4-BE49-F238E27FC236}">
                      <a16:creationId xmlns:a16="http://schemas.microsoft.com/office/drawing/2014/main" id="{AA2D40A8-2F1C-D31F-0E3E-9809BF291796}"/>
                    </a:ext>
                  </a:extLst>
                </p:cNvPr>
                <p:cNvCxnSpPr>
                  <a:cxnSpLocks/>
                  <a:stCxn id="31" idx="0"/>
                  <a:endCxn id="148" idx="2"/>
                </p:cNvCxnSpPr>
                <p:nvPr/>
              </p:nvCxnSpPr>
              <p:spPr>
                <a:xfrm flipH="1" flipV="1">
                  <a:off x="10602761" y="6470940"/>
                  <a:ext cx="514020" cy="37547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40" name="任意多边形: 形状 239">
                  <a:extLst>
                    <a:ext uri="{FF2B5EF4-FFF2-40B4-BE49-F238E27FC236}">
                      <a16:creationId xmlns:a16="http://schemas.microsoft.com/office/drawing/2014/main" id="{5311E7B1-1D5C-8078-D0DF-948F5576BC3C}"/>
                    </a:ext>
                  </a:extLst>
                </p:cNvPr>
                <p:cNvSpPr/>
                <p:nvPr/>
              </p:nvSpPr>
              <p:spPr>
                <a:xfrm>
                  <a:off x="12565069" y="8162925"/>
                  <a:ext cx="411156" cy="1152525"/>
                </a:xfrm>
                <a:custGeom>
                  <a:avLst/>
                  <a:gdLst>
                    <a:gd name="csX0" fmla="*/ 411156 w 411156"/>
                    <a:gd name="csY0" fmla="*/ 0 h 1152525"/>
                    <a:gd name="csX1" fmla="*/ 153981 w 411156"/>
                    <a:gd name="csY1" fmla="*/ 130175 h 1152525"/>
                    <a:gd name="csX2" fmla="*/ 4756 w 411156"/>
                    <a:gd name="csY2" fmla="*/ 460375 h 1152525"/>
                    <a:gd name="csX3" fmla="*/ 71431 w 411156"/>
                    <a:gd name="csY3" fmla="*/ 981075 h 1152525"/>
                    <a:gd name="csX4" fmla="*/ 401631 w 411156"/>
                    <a:gd name="csY4" fmla="*/ 1152525 h 115252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411156" h="1152525">
                      <a:moveTo>
                        <a:pt x="411156" y="0"/>
                      </a:moveTo>
                      <a:cubicBezTo>
                        <a:pt x="316435" y="26723"/>
                        <a:pt x="221714" y="53446"/>
                        <a:pt x="153981" y="130175"/>
                      </a:cubicBezTo>
                      <a:cubicBezTo>
                        <a:pt x="86248" y="206904"/>
                        <a:pt x="18514" y="318558"/>
                        <a:pt x="4756" y="460375"/>
                      </a:cubicBezTo>
                      <a:cubicBezTo>
                        <a:pt x="-9002" y="602192"/>
                        <a:pt x="5285" y="865717"/>
                        <a:pt x="71431" y="981075"/>
                      </a:cubicBezTo>
                      <a:cubicBezTo>
                        <a:pt x="137577" y="1096433"/>
                        <a:pt x="269604" y="1124479"/>
                        <a:pt x="401631" y="1152525"/>
                      </a:cubicBezTo>
                    </a:path>
                  </a:pathLst>
                </a:cu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241" name="直接连接符 240">
                  <a:extLst>
                    <a:ext uri="{FF2B5EF4-FFF2-40B4-BE49-F238E27FC236}">
                      <a16:creationId xmlns:a16="http://schemas.microsoft.com/office/drawing/2014/main" id="{6AC58888-FC3E-B335-4974-2329CA081EEB}"/>
                    </a:ext>
                  </a:extLst>
                </p:cNvPr>
                <p:cNvCxnSpPr>
                  <a:cxnSpLocks/>
                  <a:stCxn id="40" idx="0"/>
                  <a:endCxn id="73" idx="2"/>
                </p:cNvCxnSpPr>
                <p:nvPr/>
              </p:nvCxnSpPr>
              <p:spPr>
                <a:xfrm flipV="1">
                  <a:off x="7960062" y="6881233"/>
                  <a:ext cx="418666" cy="62105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4" name="直接连接符 243">
                  <a:extLst>
                    <a:ext uri="{FF2B5EF4-FFF2-40B4-BE49-F238E27FC236}">
                      <a16:creationId xmlns:a16="http://schemas.microsoft.com/office/drawing/2014/main" id="{8CAAB8B2-298C-D3C0-A53C-92A22862B805}"/>
                    </a:ext>
                  </a:extLst>
                </p:cNvPr>
                <p:cNvCxnSpPr>
                  <a:cxnSpLocks/>
                  <a:stCxn id="40" idx="0"/>
                  <a:endCxn id="106" idx="3"/>
                </p:cNvCxnSpPr>
                <p:nvPr/>
              </p:nvCxnSpPr>
              <p:spPr>
                <a:xfrm flipH="1" flipV="1">
                  <a:off x="7169265" y="6582962"/>
                  <a:ext cx="790797" cy="91933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7" name="直接连接符 246">
                  <a:extLst>
                    <a:ext uri="{FF2B5EF4-FFF2-40B4-BE49-F238E27FC236}">
                      <a16:creationId xmlns:a16="http://schemas.microsoft.com/office/drawing/2014/main" id="{D198E0CB-B032-4D07-A27C-1B2E5CCF0885}"/>
                    </a:ext>
                  </a:extLst>
                </p:cNvPr>
                <p:cNvCxnSpPr>
                  <a:cxnSpLocks/>
                  <a:stCxn id="58" idx="3"/>
                  <a:endCxn id="37" idx="1"/>
                </p:cNvCxnSpPr>
                <p:nvPr/>
              </p:nvCxnSpPr>
              <p:spPr>
                <a:xfrm>
                  <a:off x="6602970" y="8347644"/>
                  <a:ext cx="1109344" cy="555777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0" name="直接连接符 249">
                  <a:extLst>
                    <a:ext uri="{FF2B5EF4-FFF2-40B4-BE49-F238E27FC236}">
                      <a16:creationId xmlns:a16="http://schemas.microsoft.com/office/drawing/2014/main" id="{70714E47-420B-A4B2-9682-44B3A81C02A0}"/>
                    </a:ext>
                  </a:extLst>
                </p:cNvPr>
                <p:cNvCxnSpPr>
                  <a:cxnSpLocks/>
                  <a:stCxn id="58" idx="1"/>
                  <a:endCxn id="49" idx="3"/>
                </p:cNvCxnSpPr>
                <p:nvPr/>
              </p:nvCxnSpPr>
              <p:spPr>
                <a:xfrm flipH="1">
                  <a:off x="4704839" y="8347644"/>
                  <a:ext cx="1466131" cy="94455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  <a:prstDash val="dash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4" name="直接连接符 253">
                  <a:extLst>
                    <a:ext uri="{FF2B5EF4-FFF2-40B4-BE49-F238E27FC236}">
                      <a16:creationId xmlns:a16="http://schemas.microsoft.com/office/drawing/2014/main" id="{D8F3FAB6-69C0-5904-325E-A47715588B1E}"/>
                    </a:ext>
                  </a:extLst>
                </p:cNvPr>
                <p:cNvCxnSpPr>
                  <a:cxnSpLocks/>
                  <a:stCxn id="49" idx="1"/>
                  <a:endCxn id="52" idx="3"/>
                </p:cNvCxnSpPr>
                <p:nvPr/>
              </p:nvCxnSpPr>
              <p:spPr>
                <a:xfrm flipH="1" flipV="1">
                  <a:off x="3201634" y="8603026"/>
                  <a:ext cx="1071205" cy="689168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7" name="直接连接符 256">
                  <a:extLst>
                    <a:ext uri="{FF2B5EF4-FFF2-40B4-BE49-F238E27FC236}">
                      <a16:creationId xmlns:a16="http://schemas.microsoft.com/office/drawing/2014/main" id="{14041940-45B3-E5ED-E6C9-71B490CE0EAD}"/>
                    </a:ext>
                  </a:extLst>
                </p:cNvPr>
                <p:cNvCxnSpPr>
                  <a:cxnSpLocks/>
                  <a:stCxn id="55" idx="1"/>
                  <a:endCxn id="52" idx="0"/>
                </p:cNvCxnSpPr>
                <p:nvPr/>
              </p:nvCxnSpPr>
              <p:spPr>
                <a:xfrm flipH="1">
                  <a:off x="2985634" y="6813508"/>
                  <a:ext cx="1521955" cy="1573518"/>
                </a:xfrm>
                <a:prstGeom prst="line">
                  <a:avLst/>
                </a:prstGeom>
                <a:ln>
                  <a:solidFill>
                    <a:schemeClr val="tx1"/>
                  </a:solidFill>
                  <a:prstDash val="dash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0" name="直接连接符 259">
                  <a:extLst>
                    <a:ext uri="{FF2B5EF4-FFF2-40B4-BE49-F238E27FC236}">
                      <a16:creationId xmlns:a16="http://schemas.microsoft.com/office/drawing/2014/main" id="{662BE0C9-532E-0D31-D3CB-4F0FE1B33930}"/>
                    </a:ext>
                  </a:extLst>
                </p:cNvPr>
                <p:cNvCxnSpPr>
                  <a:cxnSpLocks/>
                  <a:stCxn id="31" idx="1"/>
                  <a:endCxn id="73" idx="3"/>
                </p:cNvCxnSpPr>
                <p:nvPr/>
              </p:nvCxnSpPr>
              <p:spPr>
                <a:xfrm flipH="1" flipV="1">
                  <a:off x="8594728" y="6665233"/>
                  <a:ext cx="2306053" cy="397177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4" name="直接连接符 263">
                  <a:extLst>
                    <a:ext uri="{FF2B5EF4-FFF2-40B4-BE49-F238E27FC236}">
                      <a16:creationId xmlns:a16="http://schemas.microsoft.com/office/drawing/2014/main" id="{584C4F1C-7EEF-13C9-A65A-CE800F131A3B}"/>
                    </a:ext>
                  </a:extLst>
                </p:cNvPr>
                <p:cNvCxnSpPr>
                  <a:cxnSpLocks/>
                  <a:stCxn id="76" idx="3"/>
                  <a:endCxn id="109" idx="1"/>
                </p:cNvCxnSpPr>
                <p:nvPr/>
              </p:nvCxnSpPr>
              <p:spPr>
                <a:xfrm>
                  <a:off x="8515108" y="5780485"/>
                  <a:ext cx="995353" cy="12642"/>
                </a:xfrm>
                <a:prstGeom prst="line">
                  <a:avLst/>
                </a:prstGeom>
                <a:ln>
                  <a:solidFill>
                    <a:schemeClr val="tx1"/>
                  </a:solidFill>
                  <a:prstDash val="dash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7" name="直接连接符 266">
                  <a:extLst>
                    <a:ext uri="{FF2B5EF4-FFF2-40B4-BE49-F238E27FC236}">
                      <a16:creationId xmlns:a16="http://schemas.microsoft.com/office/drawing/2014/main" id="{ED8353AB-B617-10E3-EA89-0578E46FF90B}"/>
                    </a:ext>
                  </a:extLst>
                </p:cNvPr>
                <p:cNvCxnSpPr>
                  <a:cxnSpLocks/>
                  <a:stCxn id="115" idx="2"/>
                  <a:endCxn id="109" idx="0"/>
                </p:cNvCxnSpPr>
                <p:nvPr/>
              </p:nvCxnSpPr>
              <p:spPr>
                <a:xfrm>
                  <a:off x="9674562" y="4614082"/>
                  <a:ext cx="51899" cy="963045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0" name="直接连接符 269">
                  <a:extLst>
                    <a:ext uri="{FF2B5EF4-FFF2-40B4-BE49-F238E27FC236}">
                      <a16:creationId xmlns:a16="http://schemas.microsoft.com/office/drawing/2014/main" id="{C5F2BAAB-6F66-6C05-EE2F-C6D96E1E4282}"/>
                    </a:ext>
                  </a:extLst>
                </p:cNvPr>
                <p:cNvCxnSpPr>
                  <a:cxnSpLocks/>
                  <a:stCxn id="151" idx="1"/>
                  <a:endCxn id="109" idx="3"/>
                </p:cNvCxnSpPr>
                <p:nvPr/>
              </p:nvCxnSpPr>
              <p:spPr>
                <a:xfrm flipH="1">
                  <a:off x="9942461" y="4911255"/>
                  <a:ext cx="580250" cy="881872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3" name="直接连接符 272">
                  <a:extLst>
                    <a:ext uri="{FF2B5EF4-FFF2-40B4-BE49-F238E27FC236}">
                      <a16:creationId xmlns:a16="http://schemas.microsoft.com/office/drawing/2014/main" id="{64588EBE-0735-7C7C-7A2A-B25AFC7F57A2}"/>
                    </a:ext>
                  </a:extLst>
                </p:cNvPr>
                <p:cNvCxnSpPr>
                  <a:cxnSpLocks/>
                  <a:stCxn id="130" idx="0"/>
                  <a:endCxn id="121" idx="1"/>
                </p:cNvCxnSpPr>
                <p:nvPr/>
              </p:nvCxnSpPr>
              <p:spPr>
                <a:xfrm flipV="1">
                  <a:off x="9486054" y="2853333"/>
                  <a:ext cx="501550" cy="43805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6" name="直接连接符 275">
                  <a:extLst>
                    <a:ext uri="{FF2B5EF4-FFF2-40B4-BE49-F238E27FC236}">
                      <a16:creationId xmlns:a16="http://schemas.microsoft.com/office/drawing/2014/main" id="{EB0258D4-0FCC-C181-81E1-B69324A0AFBB}"/>
                    </a:ext>
                  </a:extLst>
                </p:cNvPr>
                <p:cNvCxnSpPr>
                  <a:cxnSpLocks/>
                  <a:stCxn id="121" idx="3"/>
                  <a:endCxn id="124" idx="2"/>
                </p:cNvCxnSpPr>
                <p:nvPr/>
              </p:nvCxnSpPr>
              <p:spPr>
                <a:xfrm flipV="1">
                  <a:off x="10419604" y="2267764"/>
                  <a:ext cx="447057" cy="58556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9" name="直接连接符 278">
                  <a:extLst>
                    <a:ext uri="{FF2B5EF4-FFF2-40B4-BE49-F238E27FC236}">
                      <a16:creationId xmlns:a16="http://schemas.microsoft.com/office/drawing/2014/main" id="{1AEAE08A-E086-580C-E55B-EF78E2078031}"/>
                    </a:ext>
                  </a:extLst>
                </p:cNvPr>
                <p:cNvCxnSpPr>
                  <a:cxnSpLocks/>
                  <a:stCxn id="121" idx="3"/>
                  <a:endCxn id="133" idx="0"/>
                </p:cNvCxnSpPr>
                <p:nvPr/>
              </p:nvCxnSpPr>
              <p:spPr>
                <a:xfrm>
                  <a:off x="10419604" y="2853333"/>
                  <a:ext cx="222150" cy="41265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2" name="直接连接符 281">
                  <a:extLst>
                    <a:ext uri="{FF2B5EF4-FFF2-40B4-BE49-F238E27FC236}">
                      <a16:creationId xmlns:a16="http://schemas.microsoft.com/office/drawing/2014/main" id="{AB63F5EB-FD6F-5444-C7C5-D7E357F12AED}"/>
                    </a:ext>
                  </a:extLst>
                </p:cNvPr>
                <p:cNvCxnSpPr>
                  <a:cxnSpLocks/>
                  <a:stCxn id="130" idx="3"/>
                  <a:endCxn id="133" idx="1"/>
                </p:cNvCxnSpPr>
                <p:nvPr/>
              </p:nvCxnSpPr>
              <p:spPr>
                <a:xfrm flipV="1">
                  <a:off x="9702054" y="3481983"/>
                  <a:ext cx="723700" cy="2540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5" name="直接连接符 284">
                  <a:extLst>
                    <a:ext uri="{FF2B5EF4-FFF2-40B4-BE49-F238E27FC236}">
                      <a16:creationId xmlns:a16="http://schemas.microsoft.com/office/drawing/2014/main" id="{603C8CE4-89FC-33BC-E4A2-CDD1DF581385}"/>
                    </a:ext>
                  </a:extLst>
                </p:cNvPr>
                <p:cNvCxnSpPr>
                  <a:cxnSpLocks/>
                  <a:stCxn id="124" idx="3"/>
                  <a:endCxn id="127" idx="1"/>
                </p:cNvCxnSpPr>
                <p:nvPr/>
              </p:nvCxnSpPr>
              <p:spPr>
                <a:xfrm flipV="1">
                  <a:off x="11082661" y="802358"/>
                  <a:ext cx="1937275" cy="1249406"/>
                </a:xfrm>
                <a:prstGeom prst="line">
                  <a:avLst/>
                </a:prstGeom>
                <a:ln>
                  <a:solidFill>
                    <a:schemeClr val="tx1"/>
                  </a:solidFill>
                  <a:prstDash val="dash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8" name="直接连接符 287">
                  <a:extLst>
                    <a:ext uri="{FF2B5EF4-FFF2-40B4-BE49-F238E27FC236}">
                      <a16:creationId xmlns:a16="http://schemas.microsoft.com/office/drawing/2014/main" id="{0B753301-2F20-2F3A-16A6-DD700E3A19E1}"/>
                    </a:ext>
                  </a:extLst>
                </p:cNvPr>
                <p:cNvCxnSpPr>
                  <a:cxnSpLocks/>
                  <a:stCxn id="4" idx="3"/>
                  <a:endCxn id="13" idx="1"/>
                </p:cNvCxnSpPr>
                <p:nvPr/>
              </p:nvCxnSpPr>
              <p:spPr>
                <a:xfrm>
                  <a:off x="12103539" y="7667852"/>
                  <a:ext cx="869764" cy="494604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1" name="直接连接符 290">
                  <a:extLst>
                    <a:ext uri="{FF2B5EF4-FFF2-40B4-BE49-F238E27FC236}">
                      <a16:creationId xmlns:a16="http://schemas.microsoft.com/office/drawing/2014/main" id="{D6B4F680-D34C-D960-E812-14A3BD5B4097}"/>
                    </a:ext>
                  </a:extLst>
                </p:cNvPr>
                <p:cNvCxnSpPr>
                  <a:cxnSpLocks/>
                  <a:stCxn id="22" idx="0"/>
                  <a:endCxn id="19" idx="2"/>
                </p:cNvCxnSpPr>
                <p:nvPr/>
              </p:nvCxnSpPr>
              <p:spPr>
                <a:xfrm flipH="1" flipV="1">
                  <a:off x="12268431" y="6774185"/>
                  <a:ext cx="367551" cy="563205"/>
                </a:xfrm>
                <a:prstGeom prst="line">
                  <a:avLst/>
                </a:prstGeom>
                <a:ln>
                  <a:solidFill>
                    <a:schemeClr val="tx1"/>
                  </a:solidFill>
                  <a:prstDash val="dash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4" name="直接连接符 293">
                  <a:extLst>
                    <a:ext uri="{FF2B5EF4-FFF2-40B4-BE49-F238E27FC236}">
                      <a16:creationId xmlns:a16="http://schemas.microsoft.com/office/drawing/2014/main" id="{E97343FC-D99E-390A-0006-0822DBFCB261}"/>
                    </a:ext>
                  </a:extLst>
                </p:cNvPr>
                <p:cNvCxnSpPr>
                  <a:cxnSpLocks/>
                  <a:endCxn id="109" idx="1"/>
                </p:cNvCxnSpPr>
                <p:nvPr/>
              </p:nvCxnSpPr>
              <p:spPr>
                <a:xfrm flipV="1">
                  <a:off x="8601761" y="5793127"/>
                  <a:ext cx="908700" cy="859464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7" name="直接连接符 296">
                  <a:extLst>
                    <a:ext uri="{FF2B5EF4-FFF2-40B4-BE49-F238E27FC236}">
                      <a16:creationId xmlns:a16="http://schemas.microsoft.com/office/drawing/2014/main" id="{19AECBF1-7251-9060-C505-1D0533F41A5E}"/>
                    </a:ext>
                  </a:extLst>
                </p:cNvPr>
                <p:cNvCxnSpPr>
                  <a:cxnSpLocks/>
                  <a:stCxn id="34" idx="1"/>
                  <a:endCxn id="148" idx="3"/>
                </p:cNvCxnSpPr>
                <p:nvPr/>
              </p:nvCxnSpPr>
              <p:spPr>
                <a:xfrm flipH="1">
                  <a:off x="10818761" y="5986992"/>
                  <a:ext cx="449193" cy="267948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0" name="直接连接符 299">
                  <a:extLst>
                    <a:ext uri="{FF2B5EF4-FFF2-40B4-BE49-F238E27FC236}">
                      <a16:creationId xmlns:a16="http://schemas.microsoft.com/office/drawing/2014/main" id="{40B07004-FCE3-1785-5067-80E6A79E878F}"/>
                    </a:ext>
                  </a:extLst>
                </p:cNvPr>
                <p:cNvCxnSpPr>
                  <a:cxnSpLocks/>
                  <a:stCxn id="19" idx="0"/>
                  <a:endCxn id="34" idx="3"/>
                </p:cNvCxnSpPr>
                <p:nvPr/>
              </p:nvCxnSpPr>
              <p:spPr>
                <a:xfrm flipH="1" flipV="1">
                  <a:off x="11699954" y="5986992"/>
                  <a:ext cx="568477" cy="355193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3" name="直接连接符 302">
                  <a:extLst>
                    <a:ext uri="{FF2B5EF4-FFF2-40B4-BE49-F238E27FC236}">
                      <a16:creationId xmlns:a16="http://schemas.microsoft.com/office/drawing/2014/main" id="{A0ABB9B5-F604-8756-B7D3-83835587786E}"/>
                    </a:ext>
                  </a:extLst>
                </p:cNvPr>
                <p:cNvCxnSpPr>
                  <a:cxnSpLocks/>
                  <a:stCxn id="19" idx="1"/>
                  <a:endCxn id="31" idx="3"/>
                </p:cNvCxnSpPr>
                <p:nvPr/>
              </p:nvCxnSpPr>
              <p:spPr>
                <a:xfrm flipH="1">
                  <a:off x="11332781" y="6558185"/>
                  <a:ext cx="719650" cy="504225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6" name="直接连接符 305">
                  <a:extLst>
                    <a:ext uri="{FF2B5EF4-FFF2-40B4-BE49-F238E27FC236}">
                      <a16:creationId xmlns:a16="http://schemas.microsoft.com/office/drawing/2014/main" id="{F527B36A-5ED3-301D-9F5B-2B1A3AC57C30}"/>
                    </a:ext>
                  </a:extLst>
                </p:cNvPr>
                <p:cNvCxnSpPr>
                  <a:cxnSpLocks/>
                  <a:stCxn id="82" idx="3"/>
                  <a:endCxn id="85" idx="1"/>
                </p:cNvCxnSpPr>
                <p:nvPr/>
              </p:nvCxnSpPr>
              <p:spPr>
                <a:xfrm flipV="1">
                  <a:off x="3796668" y="5256872"/>
                  <a:ext cx="1005390" cy="552538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0" name="直接连接符 309">
                  <a:extLst>
                    <a:ext uri="{FF2B5EF4-FFF2-40B4-BE49-F238E27FC236}">
                      <a16:creationId xmlns:a16="http://schemas.microsoft.com/office/drawing/2014/main" id="{2B9A416F-9EA5-528B-8681-B3D548D3AC1B}"/>
                    </a:ext>
                  </a:extLst>
                </p:cNvPr>
                <p:cNvCxnSpPr>
                  <a:cxnSpLocks/>
                  <a:stCxn id="115" idx="3"/>
                  <a:endCxn id="133" idx="2"/>
                </p:cNvCxnSpPr>
                <p:nvPr/>
              </p:nvCxnSpPr>
              <p:spPr>
                <a:xfrm flipV="1">
                  <a:off x="9890562" y="3697983"/>
                  <a:ext cx="751192" cy="70009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4" name="直接连接符 313">
                  <a:extLst>
                    <a:ext uri="{FF2B5EF4-FFF2-40B4-BE49-F238E27FC236}">
                      <a16:creationId xmlns:a16="http://schemas.microsoft.com/office/drawing/2014/main" id="{43A3500C-BF24-0AB2-5F97-9BC7CB94B10F}"/>
                    </a:ext>
                  </a:extLst>
                </p:cNvPr>
                <p:cNvCxnSpPr>
                  <a:cxnSpLocks/>
                  <a:stCxn id="82" idx="2"/>
                  <a:endCxn id="55" idx="0"/>
                </p:cNvCxnSpPr>
                <p:nvPr/>
              </p:nvCxnSpPr>
              <p:spPr>
                <a:xfrm>
                  <a:off x="3580668" y="6025410"/>
                  <a:ext cx="1142921" cy="572098"/>
                </a:xfrm>
                <a:prstGeom prst="line">
                  <a:avLst/>
                </a:prstGeom>
                <a:ln>
                  <a:solidFill>
                    <a:schemeClr val="tx1"/>
                  </a:solidFill>
                  <a:prstDash val="dash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8" name="直接连接符 317">
                  <a:extLst>
                    <a:ext uri="{FF2B5EF4-FFF2-40B4-BE49-F238E27FC236}">
                      <a16:creationId xmlns:a16="http://schemas.microsoft.com/office/drawing/2014/main" id="{C4E70059-ACE7-3903-C1BA-DAE1C6A493DC}"/>
                    </a:ext>
                  </a:extLst>
                </p:cNvPr>
                <p:cNvCxnSpPr>
                  <a:cxnSpLocks/>
                  <a:stCxn id="106" idx="1"/>
                  <a:endCxn id="55" idx="3"/>
                </p:cNvCxnSpPr>
                <p:nvPr/>
              </p:nvCxnSpPr>
              <p:spPr>
                <a:xfrm flipH="1">
                  <a:off x="4939589" y="6582962"/>
                  <a:ext cx="1797676" cy="230546"/>
                </a:xfrm>
                <a:prstGeom prst="line">
                  <a:avLst/>
                </a:prstGeom>
                <a:ln>
                  <a:solidFill>
                    <a:schemeClr val="tx1"/>
                  </a:solidFill>
                  <a:prstDash val="dash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1" name="直接连接符 320">
                  <a:extLst>
                    <a:ext uri="{FF2B5EF4-FFF2-40B4-BE49-F238E27FC236}">
                      <a16:creationId xmlns:a16="http://schemas.microsoft.com/office/drawing/2014/main" id="{ACCCD56F-FD93-7E17-93C0-36295FCA883E}"/>
                    </a:ext>
                  </a:extLst>
                </p:cNvPr>
                <p:cNvCxnSpPr>
                  <a:cxnSpLocks/>
                  <a:stCxn id="88" idx="3"/>
                  <a:endCxn id="82" idx="0"/>
                </p:cNvCxnSpPr>
                <p:nvPr/>
              </p:nvCxnSpPr>
              <p:spPr>
                <a:xfrm>
                  <a:off x="2904113" y="4791147"/>
                  <a:ext cx="676555" cy="802263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4" name="直接连接符 323">
                  <a:extLst>
                    <a:ext uri="{FF2B5EF4-FFF2-40B4-BE49-F238E27FC236}">
                      <a16:creationId xmlns:a16="http://schemas.microsoft.com/office/drawing/2014/main" id="{7F6B495B-7F3F-E7E6-EB89-887E76D8ECDE}"/>
                    </a:ext>
                  </a:extLst>
                </p:cNvPr>
                <p:cNvCxnSpPr>
                  <a:cxnSpLocks/>
                  <a:stCxn id="142" idx="3"/>
                  <a:endCxn id="88" idx="0"/>
                </p:cNvCxnSpPr>
                <p:nvPr/>
              </p:nvCxnSpPr>
              <p:spPr>
                <a:xfrm>
                  <a:off x="1902811" y="3397125"/>
                  <a:ext cx="785302" cy="1178022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7" name="直接连接符 326">
                  <a:extLst>
                    <a:ext uri="{FF2B5EF4-FFF2-40B4-BE49-F238E27FC236}">
                      <a16:creationId xmlns:a16="http://schemas.microsoft.com/office/drawing/2014/main" id="{0D3C3363-995F-C716-3606-324987CEC0C7}"/>
                    </a:ext>
                  </a:extLst>
                </p:cNvPr>
                <p:cNvCxnSpPr>
                  <a:cxnSpLocks/>
                  <a:stCxn id="145" idx="3"/>
                  <a:endCxn id="142" idx="1"/>
                </p:cNvCxnSpPr>
                <p:nvPr/>
              </p:nvCxnSpPr>
              <p:spPr>
                <a:xfrm>
                  <a:off x="620111" y="2636040"/>
                  <a:ext cx="850700" cy="761085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0" name="直接连接符 329">
                  <a:extLst>
                    <a:ext uri="{FF2B5EF4-FFF2-40B4-BE49-F238E27FC236}">
                      <a16:creationId xmlns:a16="http://schemas.microsoft.com/office/drawing/2014/main" id="{B2D8468D-D85E-1FC8-3A15-AB1F95D64F60}"/>
                    </a:ext>
                  </a:extLst>
                </p:cNvPr>
                <p:cNvCxnSpPr>
                  <a:cxnSpLocks/>
                  <a:stCxn id="40" idx="3"/>
                  <a:endCxn id="43" idx="0"/>
                </p:cNvCxnSpPr>
                <p:nvPr/>
              </p:nvCxnSpPr>
              <p:spPr>
                <a:xfrm>
                  <a:off x="8176062" y="7718292"/>
                  <a:ext cx="1498500" cy="79862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3" name="直接连接符 332">
                  <a:extLst>
                    <a:ext uri="{FF2B5EF4-FFF2-40B4-BE49-F238E27FC236}">
                      <a16:creationId xmlns:a16="http://schemas.microsoft.com/office/drawing/2014/main" id="{46DC694E-4A3D-A4AD-B7C5-45980D32941F}"/>
                    </a:ext>
                  </a:extLst>
                </p:cNvPr>
                <p:cNvCxnSpPr>
                  <a:cxnSpLocks/>
                  <a:stCxn id="61" idx="2"/>
                  <a:endCxn id="34" idx="0"/>
                </p:cNvCxnSpPr>
                <p:nvPr/>
              </p:nvCxnSpPr>
              <p:spPr>
                <a:xfrm flipH="1">
                  <a:off x="11483954" y="5405147"/>
                  <a:ext cx="528414" cy="365845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6" name="直接连接符 335">
                  <a:extLst>
                    <a:ext uri="{FF2B5EF4-FFF2-40B4-BE49-F238E27FC236}">
                      <a16:creationId xmlns:a16="http://schemas.microsoft.com/office/drawing/2014/main" id="{6AB75CF4-8283-E51E-DD4D-A66BE7245D2C}"/>
                    </a:ext>
                  </a:extLst>
                </p:cNvPr>
                <p:cNvCxnSpPr>
                  <a:cxnSpLocks/>
                  <a:stCxn id="64" idx="2"/>
                  <a:endCxn id="61" idx="0"/>
                </p:cNvCxnSpPr>
                <p:nvPr/>
              </p:nvCxnSpPr>
              <p:spPr>
                <a:xfrm flipH="1">
                  <a:off x="12012368" y="4428416"/>
                  <a:ext cx="101805" cy="544731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9" name="直接连接符 338">
                  <a:extLst>
                    <a:ext uri="{FF2B5EF4-FFF2-40B4-BE49-F238E27FC236}">
                      <a16:creationId xmlns:a16="http://schemas.microsoft.com/office/drawing/2014/main" id="{109F7913-0647-936F-114A-411B658592FD}"/>
                    </a:ext>
                  </a:extLst>
                </p:cNvPr>
                <p:cNvCxnSpPr>
                  <a:cxnSpLocks/>
                  <a:stCxn id="112" idx="3"/>
                  <a:endCxn id="64" idx="1"/>
                </p:cNvCxnSpPr>
                <p:nvPr/>
              </p:nvCxnSpPr>
              <p:spPr>
                <a:xfrm>
                  <a:off x="11637847" y="4078141"/>
                  <a:ext cx="260326" cy="134275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2" name="直接连接符 341">
                  <a:extLst>
                    <a:ext uri="{FF2B5EF4-FFF2-40B4-BE49-F238E27FC236}">
                      <a16:creationId xmlns:a16="http://schemas.microsoft.com/office/drawing/2014/main" id="{6D5018E5-3BFA-BFCA-1BC9-08F3AB29C0CE}"/>
                    </a:ext>
                  </a:extLst>
                </p:cNvPr>
                <p:cNvCxnSpPr>
                  <a:cxnSpLocks/>
                  <a:stCxn id="112" idx="2"/>
                  <a:endCxn id="151" idx="3"/>
                </p:cNvCxnSpPr>
                <p:nvPr/>
              </p:nvCxnSpPr>
              <p:spPr>
                <a:xfrm flipH="1">
                  <a:off x="10954711" y="4294141"/>
                  <a:ext cx="467136" cy="617114"/>
                </a:xfrm>
                <a:prstGeom prst="line">
                  <a:avLst/>
                </a:prstGeom>
                <a:ln>
                  <a:solidFill>
                    <a:schemeClr val="tx1"/>
                  </a:solidFill>
                  <a:prstDash val="dash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5" name="直接连接符 344">
                  <a:extLst>
                    <a:ext uri="{FF2B5EF4-FFF2-40B4-BE49-F238E27FC236}">
                      <a16:creationId xmlns:a16="http://schemas.microsoft.com/office/drawing/2014/main" id="{935C86EE-EB10-24B9-EE64-C4151CE0B96B}"/>
                    </a:ext>
                  </a:extLst>
                </p:cNvPr>
                <p:cNvCxnSpPr>
                  <a:cxnSpLocks/>
                  <a:stCxn id="133" idx="3"/>
                  <a:endCxn id="112" idx="1"/>
                </p:cNvCxnSpPr>
                <p:nvPr/>
              </p:nvCxnSpPr>
              <p:spPr>
                <a:xfrm>
                  <a:off x="10857754" y="3481983"/>
                  <a:ext cx="348093" cy="596158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8" name="直接连接符 347">
                  <a:extLst>
                    <a:ext uri="{FF2B5EF4-FFF2-40B4-BE49-F238E27FC236}">
                      <a16:creationId xmlns:a16="http://schemas.microsoft.com/office/drawing/2014/main" id="{287037C0-7BDF-657A-B533-3CE7D19ECB5D}"/>
                    </a:ext>
                  </a:extLst>
                </p:cNvPr>
                <p:cNvCxnSpPr>
                  <a:cxnSpLocks/>
                  <a:stCxn id="151" idx="3"/>
                  <a:endCxn id="61" idx="1"/>
                </p:cNvCxnSpPr>
                <p:nvPr/>
              </p:nvCxnSpPr>
              <p:spPr>
                <a:xfrm>
                  <a:off x="10954711" y="4911255"/>
                  <a:ext cx="841657" cy="277892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2" name="直接连接符 351">
                  <a:extLst>
                    <a:ext uri="{FF2B5EF4-FFF2-40B4-BE49-F238E27FC236}">
                      <a16:creationId xmlns:a16="http://schemas.microsoft.com/office/drawing/2014/main" id="{B5E35E44-5000-6EE0-F384-43A8324749D4}"/>
                    </a:ext>
                  </a:extLst>
                </p:cNvPr>
                <p:cNvCxnSpPr>
                  <a:cxnSpLocks/>
                  <a:stCxn id="115" idx="3"/>
                  <a:endCxn id="151" idx="1"/>
                </p:cNvCxnSpPr>
                <p:nvPr/>
              </p:nvCxnSpPr>
              <p:spPr>
                <a:xfrm>
                  <a:off x="9890562" y="4398082"/>
                  <a:ext cx="632149" cy="513173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5" name="直接连接符 354">
                  <a:extLst>
                    <a:ext uri="{FF2B5EF4-FFF2-40B4-BE49-F238E27FC236}">
                      <a16:creationId xmlns:a16="http://schemas.microsoft.com/office/drawing/2014/main" id="{0301631D-72D5-A7F6-2389-4C79B55E7F2A}"/>
                    </a:ext>
                  </a:extLst>
                </p:cNvPr>
                <p:cNvCxnSpPr>
                  <a:cxnSpLocks/>
                  <a:stCxn id="67" idx="0"/>
                  <a:endCxn id="103" idx="2"/>
                </p:cNvCxnSpPr>
                <p:nvPr/>
              </p:nvCxnSpPr>
              <p:spPr>
                <a:xfrm flipV="1">
                  <a:off x="7468413" y="4911255"/>
                  <a:ext cx="7116" cy="533552"/>
                </a:xfrm>
                <a:prstGeom prst="line">
                  <a:avLst/>
                </a:prstGeom>
                <a:ln>
                  <a:solidFill>
                    <a:schemeClr val="tx1"/>
                  </a:solidFill>
                  <a:prstDash val="dash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95" name="组合 94">
                  <a:extLst>
                    <a:ext uri="{FF2B5EF4-FFF2-40B4-BE49-F238E27FC236}">
                      <a16:creationId xmlns:a16="http://schemas.microsoft.com/office/drawing/2014/main" id="{13F0FE95-D5E8-CC1D-89E9-7408AEAE8D68}"/>
                    </a:ext>
                  </a:extLst>
                </p:cNvPr>
                <p:cNvGrpSpPr/>
                <p:nvPr/>
              </p:nvGrpSpPr>
              <p:grpSpPr>
                <a:xfrm>
                  <a:off x="4758240" y="1314300"/>
                  <a:ext cx="97200" cy="184320"/>
                  <a:chOff x="4758240" y="1314300"/>
                  <a:chExt cx="97200" cy="184320"/>
                </a:xfrm>
              </p:grpSpPr>
              <mc:AlternateContent xmlns:mc="http://schemas.openxmlformats.org/markup-compatibility/2006" xmlns:p14="http://schemas.microsoft.com/office/powerpoint/2010/main" xmlns:aink="http://schemas.microsoft.com/office/drawing/2016/ink">
                <mc:Choice Requires="p14 aink">
                  <p:contentPart p14:bwMode="auto" r:id="rId48">
                    <p14:nvContentPartPr>
                      <p14:cNvPr id="90" name="墨迹 89">
                        <a:extLst>
                          <a:ext uri="{FF2B5EF4-FFF2-40B4-BE49-F238E27FC236}">
                            <a16:creationId xmlns:a16="http://schemas.microsoft.com/office/drawing/2014/main" id="{CF20C5CB-AC84-1062-713E-36D612B7DB0A}"/>
                          </a:ext>
                        </a:extLst>
                      </p14:cNvPr>
                      <p14:cNvContentPartPr/>
                      <p14:nvPr/>
                    </p14:nvContentPartPr>
                    <p14:xfrm>
                      <a:off x="4809720" y="1397820"/>
                      <a:ext cx="45720" cy="16200"/>
                    </p14:xfrm>
                  </p:contentPart>
                </mc:Choice>
                <mc:Fallback xmlns="">
                  <p:pic>
                    <p:nvPicPr>
                      <p:cNvPr id="90" name="墨迹 89">
                        <a:extLst>
                          <a:ext uri="{FF2B5EF4-FFF2-40B4-BE49-F238E27FC236}">
                            <a16:creationId xmlns:a16="http://schemas.microsoft.com/office/drawing/2014/main" id="{CF20C5CB-AC84-1062-713E-36D612B7DB0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9"/>
                      <a:stretch>
                        <a:fillRect/>
                      </a:stretch>
                    </p:blipFill>
                    <p:spPr>
                      <a:xfrm>
                        <a:off x="4800720" y="1343820"/>
                        <a:ext cx="63360" cy="123840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  <mc:AlternateContent xmlns:mc="http://schemas.openxmlformats.org/markup-compatibility/2006" xmlns:p14="http://schemas.microsoft.com/office/powerpoint/2010/main" xmlns:aink="http://schemas.microsoft.com/office/drawing/2016/ink">
                <mc:Choice Requires="p14 aink">
                  <p:contentPart p14:bwMode="auto" r:id="rId50">
                    <p14:nvContentPartPr>
                      <p14:cNvPr id="91" name="墨迹 90">
                        <a:extLst>
                          <a:ext uri="{FF2B5EF4-FFF2-40B4-BE49-F238E27FC236}">
                            <a16:creationId xmlns:a16="http://schemas.microsoft.com/office/drawing/2014/main" id="{58F12E4B-F09A-E66D-0574-9F1C6E6774E0}"/>
                          </a:ext>
                        </a:extLst>
                      </p14:cNvPr>
                      <p14:cNvContentPartPr/>
                      <p14:nvPr/>
                    </p14:nvContentPartPr>
                    <p14:xfrm>
                      <a:off x="4758240" y="1495020"/>
                      <a:ext cx="2160" cy="3600"/>
                    </p14:xfrm>
                  </p:contentPart>
                </mc:Choice>
                <mc:Fallback xmlns="">
                  <p:pic>
                    <p:nvPicPr>
                      <p:cNvPr id="91" name="墨迹 90">
                        <a:extLst>
                          <a:ext uri="{FF2B5EF4-FFF2-40B4-BE49-F238E27FC236}">
                            <a16:creationId xmlns:a16="http://schemas.microsoft.com/office/drawing/2014/main" id="{58F12E4B-F09A-E66D-0574-9F1C6E6774E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1"/>
                      <a:stretch>
                        <a:fillRect/>
                      </a:stretch>
                    </p:blipFill>
                    <p:spPr>
                      <a:xfrm>
                        <a:off x="4749240" y="1441380"/>
                        <a:ext cx="19800" cy="111240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  <mc:AlternateContent xmlns:mc="http://schemas.openxmlformats.org/markup-compatibility/2006" xmlns:p14="http://schemas.microsoft.com/office/powerpoint/2010/main" xmlns:aink="http://schemas.microsoft.com/office/drawing/2016/ink">
                <mc:Choice Requires="p14 aink">
                  <p:contentPart p14:bwMode="auto" r:id="rId52">
                    <p14:nvContentPartPr>
                      <p14:cNvPr id="93" name="墨迹 92">
                        <a:extLst>
                          <a:ext uri="{FF2B5EF4-FFF2-40B4-BE49-F238E27FC236}">
                            <a16:creationId xmlns:a16="http://schemas.microsoft.com/office/drawing/2014/main" id="{6A777156-BDDE-A04C-CC1F-5BE64D6C33CA}"/>
                          </a:ext>
                        </a:extLst>
                      </p14:cNvPr>
                      <p14:cNvContentPartPr/>
                      <p14:nvPr/>
                    </p14:nvContentPartPr>
                    <p14:xfrm>
                      <a:off x="4786320" y="1314300"/>
                      <a:ext cx="720" cy="360"/>
                    </p14:xfrm>
                  </p:contentPart>
                </mc:Choice>
                <mc:Fallback xmlns="">
                  <p:pic>
                    <p:nvPicPr>
                      <p:cNvPr id="93" name="墨迹 92">
                        <a:extLst>
                          <a:ext uri="{FF2B5EF4-FFF2-40B4-BE49-F238E27FC236}">
                            <a16:creationId xmlns:a16="http://schemas.microsoft.com/office/drawing/2014/main" id="{6A777156-BDDE-A04C-CC1F-5BE64D6C33C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3"/>
                      <a:stretch>
                        <a:fillRect/>
                      </a:stretch>
                    </p:blipFill>
                    <p:spPr>
                      <a:xfrm>
                        <a:off x="4777320" y="1260300"/>
                        <a:ext cx="18360" cy="108000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</p:grpSp>
          </p:grpSp>
        </p:grpSp>
        <p:grpSp>
          <p:nvGrpSpPr>
            <p:cNvPr id="46" name="组合 45">
              <a:extLst>
                <a:ext uri="{FF2B5EF4-FFF2-40B4-BE49-F238E27FC236}">
                  <a16:creationId xmlns:a16="http://schemas.microsoft.com/office/drawing/2014/main" id="{E60589EE-4EF9-5F3D-1B6F-F81215E33869}"/>
                </a:ext>
              </a:extLst>
            </p:cNvPr>
            <p:cNvGrpSpPr/>
            <p:nvPr/>
          </p:nvGrpSpPr>
          <p:grpSpPr>
            <a:xfrm>
              <a:off x="1428812" y="437286"/>
              <a:ext cx="4951830" cy="1648803"/>
              <a:chOff x="1151999" y="2187969"/>
              <a:chExt cx="6943129" cy="2311843"/>
            </a:xfrm>
          </p:grpSpPr>
          <p:grpSp>
            <p:nvGrpSpPr>
              <p:cNvPr id="47" name="组合 46">
                <a:extLst>
                  <a:ext uri="{FF2B5EF4-FFF2-40B4-BE49-F238E27FC236}">
                    <a16:creationId xmlns:a16="http://schemas.microsoft.com/office/drawing/2014/main" id="{F52DDACE-2E04-F5DB-0703-42F0D1AAF265}"/>
                  </a:ext>
                </a:extLst>
              </p:cNvPr>
              <p:cNvGrpSpPr/>
              <p:nvPr/>
            </p:nvGrpSpPr>
            <p:grpSpPr>
              <a:xfrm>
                <a:off x="1152000" y="2187969"/>
                <a:ext cx="6912000" cy="576000"/>
                <a:chOff x="864000" y="4365450"/>
                <a:chExt cx="6912000" cy="576000"/>
              </a:xfrm>
            </p:grpSpPr>
            <p:sp>
              <p:nvSpPr>
                <p:cNvPr id="213" name="矩形: 圆角 212">
                  <a:extLst>
                    <a:ext uri="{FF2B5EF4-FFF2-40B4-BE49-F238E27FC236}">
                      <a16:creationId xmlns:a16="http://schemas.microsoft.com/office/drawing/2014/main" id="{A6412CB7-033B-70B4-72DF-E6E193E2BE06}"/>
                    </a:ext>
                  </a:extLst>
                </p:cNvPr>
                <p:cNvSpPr/>
                <p:nvPr/>
              </p:nvSpPr>
              <p:spPr>
                <a:xfrm>
                  <a:off x="1440000" y="4365450"/>
                  <a:ext cx="576000" cy="576000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400" dirty="0">
                      <a:solidFill>
                        <a:schemeClr val="tx1"/>
                      </a:solidFill>
                    </a:rPr>
                    <a:t>0</a:t>
                  </a:r>
                  <a:endParaRPr lang="zh-CN" altLang="en-US" sz="14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15" name="矩形: 圆角 214">
                  <a:extLst>
                    <a:ext uri="{FF2B5EF4-FFF2-40B4-BE49-F238E27FC236}">
                      <a16:creationId xmlns:a16="http://schemas.microsoft.com/office/drawing/2014/main" id="{4042685A-5CB6-F5F9-D8E0-A5F696B34D63}"/>
                    </a:ext>
                  </a:extLst>
                </p:cNvPr>
                <p:cNvSpPr/>
                <p:nvPr/>
              </p:nvSpPr>
              <p:spPr>
                <a:xfrm>
                  <a:off x="2016000" y="4365450"/>
                  <a:ext cx="576000" cy="576000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400" dirty="0">
                      <a:solidFill>
                        <a:schemeClr val="tx1"/>
                      </a:solidFill>
                    </a:rPr>
                    <a:t>1</a:t>
                  </a:r>
                  <a:endParaRPr lang="zh-CN" altLang="en-US" sz="14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16" name="矩形: 圆角 215">
                  <a:extLst>
                    <a:ext uri="{FF2B5EF4-FFF2-40B4-BE49-F238E27FC236}">
                      <a16:creationId xmlns:a16="http://schemas.microsoft.com/office/drawing/2014/main" id="{E1590460-A92C-A39C-CBD1-3556A75A71BF}"/>
                    </a:ext>
                  </a:extLst>
                </p:cNvPr>
                <p:cNvSpPr/>
                <p:nvPr/>
              </p:nvSpPr>
              <p:spPr>
                <a:xfrm>
                  <a:off x="2592000" y="4365450"/>
                  <a:ext cx="576000" cy="576000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400" dirty="0">
                      <a:solidFill>
                        <a:schemeClr val="tx1"/>
                      </a:solidFill>
                    </a:rPr>
                    <a:t>2</a:t>
                  </a:r>
                  <a:endParaRPr lang="zh-CN" altLang="en-US" sz="14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17" name="矩形: 圆角 216">
                  <a:extLst>
                    <a:ext uri="{FF2B5EF4-FFF2-40B4-BE49-F238E27FC236}">
                      <a16:creationId xmlns:a16="http://schemas.microsoft.com/office/drawing/2014/main" id="{A17D4203-BB78-E60E-67BC-EDE810EEA9C1}"/>
                    </a:ext>
                  </a:extLst>
                </p:cNvPr>
                <p:cNvSpPr/>
                <p:nvPr/>
              </p:nvSpPr>
              <p:spPr>
                <a:xfrm>
                  <a:off x="3168000" y="4365450"/>
                  <a:ext cx="576000" cy="576000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400" dirty="0">
                      <a:solidFill>
                        <a:schemeClr val="tx1"/>
                      </a:solidFill>
                    </a:rPr>
                    <a:t>3</a:t>
                  </a:r>
                  <a:endParaRPr lang="zh-CN" altLang="en-US" sz="14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19" name="矩形: 圆角 218">
                  <a:extLst>
                    <a:ext uri="{FF2B5EF4-FFF2-40B4-BE49-F238E27FC236}">
                      <a16:creationId xmlns:a16="http://schemas.microsoft.com/office/drawing/2014/main" id="{2A3010B6-0419-9EC3-2BB3-464D7DE88DEB}"/>
                    </a:ext>
                  </a:extLst>
                </p:cNvPr>
                <p:cNvSpPr/>
                <p:nvPr/>
              </p:nvSpPr>
              <p:spPr>
                <a:xfrm>
                  <a:off x="3744000" y="4365450"/>
                  <a:ext cx="576000" cy="576000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400" dirty="0">
                      <a:solidFill>
                        <a:schemeClr val="tx1"/>
                      </a:solidFill>
                    </a:rPr>
                    <a:t>4</a:t>
                  </a:r>
                  <a:endParaRPr lang="zh-CN" altLang="en-US" sz="14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20" name="矩形: 圆角 219">
                  <a:extLst>
                    <a:ext uri="{FF2B5EF4-FFF2-40B4-BE49-F238E27FC236}">
                      <a16:creationId xmlns:a16="http://schemas.microsoft.com/office/drawing/2014/main" id="{CD9B67AB-9A9D-3EC9-5565-8F252E9C4569}"/>
                    </a:ext>
                  </a:extLst>
                </p:cNvPr>
                <p:cNvSpPr/>
                <p:nvPr/>
              </p:nvSpPr>
              <p:spPr>
                <a:xfrm>
                  <a:off x="4320000" y="4365450"/>
                  <a:ext cx="576000" cy="576000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400" dirty="0">
                      <a:solidFill>
                        <a:schemeClr val="tx1"/>
                      </a:solidFill>
                    </a:rPr>
                    <a:t>5</a:t>
                  </a:r>
                  <a:endParaRPr lang="zh-CN" altLang="en-US" sz="14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22" name="矩形: 圆角 221">
                  <a:extLst>
                    <a:ext uri="{FF2B5EF4-FFF2-40B4-BE49-F238E27FC236}">
                      <a16:creationId xmlns:a16="http://schemas.microsoft.com/office/drawing/2014/main" id="{2B3A0D73-10F7-E584-BBCF-0C1046FF8960}"/>
                    </a:ext>
                  </a:extLst>
                </p:cNvPr>
                <p:cNvSpPr/>
                <p:nvPr/>
              </p:nvSpPr>
              <p:spPr>
                <a:xfrm>
                  <a:off x="4896000" y="4365450"/>
                  <a:ext cx="576000" cy="576000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400" dirty="0">
                      <a:solidFill>
                        <a:schemeClr val="tx1"/>
                      </a:solidFill>
                    </a:rPr>
                    <a:t>6</a:t>
                  </a:r>
                  <a:endParaRPr lang="zh-CN" altLang="en-US" sz="14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23" name="矩形: 圆角 222">
                  <a:extLst>
                    <a:ext uri="{FF2B5EF4-FFF2-40B4-BE49-F238E27FC236}">
                      <a16:creationId xmlns:a16="http://schemas.microsoft.com/office/drawing/2014/main" id="{07A9484C-BD6F-26B4-1261-1B6A33540BF5}"/>
                    </a:ext>
                  </a:extLst>
                </p:cNvPr>
                <p:cNvSpPr/>
                <p:nvPr/>
              </p:nvSpPr>
              <p:spPr>
                <a:xfrm>
                  <a:off x="5472000" y="4365450"/>
                  <a:ext cx="576000" cy="576000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400" dirty="0">
                      <a:solidFill>
                        <a:schemeClr val="tx1"/>
                      </a:solidFill>
                    </a:rPr>
                    <a:t>7</a:t>
                  </a:r>
                  <a:endParaRPr lang="zh-CN" altLang="en-US" sz="14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25" name="矩形: 圆角 224">
                  <a:extLst>
                    <a:ext uri="{FF2B5EF4-FFF2-40B4-BE49-F238E27FC236}">
                      <a16:creationId xmlns:a16="http://schemas.microsoft.com/office/drawing/2014/main" id="{C860A9DC-39B1-BF2F-4572-B1C5E99ECD42}"/>
                    </a:ext>
                  </a:extLst>
                </p:cNvPr>
                <p:cNvSpPr/>
                <p:nvPr/>
              </p:nvSpPr>
              <p:spPr>
                <a:xfrm>
                  <a:off x="6048000" y="4365450"/>
                  <a:ext cx="576000" cy="576000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400" dirty="0">
                      <a:solidFill>
                        <a:schemeClr val="tx1"/>
                      </a:solidFill>
                    </a:rPr>
                    <a:t>8</a:t>
                  </a:r>
                  <a:endParaRPr lang="zh-CN" altLang="en-US" sz="14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26" name="矩形: 圆角 225">
                  <a:extLst>
                    <a:ext uri="{FF2B5EF4-FFF2-40B4-BE49-F238E27FC236}">
                      <a16:creationId xmlns:a16="http://schemas.microsoft.com/office/drawing/2014/main" id="{2311FF86-3FE7-DB93-B96B-57D0FC6122B8}"/>
                    </a:ext>
                  </a:extLst>
                </p:cNvPr>
                <p:cNvSpPr/>
                <p:nvPr/>
              </p:nvSpPr>
              <p:spPr>
                <a:xfrm>
                  <a:off x="6624000" y="4365450"/>
                  <a:ext cx="576000" cy="576000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400" dirty="0">
                      <a:solidFill>
                        <a:schemeClr val="tx1"/>
                      </a:solidFill>
                    </a:rPr>
                    <a:t>9</a:t>
                  </a:r>
                  <a:endParaRPr lang="zh-CN" altLang="en-US" sz="14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28" name="矩形: 圆角 227">
                  <a:extLst>
                    <a:ext uri="{FF2B5EF4-FFF2-40B4-BE49-F238E27FC236}">
                      <a16:creationId xmlns:a16="http://schemas.microsoft.com/office/drawing/2014/main" id="{F3C9950D-1E6D-BBFC-587A-5FD0E2D79D72}"/>
                    </a:ext>
                  </a:extLst>
                </p:cNvPr>
                <p:cNvSpPr/>
                <p:nvPr/>
              </p:nvSpPr>
              <p:spPr>
                <a:xfrm>
                  <a:off x="7200000" y="4365450"/>
                  <a:ext cx="576000" cy="576000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200" dirty="0">
                      <a:solidFill>
                        <a:schemeClr val="tx1"/>
                      </a:solidFill>
                    </a:rPr>
                    <a:t>10</a:t>
                  </a:r>
                  <a:endParaRPr lang="zh-CN" altLang="en-US" sz="14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29" name="矩形: 圆角 228">
                  <a:extLst>
                    <a:ext uri="{FF2B5EF4-FFF2-40B4-BE49-F238E27FC236}">
                      <a16:creationId xmlns:a16="http://schemas.microsoft.com/office/drawing/2014/main" id="{D949CA90-E192-9C54-B950-CCDC8CC1E10B}"/>
                    </a:ext>
                  </a:extLst>
                </p:cNvPr>
                <p:cNvSpPr/>
                <p:nvPr/>
              </p:nvSpPr>
              <p:spPr>
                <a:xfrm>
                  <a:off x="864000" y="4365450"/>
                  <a:ext cx="576000" cy="576000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zh-CN" altLang="en-US" sz="1400" dirty="0">
                      <a:solidFill>
                        <a:schemeClr val="tx1"/>
                      </a:solidFill>
                    </a:rPr>
                    <a:t>儒</a:t>
                  </a:r>
                </a:p>
              </p:txBody>
            </p:sp>
          </p:grpSp>
          <p:grpSp>
            <p:nvGrpSpPr>
              <p:cNvPr id="69" name="组合 68">
                <a:extLst>
                  <a:ext uri="{FF2B5EF4-FFF2-40B4-BE49-F238E27FC236}">
                    <a16:creationId xmlns:a16="http://schemas.microsoft.com/office/drawing/2014/main" id="{55B2225B-6010-5AAC-1E56-134809E2B2EA}"/>
                  </a:ext>
                </a:extLst>
              </p:cNvPr>
              <p:cNvGrpSpPr/>
              <p:nvPr/>
            </p:nvGrpSpPr>
            <p:grpSpPr>
              <a:xfrm>
                <a:off x="1152000" y="3339969"/>
                <a:ext cx="6912000" cy="576000"/>
                <a:chOff x="864000" y="4365450"/>
                <a:chExt cx="6912000" cy="576000"/>
              </a:xfrm>
            </p:grpSpPr>
            <p:sp>
              <p:nvSpPr>
                <p:cNvPr id="196" name="矩形: 圆角 195">
                  <a:extLst>
                    <a:ext uri="{FF2B5EF4-FFF2-40B4-BE49-F238E27FC236}">
                      <a16:creationId xmlns:a16="http://schemas.microsoft.com/office/drawing/2014/main" id="{3453E9E6-6875-FBE0-AF0D-162D3E1FA92F}"/>
                    </a:ext>
                  </a:extLst>
                </p:cNvPr>
                <p:cNvSpPr/>
                <p:nvPr/>
              </p:nvSpPr>
              <p:spPr>
                <a:xfrm>
                  <a:off x="1440000" y="4365450"/>
                  <a:ext cx="576000" cy="576000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400" dirty="0">
                      <a:solidFill>
                        <a:schemeClr val="tx1"/>
                      </a:solidFill>
                    </a:rPr>
                    <a:t>0</a:t>
                  </a:r>
                  <a:endParaRPr lang="zh-CN" altLang="en-US" sz="14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97" name="矩形: 圆角 196">
                  <a:extLst>
                    <a:ext uri="{FF2B5EF4-FFF2-40B4-BE49-F238E27FC236}">
                      <a16:creationId xmlns:a16="http://schemas.microsoft.com/office/drawing/2014/main" id="{1CC41B9A-125E-EAA5-D259-5518E83E4EBD}"/>
                    </a:ext>
                  </a:extLst>
                </p:cNvPr>
                <p:cNvSpPr/>
                <p:nvPr/>
              </p:nvSpPr>
              <p:spPr>
                <a:xfrm>
                  <a:off x="2016000" y="4365450"/>
                  <a:ext cx="576000" cy="576000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400" dirty="0">
                      <a:solidFill>
                        <a:schemeClr val="tx1"/>
                      </a:solidFill>
                    </a:rPr>
                    <a:t>1</a:t>
                  </a:r>
                  <a:endParaRPr lang="zh-CN" altLang="en-US" sz="14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99" name="矩形: 圆角 198">
                  <a:extLst>
                    <a:ext uri="{FF2B5EF4-FFF2-40B4-BE49-F238E27FC236}">
                      <a16:creationId xmlns:a16="http://schemas.microsoft.com/office/drawing/2014/main" id="{5380AB8C-CD83-AF37-CD1D-88CC7CDDC800}"/>
                    </a:ext>
                  </a:extLst>
                </p:cNvPr>
                <p:cNvSpPr/>
                <p:nvPr/>
              </p:nvSpPr>
              <p:spPr>
                <a:xfrm>
                  <a:off x="2592000" y="4365450"/>
                  <a:ext cx="576000" cy="576000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400" dirty="0">
                      <a:solidFill>
                        <a:schemeClr val="tx1"/>
                      </a:solidFill>
                    </a:rPr>
                    <a:t>2</a:t>
                  </a:r>
                  <a:endParaRPr lang="zh-CN" altLang="en-US" sz="14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00" name="矩形: 圆角 199">
                  <a:extLst>
                    <a:ext uri="{FF2B5EF4-FFF2-40B4-BE49-F238E27FC236}">
                      <a16:creationId xmlns:a16="http://schemas.microsoft.com/office/drawing/2014/main" id="{692D0351-E531-0839-9DA7-80F09BC06C45}"/>
                    </a:ext>
                  </a:extLst>
                </p:cNvPr>
                <p:cNvSpPr/>
                <p:nvPr/>
              </p:nvSpPr>
              <p:spPr>
                <a:xfrm>
                  <a:off x="3168000" y="4365450"/>
                  <a:ext cx="576000" cy="576000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400" dirty="0">
                      <a:solidFill>
                        <a:schemeClr val="tx1"/>
                      </a:solidFill>
                    </a:rPr>
                    <a:t>3</a:t>
                  </a:r>
                  <a:endParaRPr lang="zh-CN" altLang="en-US" sz="14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01" name="矩形: 圆角 200">
                  <a:extLst>
                    <a:ext uri="{FF2B5EF4-FFF2-40B4-BE49-F238E27FC236}">
                      <a16:creationId xmlns:a16="http://schemas.microsoft.com/office/drawing/2014/main" id="{4945911C-0820-993B-8CF1-561F59716C61}"/>
                    </a:ext>
                  </a:extLst>
                </p:cNvPr>
                <p:cNvSpPr/>
                <p:nvPr/>
              </p:nvSpPr>
              <p:spPr>
                <a:xfrm>
                  <a:off x="3744000" y="4365450"/>
                  <a:ext cx="576000" cy="576000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400" dirty="0">
                      <a:solidFill>
                        <a:schemeClr val="tx1"/>
                      </a:solidFill>
                    </a:rPr>
                    <a:t>4</a:t>
                  </a:r>
                  <a:endParaRPr lang="zh-CN" altLang="en-US" sz="14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03" name="矩形: 圆角 202">
                  <a:extLst>
                    <a:ext uri="{FF2B5EF4-FFF2-40B4-BE49-F238E27FC236}">
                      <a16:creationId xmlns:a16="http://schemas.microsoft.com/office/drawing/2014/main" id="{11B872C7-AF6F-23F2-36C1-D29C09EF80B0}"/>
                    </a:ext>
                  </a:extLst>
                </p:cNvPr>
                <p:cNvSpPr/>
                <p:nvPr/>
              </p:nvSpPr>
              <p:spPr>
                <a:xfrm>
                  <a:off x="4320000" y="4365450"/>
                  <a:ext cx="576000" cy="576000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400" dirty="0">
                      <a:solidFill>
                        <a:schemeClr val="tx1"/>
                      </a:solidFill>
                    </a:rPr>
                    <a:t>5</a:t>
                  </a:r>
                  <a:endParaRPr lang="zh-CN" altLang="en-US" sz="14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04" name="矩形: 圆角 203">
                  <a:extLst>
                    <a:ext uri="{FF2B5EF4-FFF2-40B4-BE49-F238E27FC236}">
                      <a16:creationId xmlns:a16="http://schemas.microsoft.com/office/drawing/2014/main" id="{2A68C846-43C3-DF64-2B78-EF2D86060FC5}"/>
                    </a:ext>
                  </a:extLst>
                </p:cNvPr>
                <p:cNvSpPr/>
                <p:nvPr/>
              </p:nvSpPr>
              <p:spPr>
                <a:xfrm>
                  <a:off x="4896000" y="4365450"/>
                  <a:ext cx="576000" cy="576000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400" dirty="0">
                      <a:solidFill>
                        <a:schemeClr val="tx1"/>
                      </a:solidFill>
                    </a:rPr>
                    <a:t>6</a:t>
                  </a:r>
                  <a:endParaRPr lang="zh-CN" altLang="en-US" sz="14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06" name="矩形: 圆角 205">
                  <a:extLst>
                    <a:ext uri="{FF2B5EF4-FFF2-40B4-BE49-F238E27FC236}">
                      <a16:creationId xmlns:a16="http://schemas.microsoft.com/office/drawing/2014/main" id="{4CEDBF52-4A18-BADB-DEA2-946FFB074714}"/>
                    </a:ext>
                  </a:extLst>
                </p:cNvPr>
                <p:cNvSpPr/>
                <p:nvPr/>
              </p:nvSpPr>
              <p:spPr>
                <a:xfrm>
                  <a:off x="5472000" y="4365450"/>
                  <a:ext cx="576000" cy="576000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400" dirty="0">
                      <a:solidFill>
                        <a:schemeClr val="tx1"/>
                      </a:solidFill>
                    </a:rPr>
                    <a:t>7</a:t>
                  </a:r>
                  <a:endParaRPr lang="zh-CN" altLang="en-US" sz="14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07" name="矩形: 圆角 206">
                  <a:extLst>
                    <a:ext uri="{FF2B5EF4-FFF2-40B4-BE49-F238E27FC236}">
                      <a16:creationId xmlns:a16="http://schemas.microsoft.com/office/drawing/2014/main" id="{33A1749C-B997-4E0A-D456-C1DDF803C233}"/>
                    </a:ext>
                  </a:extLst>
                </p:cNvPr>
                <p:cNvSpPr/>
                <p:nvPr/>
              </p:nvSpPr>
              <p:spPr>
                <a:xfrm>
                  <a:off x="6048000" y="4365450"/>
                  <a:ext cx="576000" cy="576000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400" dirty="0">
                      <a:solidFill>
                        <a:schemeClr val="tx1"/>
                      </a:solidFill>
                    </a:rPr>
                    <a:t>8</a:t>
                  </a:r>
                  <a:endParaRPr lang="zh-CN" altLang="en-US" sz="14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09" name="矩形: 圆角 208">
                  <a:extLst>
                    <a:ext uri="{FF2B5EF4-FFF2-40B4-BE49-F238E27FC236}">
                      <a16:creationId xmlns:a16="http://schemas.microsoft.com/office/drawing/2014/main" id="{5B4D8609-6196-8450-1398-36A0924E6879}"/>
                    </a:ext>
                  </a:extLst>
                </p:cNvPr>
                <p:cNvSpPr/>
                <p:nvPr/>
              </p:nvSpPr>
              <p:spPr>
                <a:xfrm>
                  <a:off x="6624000" y="4365450"/>
                  <a:ext cx="576000" cy="576000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400" dirty="0">
                      <a:solidFill>
                        <a:schemeClr val="tx1"/>
                      </a:solidFill>
                    </a:rPr>
                    <a:t>9</a:t>
                  </a:r>
                  <a:endParaRPr lang="zh-CN" altLang="en-US" sz="14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10" name="矩形: 圆角 209">
                  <a:extLst>
                    <a:ext uri="{FF2B5EF4-FFF2-40B4-BE49-F238E27FC236}">
                      <a16:creationId xmlns:a16="http://schemas.microsoft.com/office/drawing/2014/main" id="{6F1B5338-B03C-620C-C32F-F07AB3405FD6}"/>
                    </a:ext>
                  </a:extLst>
                </p:cNvPr>
                <p:cNvSpPr/>
                <p:nvPr/>
              </p:nvSpPr>
              <p:spPr>
                <a:xfrm>
                  <a:off x="7200000" y="4365450"/>
                  <a:ext cx="576000" cy="576000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200" dirty="0">
                      <a:solidFill>
                        <a:schemeClr val="tx1"/>
                      </a:solidFill>
                    </a:rPr>
                    <a:t>10</a:t>
                  </a:r>
                  <a:endParaRPr lang="zh-CN" altLang="en-US" sz="12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12" name="矩形: 圆角 211">
                  <a:extLst>
                    <a:ext uri="{FF2B5EF4-FFF2-40B4-BE49-F238E27FC236}">
                      <a16:creationId xmlns:a16="http://schemas.microsoft.com/office/drawing/2014/main" id="{77F1A118-5F8E-F33F-7C91-5BF7BB624870}"/>
                    </a:ext>
                  </a:extLst>
                </p:cNvPr>
                <p:cNvSpPr/>
                <p:nvPr/>
              </p:nvSpPr>
              <p:spPr>
                <a:xfrm>
                  <a:off x="864000" y="4365450"/>
                  <a:ext cx="576000" cy="576000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zh-CN" altLang="en-US" sz="1400" dirty="0">
                      <a:solidFill>
                        <a:schemeClr val="tx1"/>
                      </a:solidFill>
                    </a:rPr>
                    <a:t>佛</a:t>
                  </a:r>
                </a:p>
              </p:txBody>
            </p:sp>
          </p:grpSp>
          <p:grpSp>
            <p:nvGrpSpPr>
              <p:cNvPr id="70" name="组合 69">
                <a:extLst>
                  <a:ext uri="{FF2B5EF4-FFF2-40B4-BE49-F238E27FC236}">
                    <a16:creationId xmlns:a16="http://schemas.microsoft.com/office/drawing/2014/main" id="{8536BB01-402E-7638-FBE6-18E852CDEE18}"/>
                  </a:ext>
                </a:extLst>
              </p:cNvPr>
              <p:cNvGrpSpPr/>
              <p:nvPr/>
            </p:nvGrpSpPr>
            <p:grpSpPr>
              <a:xfrm>
                <a:off x="1152000" y="2770319"/>
                <a:ext cx="6912000" cy="576000"/>
                <a:chOff x="864000" y="4365450"/>
                <a:chExt cx="6912000" cy="576000"/>
              </a:xfrm>
            </p:grpSpPr>
            <p:sp>
              <p:nvSpPr>
                <p:cNvPr id="117" name="矩形: 圆角 116">
                  <a:extLst>
                    <a:ext uri="{FF2B5EF4-FFF2-40B4-BE49-F238E27FC236}">
                      <a16:creationId xmlns:a16="http://schemas.microsoft.com/office/drawing/2014/main" id="{483750AC-5A5A-E29A-7D20-9527A3CDB215}"/>
                    </a:ext>
                  </a:extLst>
                </p:cNvPr>
                <p:cNvSpPr/>
                <p:nvPr/>
              </p:nvSpPr>
              <p:spPr>
                <a:xfrm>
                  <a:off x="1440000" y="4365450"/>
                  <a:ext cx="576000" cy="576000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400" dirty="0">
                      <a:solidFill>
                        <a:schemeClr val="tx1"/>
                      </a:solidFill>
                    </a:rPr>
                    <a:t>0</a:t>
                  </a:r>
                  <a:endParaRPr lang="zh-CN" altLang="en-US" sz="14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8" name="矩形: 圆角 117">
                  <a:extLst>
                    <a:ext uri="{FF2B5EF4-FFF2-40B4-BE49-F238E27FC236}">
                      <a16:creationId xmlns:a16="http://schemas.microsoft.com/office/drawing/2014/main" id="{BB508EA9-D60D-CFED-3C73-23979657B756}"/>
                    </a:ext>
                  </a:extLst>
                </p:cNvPr>
                <p:cNvSpPr/>
                <p:nvPr/>
              </p:nvSpPr>
              <p:spPr>
                <a:xfrm>
                  <a:off x="2016000" y="4365450"/>
                  <a:ext cx="576000" cy="576000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400" dirty="0">
                      <a:solidFill>
                        <a:schemeClr val="tx1"/>
                      </a:solidFill>
                    </a:rPr>
                    <a:t>1</a:t>
                  </a:r>
                  <a:endParaRPr lang="zh-CN" altLang="en-US" sz="14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80" name="矩形: 圆角 179">
                  <a:extLst>
                    <a:ext uri="{FF2B5EF4-FFF2-40B4-BE49-F238E27FC236}">
                      <a16:creationId xmlns:a16="http://schemas.microsoft.com/office/drawing/2014/main" id="{2EFF033C-8DCB-4E0D-AD32-5C6BF2815CB2}"/>
                    </a:ext>
                  </a:extLst>
                </p:cNvPr>
                <p:cNvSpPr/>
                <p:nvPr/>
              </p:nvSpPr>
              <p:spPr>
                <a:xfrm>
                  <a:off x="2592000" y="4365450"/>
                  <a:ext cx="576000" cy="576000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400" dirty="0">
                      <a:solidFill>
                        <a:schemeClr val="tx1"/>
                      </a:solidFill>
                    </a:rPr>
                    <a:t>2</a:t>
                  </a:r>
                  <a:endParaRPr lang="zh-CN" altLang="en-US" sz="14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83" name="矩形: 圆角 182">
                  <a:extLst>
                    <a:ext uri="{FF2B5EF4-FFF2-40B4-BE49-F238E27FC236}">
                      <a16:creationId xmlns:a16="http://schemas.microsoft.com/office/drawing/2014/main" id="{A684CB8A-51C8-F82C-2FA3-DDFAF791E3E6}"/>
                    </a:ext>
                  </a:extLst>
                </p:cNvPr>
                <p:cNvSpPr/>
                <p:nvPr/>
              </p:nvSpPr>
              <p:spPr>
                <a:xfrm>
                  <a:off x="3168000" y="4365450"/>
                  <a:ext cx="576000" cy="576000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400" dirty="0">
                      <a:solidFill>
                        <a:schemeClr val="tx1"/>
                      </a:solidFill>
                    </a:rPr>
                    <a:t>3</a:t>
                  </a:r>
                  <a:endParaRPr lang="zh-CN" altLang="en-US" sz="14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84" name="矩形: 圆角 183">
                  <a:extLst>
                    <a:ext uri="{FF2B5EF4-FFF2-40B4-BE49-F238E27FC236}">
                      <a16:creationId xmlns:a16="http://schemas.microsoft.com/office/drawing/2014/main" id="{1EEA0A10-698D-84DD-52D3-E88045BC171F}"/>
                    </a:ext>
                  </a:extLst>
                </p:cNvPr>
                <p:cNvSpPr/>
                <p:nvPr/>
              </p:nvSpPr>
              <p:spPr>
                <a:xfrm>
                  <a:off x="3744000" y="4365450"/>
                  <a:ext cx="576000" cy="576000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400" dirty="0">
                      <a:solidFill>
                        <a:schemeClr val="tx1"/>
                      </a:solidFill>
                    </a:rPr>
                    <a:t>4</a:t>
                  </a:r>
                  <a:endParaRPr lang="zh-CN" altLang="en-US" sz="14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85" name="矩形: 圆角 184">
                  <a:extLst>
                    <a:ext uri="{FF2B5EF4-FFF2-40B4-BE49-F238E27FC236}">
                      <a16:creationId xmlns:a16="http://schemas.microsoft.com/office/drawing/2014/main" id="{986FB0A1-2098-22AD-AD5F-EFA8AA68BE6F}"/>
                    </a:ext>
                  </a:extLst>
                </p:cNvPr>
                <p:cNvSpPr/>
                <p:nvPr/>
              </p:nvSpPr>
              <p:spPr>
                <a:xfrm>
                  <a:off x="4320000" y="4365450"/>
                  <a:ext cx="576000" cy="576000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400" dirty="0">
                      <a:solidFill>
                        <a:schemeClr val="tx1"/>
                      </a:solidFill>
                    </a:rPr>
                    <a:t>5</a:t>
                  </a:r>
                  <a:endParaRPr lang="zh-CN" altLang="en-US" sz="14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87" name="矩形: 圆角 186">
                  <a:extLst>
                    <a:ext uri="{FF2B5EF4-FFF2-40B4-BE49-F238E27FC236}">
                      <a16:creationId xmlns:a16="http://schemas.microsoft.com/office/drawing/2014/main" id="{C0A3D454-17E3-28EA-C9BF-82FD5272D94A}"/>
                    </a:ext>
                  </a:extLst>
                </p:cNvPr>
                <p:cNvSpPr/>
                <p:nvPr/>
              </p:nvSpPr>
              <p:spPr>
                <a:xfrm>
                  <a:off x="4896000" y="4365450"/>
                  <a:ext cx="576000" cy="576000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400" dirty="0">
                      <a:solidFill>
                        <a:schemeClr val="tx1"/>
                      </a:solidFill>
                    </a:rPr>
                    <a:t>6</a:t>
                  </a:r>
                  <a:endParaRPr lang="zh-CN" altLang="en-US" sz="14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88" name="矩形: 圆角 187">
                  <a:extLst>
                    <a:ext uri="{FF2B5EF4-FFF2-40B4-BE49-F238E27FC236}">
                      <a16:creationId xmlns:a16="http://schemas.microsoft.com/office/drawing/2014/main" id="{ECE6E44C-1E6D-5813-5EB7-BE9F5ED60951}"/>
                    </a:ext>
                  </a:extLst>
                </p:cNvPr>
                <p:cNvSpPr/>
                <p:nvPr/>
              </p:nvSpPr>
              <p:spPr>
                <a:xfrm>
                  <a:off x="5472000" y="4365450"/>
                  <a:ext cx="576000" cy="576000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400" dirty="0">
                      <a:solidFill>
                        <a:schemeClr val="tx1"/>
                      </a:solidFill>
                    </a:rPr>
                    <a:t>7</a:t>
                  </a:r>
                  <a:endParaRPr lang="zh-CN" altLang="en-US" sz="14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90" name="矩形: 圆角 189">
                  <a:extLst>
                    <a:ext uri="{FF2B5EF4-FFF2-40B4-BE49-F238E27FC236}">
                      <a16:creationId xmlns:a16="http://schemas.microsoft.com/office/drawing/2014/main" id="{66AB4402-689D-A1C9-BCEC-AC741B98C646}"/>
                    </a:ext>
                  </a:extLst>
                </p:cNvPr>
                <p:cNvSpPr/>
                <p:nvPr/>
              </p:nvSpPr>
              <p:spPr>
                <a:xfrm>
                  <a:off x="6048000" y="4365450"/>
                  <a:ext cx="576000" cy="576000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400" dirty="0">
                      <a:solidFill>
                        <a:schemeClr val="tx1"/>
                      </a:solidFill>
                    </a:rPr>
                    <a:t>8</a:t>
                  </a:r>
                  <a:endParaRPr lang="zh-CN" altLang="en-US" sz="14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91" name="矩形: 圆角 190">
                  <a:extLst>
                    <a:ext uri="{FF2B5EF4-FFF2-40B4-BE49-F238E27FC236}">
                      <a16:creationId xmlns:a16="http://schemas.microsoft.com/office/drawing/2014/main" id="{04F67259-7DBF-C01B-DB3A-1FE4DE166C89}"/>
                    </a:ext>
                  </a:extLst>
                </p:cNvPr>
                <p:cNvSpPr/>
                <p:nvPr/>
              </p:nvSpPr>
              <p:spPr>
                <a:xfrm>
                  <a:off x="6624000" y="4365450"/>
                  <a:ext cx="576000" cy="576000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400" dirty="0">
                      <a:solidFill>
                        <a:schemeClr val="tx1"/>
                      </a:solidFill>
                    </a:rPr>
                    <a:t>9</a:t>
                  </a:r>
                  <a:endParaRPr lang="zh-CN" altLang="en-US" sz="14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93" name="矩形: 圆角 192">
                  <a:extLst>
                    <a:ext uri="{FF2B5EF4-FFF2-40B4-BE49-F238E27FC236}">
                      <a16:creationId xmlns:a16="http://schemas.microsoft.com/office/drawing/2014/main" id="{70AF8CB4-8CBA-3665-C3D3-88D701D6ECAB}"/>
                    </a:ext>
                  </a:extLst>
                </p:cNvPr>
                <p:cNvSpPr/>
                <p:nvPr/>
              </p:nvSpPr>
              <p:spPr>
                <a:xfrm>
                  <a:off x="7200000" y="4365450"/>
                  <a:ext cx="576000" cy="576000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200" dirty="0">
                      <a:solidFill>
                        <a:schemeClr val="tx1"/>
                      </a:solidFill>
                    </a:rPr>
                    <a:t>10</a:t>
                  </a:r>
                  <a:endParaRPr lang="zh-CN" altLang="en-US" sz="14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94" name="矩形: 圆角 193">
                  <a:extLst>
                    <a:ext uri="{FF2B5EF4-FFF2-40B4-BE49-F238E27FC236}">
                      <a16:creationId xmlns:a16="http://schemas.microsoft.com/office/drawing/2014/main" id="{BE4F5E81-E676-D6FA-DDED-7EEB9D55CBE8}"/>
                    </a:ext>
                  </a:extLst>
                </p:cNvPr>
                <p:cNvSpPr/>
                <p:nvPr/>
              </p:nvSpPr>
              <p:spPr>
                <a:xfrm>
                  <a:off x="864000" y="4365450"/>
                  <a:ext cx="576000" cy="576000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zh-CN" altLang="en-US" sz="1400" dirty="0">
                      <a:solidFill>
                        <a:schemeClr val="tx1"/>
                      </a:solidFill>
                    </a:rPr>
                    <a:t>玄</a:t>
                  </a:r>
                </a:p>
              </p:txBody>
            </p:sp>
          </p:grpSp>
          <p:sp>
            <p:nvSpPr>
              <p:cNvPr id="94" name="矩形: 圆角 93">
                <a:extLst>
                  <a:ext uri="{FF2B5EF4-FFF2-40B4-BE49-F238E27FC236}">
                    <a16:creationId xmlns:a16="http://schemas.microsoft.com/office/drawing/2014/main" id="{F7E95D5A-DF15-A5FD-B400-4F2BAEF7D5A2}"/>
                  </a:ext>
                </a:extLst>
              </p:cNvPr>
              <p:cNvSpPr/>
              <p:nvPr/>
            </p:nvSpPr>
            <p:spPr>
              <a:xfrm>
                <a:off x="1151999" y="3923812"/>
                <a:ext cx="6943129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200" dirty="0" err="1">
                    <a:solidFill>
                      <a:schemeClr val="tx1"/>
                    </a:solidFill>
                  </a:rPr>
                  <a:t>Vp</a:t>
                </a:r>
                <a:r>
                  <a:rPr lang="zh-CN" altLang="en-US" sz="1200" dirty="0">
                    <a:solidFill>
                      <a:schemeClr val="tx1"/>
                    </a:solidFill>
                  </a:rPr>
                  <a:t>奖励：第一顺位：</a:t>
                </a:r>
                <a:r>
                  <a:rPr lang="en-US" altLang="zh-CN" sz="1200" dirty="0">
                    <a:solidFill>
                      <a:schemeClr val="tx1"/>
                    </a:solidFill>
                  </a:rPr>
                  <a:t>18/12/6</a:t>
                </a:r>
                <a:r>
                  <a:rPr lang="zh-CN" altLang="en-US" sz="1200" dirty="0">
                    <a:solidFill>
                      <a:schemeClr val="tx1"/>
                    </a:solidFill>
                  </a:rPr>
                  <a:t>；第二顺位：</a:t>
                </a:r>
                <a:r>
                  <a:rPr lang="en-US" altLang="zh-CN" sz="1200" dirty="0">
                    <a:solidFill>
                      <a:schemeClr val="tx1"/>
                    </a:solidFill>
                  </a:rPr>
                  <a:t>12/8/4</a:t>
                </a:r>
                <a:r>
                  <a:rPr lang="zh-CN" altLang="en-US" sz="1200" dirty="0">
                    <a:solidFill>
                      <a:schemeClr val="tx1"/>
                    </a:solidFill>
                  </a:rPr>
                  <a:t>；第三顺位：</a:t>
                </a:r>
                <a:r>
                  <a:rPr lang="en-US" altLang="zh-CN" sz="1200" dirty="0">
                    <a:solidFill>
                      <a:schemeClr val="tx1"/>
                    </a:solidFill>
                  </a:rPr>
                  <a:t>9/5/3</a:t>
                </a:r>
                <a:endParaRPr lang="zh-CN" altLang="en-US" sz="120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231" name="组合 230">
              <a:extLst>
                <a:ext uri="{FF2B5EF4-FFF2-40B4-BE49-F238E27FC236}">
                  <a16:creationId xmlns:a16="http://schemas.microsoft.com/office/drawing/2014/main" id="{8123896C-5617-B608-18C9-5F7FC145323E}"/>
                </a:ext>
              </a:extLst>
            </p:cNvPr>
            <p:cNvGrpSpPr/>
            <p:nvPr/>
          </p:nvGrpSpPr>
          <p:grpSpPr>
            <a:xfrm>
              <a:off x="2099583" y="2248033"/>
              <a:ext cx="4704340" cy="793231"/>
              <a:chOff x="6909200" y="6529350"/>
              <a:chExt cx="6918350" cy="1166550"/>
            </a:xfrm>
          </p:grpSpPr>
          <p:grpSp>
            <p:nvGrpSpPr>
              <p:cNvPr id="232" name="组合 231">
                <a:extLst>
                  <a:ext uri="{FF2B5EF4-FFF2-40B4-BE49-F238E27FC236}">
                    <a16:creationId xmlns:a16="http://schemas.microsoft.com/office/drawing/2014/main" id="{59AC7518-AB8F-6BB7-D50A-6CE0CF6C069C}"/>
                  </a:ext>
                </a:extLst>
              </p:cNvPr>
              <p:cNvGrpSpPr/>
              <p:nvPr/>
            </p:nvGrpSpPr>
            <p:grpSpPr>
              <a:xfrm>
                <a:off x="6909200" y="6529350"/>
                <a:ext cx="6912000" cy="576000"/>
                <a:chOff x="864000" y="4365450"/>
                <a:chExt cx="6912000" cy="576000"/>
              </a:xfrm>
            </p:grpSpPr>
            <p:sp>
              <p:nvSpPr>
                <p:cNvPr id="253" name="矩形: 圆角 252">
                  <a:extLst>
                    <a:ext uri="{FF2B5EF4-FFF2-40B4-BE49-F238E27FC236}">
                      <a16:creationId xmlns:a16="http://schemas.microsoft.com/office/drawing/2014/main" id="{830DA257-EA6C-8DDD-FE9C-FF14D0269464}"/>
                    </a:ext>
                  </a:extLst>
                </p:cNvPr>
                <p:cNvSpPr/>
                <p:nvPr/>
              </p:nvSpPr>
              <p:spPr>
                <a:xfrm>
                  <a:off x="1440000" y="4365450"/>
                  <a:ext cx="576000" cy="576000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400" dirty="0">
                      <a:solidFill>
                        <a:schemeClr val="tx1"/>
                      </a:solidFill>
                    </a:rPr>
                    <a:t>0</a:t>
                  </a:r>
                  <a:endParaRPr lang="zh-CN" altLang="en-US" sz="14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55" name="矩形: 圆角 254">
                  <a:extLst>
                    <a:ext uri="{FF2B5EF4-FFF2-40B4-BE49-F238E27FC236}">
                      <a16:creationId xmlns:a16="http://schemas.microsoft.com/office/drawing/2014/main" id="{013E1A3B-4905-1A7A-2FBD-A2D3E837E2E0}"/>
                    </a:ext>
                  </a:extLst>
                </p:cNvPr>
                <p:cNvSpPr/>
                <p:nvPr/>
              </p:nvSpPr>
              <p:spPr>
                <a:xfrm>
                  <a:off x="2016000" y="4365450"/>
                  <a:ext cx="576000" cy="576000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400" dirty="0">
                      <a:solidFill>
                        <a:schemeClr val="tx1"/>
                      </a:solidFill>
                    </a:rPr>
                    <a:t>1</a:t>
                  </a:r>
                  <a:endParaRPr lang="zh-CN" altLang="en-US" sz="14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56" name="矩形: 圆角 255">
                  <a:extLst>
                    <a:ext uri="{FF2B5EF4-FFF2-40B4-BE49-F238E27FC236}">
                      <a16:creationId xmlns:a16="http://schemas.microsoft.com/office/drawing/2014/main" id="{36A00A79-3E56-5F55-C994-40C225CAED67}"/>
                    </a:ext>
                  </a:extLst>
                </p:cNvPr>
                <p:cNvSpPr/>
                <p:nvPr/>
              </p:nvSpPr>
              <p:spPr>
                <a:xfrm>
                  <a:off x="2592000" y="4365450"/>
                  <a:ext cx="576000" cy="576000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400" dirty="0">
                      <a:solidFill>
                        <a:schemeClr val="tx1"/>
                      </a:solidFill>
                    </a:rPr>
                    <a:t>2</a:t>
                  </a:r>
                  <a:endParaRPr lang="zh-CN" altLang="en-US" sz="14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58" name="矩形: 圆角 257">
                  <a:extLst>
                    <a:ext uri="{FF2B5EF4-FFF2-40B4-BE49-F238E27FC236}">
                      <a16:creationId xmlns:a16="http://schemas.microsoft.com/office/drawing/2014/main" id="{50D924AC-37FB-1A8F-D626-42E08854B92C}"/>
                    </a:ext>
                  </a:extLst>
                </p:cNvPr>
                <p:cNvSpPr/>
                <p:nvPr/>
              </p:nvSpPr>
              <p:spPr>
                <a:xfrm>
                  <a:off x="3168000" y="4365450"/>
                  <a:ext cx="576000" cy="576000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400" dirty="0">
                      <a:solidFill>
                        <a:schemeClr val="tx1"/>
                      </a:solidFill>
                    </a:rPr>
                    <a:t>3</a:t>
                  </a:r>
                  <a:endParaRPr lang="zh-CN" altLang="en-US" sz="14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59" name="矩形: 圆角 258">
                  <a:extLst>
                    <a:ext uri="{FF2B5EF4-FFF2-40B4-BE49-F238E27FC236}">
                      <a16:creationId xmlns:a16="http://schemas.microsoft.com/office/drawing/2014/main" id="{D46AC5BF-3179-DB36-E895-DEBCC48B2505}"/>
                    </a:ext>
                  </a:extLst>
                </p:cNvPr>
                <p:cNvSpPr/>
                <p:nvPr/>
              </p:nvSpPr>
              <p:spPr>
                <a:xfrm>
                  <a:off x="3744000" y="4365450"/>
                  <a:ext cx="576000" cy="576000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400" dirty="0">
                      <a:solidFill>
                        <a:schemeClr val="tx1"/>
                      </a:solidFill>
                    </a:rPr>
                    <a:t>4</a:t>
                  </a:r>
                  <a:endParaRPr lang="zh-CN" altLang="en-US" sz="14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61" name="矩形: 圆角 260">
                  <a:extLst>
                    <a:ext uri="{FF2B5EF4-FFF2-40B4-BE49-F238E27FC236}">
                      <a16:creationId xmlns:a16="http://schemas.microsoft.com/office/drawing/2014/main" id="{A93340CE-22F9-4A21-3213-4AD64B385132}"/>
                    </a:ext>
                  </a:extLst>
                </p:cNvPr>
                <p:cNvSpPr/>
                <p:nvPr/>
              </p:nvSpPr>
              <p:spPr>
                <a:xfrm>
                  <a:off x="4320000" y="4365450"/>
                  <a:ext cx="576000" cy="576000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400" dirty="0">
                      <a:solidFill>
                        <a:schemeClr val="tx1"/>
                      </a:solidFill>
                    </a:rPr>
                    <a:t>5</a:t>
                  </a:r>
                  <a:endParaRPr lang="zh-CN" altLang="en-US" sz="14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62" name="矩形: 圆角 261">
                  <a:extLst>
                    <a:ext uri="{FF2B5EF4-FFF2-40B4-BE49-F238E27FC236}">
                      <a16:creationId xmlns:a16="http://schemas.microsoft.com/office/drawing/2014/main" id="{A982479D-440C-F444-035A-C7759A12EC4F}"/>
                    </a:ext>
                  </a:extLst>
                </p:cNvPr>
                <p:cNvSpPr/>
                <p:nvPr/>
              </p:nvSpPr>
              <p:spPr>
                <a:xfrm>
                  <a:off x="4896000" y="4365450"/>
                  <a:ext cx="576000" cy="576000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400" dirty="0">
                      <a:solidFill>
                        <a:schemeClr val="tx1"/>
                      </a:solidFill>
                    </a:rPr>
                    <a:t>6</a:t>
                  </a:r>
                  <a:endParaRPr lang="zh-CN" altLang="en-US" sz="14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63" name="矩形: 圆角 262">
                  <a:extLst>
                    <a:ext uri="{FF2B5EF4-FFF2-40B4-BE49-F238E27FC236}">
                      <a16:creationId xmlns:a16="http://schemas.microsoft.com/office/drawing/2014/main" id="{CA7727CA-2417-6463-ECA0-16E6E9481948}"/>
                    </a:ext>
                  </a:extLst>
                </p:cNvPr>
                <p:cNvSpPr/>
                <p:nvPr/>
              </p:nvSpPr>
              <p:spPr>
                <a:xfrm>
                  <a:off x="5472000" y="4365450"/>
                  <a:ext cx="576000" cy="576000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400" dirty="0">
                      <a:solidFill>
                        <a:schemeClr val="tx1"/>
                      </a:solidFill>
                    </a:rPr>
                    <a:t>7</a:t>
                  </a:r>
                  <a:endParaRPr lang="zh-CN" altLang="en-US" sz="14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65" name="矩形: 圆角 264">
                  <a:extLst>
                    <a:ext uri="{FF2B5EF4-FFF2-40B4-BE49-F238E27FC236}">
                      <a16:creationId xmlns:a16="http://schemas.microsoft.com/office/drawing/2014/main" id="{782AAF10-8F90-62A9-8179-2FDF93C2BBD2}"/>
                    </a:ext>
                  </a:extLst>
                </p:cNvPr>
                <p:cNvSpPr/>
                <p:nvPr/>
              </p:nvSpPr>
              <p:spPr>
                <a:xfrm>
                  <a:off x="6048000" y="4365450"/>
                  <a:ext cx="576000" cy="576000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400" dirty="0">
                      <a:solidFill>
                        <a:schemeClr val="tx1"/>
                      </a:solidFill>
                    </a:rPr>
                    <a:t>8</a:t>
                  </a:r>
                  <a:endParaRPr lang="zh-CN" altLang="en-US" sz="14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66" name="矩形: 圆角 265">
                  <a:extLst>
                    <a:ext uri="{FF2B5EF4-FFF2-40B4-BE49-F238E27FC236}">
                      <a16:creationId xmlns:a16="http://schemas.microsoft.com/office/drawing/2014/main" id="{9F545208-C82C-C5EB-BFB1-F50B93C85CAA}"/>
                    </a:ext>
                  </a:extLst>
                </p:cNvPr>
                <p:cNvSpPr/>
                <p:nvPr/>
              </p:nvSpPr>
              <p:spPr>
                <a:xfrm>
                  <a:off x="6624000" y="4365450"/>
                  <a:ext cx="576000" cy="576000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400" dirty="0">
                      <a:solidFill>
                        <a:schemeClr val="tx1"/>
                      </a:solidFill>
                    </a:rPr>
                    <a:t>9</a:t>
                  </a:r>
                  <a:endParaRPr lang="zh-CN" altLang="en-US" sz="14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68" name="矩形: 圆角 267">
                  <a:extLst>
                    <a:ext uri="{FF2B5EF4-FFF2-40B4-BE49-F238E27FC236}">
                      <a16:creationId xmlns:a16="http://schemas.microsoft.com/office/drawing/2014/main" id="{E66D19A5-CDEE-1429-F0B7-2E463120EAEB}"/>
                    </a:ext>
                  </a:extLst>
                </p:cNvPr>
                <p:cNvSpPr/>
                <p:nvPr/>
              </p:nvSpPr>
              <p:spPr>
                <a:xfrm>
                  <a:off x="7200000" y="4365450"/>
                  <a:ext cx="576000" cy="576000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200" dirty="0">
                      <a:solidFill>
                        <a:schemeClr val="tx1"/>
                      </a:solidFill>
                    </a:rPr>
                    <a:t>10</a:t>
                  </a:r>
                  <a:endParaRPr lang="zh-CN" altLang="en-US" sz="12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69" name="矩形: 圆角 268">
                  <a:extLst>
                    <a:ext uri="{FF2B5EF4-FFF2-40B4-BE49-F238E27FC236}">
                      <a16:creationId xmlns:a16="http://schemas.microsoft.com/office/drawing/2014/main" id="{0A6B80CA-970D-3E58-EB62-8812505459D1}"/>
                    </a:ext>
                  </a:extLst>
                </p:cNvPr>
                <p:cNvSpPr/>
                <p:nvPr/>
              </p:nvSpPr>
              <p:spPr>
                <a:xfrm>
                  <a:off x="864000" y="4365450"/>
                  <a:ext cx="576000" cy="576000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100" dirty="0">
                      <a:solidFill>
                        <a:schemeClr val="tx1"/>
                      </a:solidFill>
                    </a:rPr>
                    <a:t>VP</a:t>
                  </a:r>
                  <a:endParaRPr lang="zh-CN" altLang="en-US" sz="140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234" name="组合 233">
                <a:extLst>
                  <a:ext uri="{FF2B5EF4-FFF2-40B4-BE49-F238E27FC236}">
                    <a16:creationId xmlns:a16="http://schemas.microsoft.com/office/drawing/2014/main" id="{A2607D62-111A-0FE0-F277-75B186793679}"/>
                  </a:ext>
                </a:extLst>
              </p:cNvPr>
              <p:cNvGrpSpPr/>
              <p:nvPr/>
            </p:nvGrpSpPr>
            <p:grpSpPr>
              <a:xfrm>
                <a:off x="6915550" y="7119900"/>
                <a:ext cx="6912000" cy="576000"/>
                <a:chOff x="864000" y="4365450"/>
                <a:chExt cx="6912000" cy="576000"/>
              </a:xfrm>
            </p:grpSpPr>
            <p:sp>
              <p:nvSpPr>
                <p:cNvPr id="235" name="矩形: 圆角 234">
                  <a:extLst>
                    <a:ext uri="{FF2B5EF4-FFF2-40B4-BE49-F238E27FC236}">
                      <a16:creationId xmlns:a16="http://schemas.microsoft.com/office/drawing/2014/main" id="{5B220DC4-C353-7E45-A53C-DC8263165A01}"/>
                    </a:ext>
                  </a:extLst>
                </p:cNvPr>
                <p:cNvSpPr/>
                <p:nvPr/>
              </p:nvSpPr>
              <p:spPr>
                <a:xfrm>
                  <a:off x="1440000" y="4365450"/>
                  <a:ext cx="576000" cy="576000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400" dirty="0">
                      <a:solidFill>
                        <a:schemeClr val="tx1"/>
                      </a:solidFill>
                    </a:rPr>
                    <a:t>0</a:t>
                  </a:r>
                  <a:endParaRPr lang="zh-CN" altLang="en-US" sz="14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37" name="矩形: 圆角 236">
                  <a:extLst>
                    <a:ext uri="{FF2B5EF4-FFF2-40B4-BE49-F238E27FC236}">
                      <a16:creationId xmlns:a16="http://schemas.microsoft.com/office/drawing/2014/main" id="{18CFABE2-DF70-512B-EDF4-45C2558DAEC5}"/>
                    </a:ext>
                  </a:extLst>
                </p:cNvPr>
                <p:cNvSpPr/>
                <p:nvPr/>
              </p:nvSpPr>
              <p:spPr>
                <a:xfrm>
                  <a:off x="2016000" y="4365450"/>
                  <a:ext cx="576000" cy="576000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400" dirty="0">
                      <a:solidFill>
                        <a:schemeClr val="tx1"/>
                      </a:solidFill>
                    </a:rPr>
                    <a:t>1</a:t>
                  </a:r>
                  <a:endParaRPr lang="zh-CN" altLang="en-US" sz="14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38" name="矩形: 圆角 237">
                  <a:extLst>
                    <a:ext uri="{FF2B5EF4-FFF2-40B4-BE49-F238E27FC236}">
                      <a16:creationId xmlns:a16="http://schemas.microsoft.com/office/drawing/2014/main" id="{C2B4935A-3DC6-1ED6-A156-B45F08A648F4}"/>
                    </a:ext>
                  </a:extLst>
                </p:cNvPr>
                <p:cNvSpPr/>
                <p:nvPr/>
              </p:nvSpPr>
              <p:spPr>
                <a:xfrm>
                  <a:off x="2592000" y="4365450"/>
                  <a:ext cx="576000" cy="576000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400" dirty="0">
                      <a:solidFill>
                        <a:schemeClr val="tx1"/>
                      </a:solidFill>
                    </a:rPr>
                    <a:t>2</a:t>
                  </a:r>
                  <a:endParaRPr lang="zh-CN" altLang="en-US" sz="14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39" name="矩形: 圆角 238">
                  <a:extLst>
                    <a:ext uri="{FF2B5EF4-FFF2-40B4-BE49-F238E27FC236}">
                      <a16:creationId xmlns:a16="http://schemas.microsoft.com/office/drawing/2014/main" id="{991531DF-98C3-FB87-E42C-42E2AA5CBE1A}"/>
                    </a:ext>
                  </a:extLst>
                </p:cNvPr>
                <p:cNvSpPr/>
                <p:nvPr/>
              </p:nvSpPr>
              <p:spPr>
                <a:xfrm>
                  <a:off x="3168000" y="4365450"/>
                  <a:ext cx="576000" cy="576000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400" dirty="0">
                      <a:solidFill>
                        <a:schemeClr val="tx1"/>
                      </a:solidFill>
                    </a:rPr>
                    <a:t>3</a:t>
                  </a:r>
                  <a:endParaRPr lang="zh-CN" altLang="en-US" sz="14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42" name="矩形: 圆角 241">
                  <a:extLst>
                    <a:ext uri="{FF2B5EF4-FFF2-40B4-BE49-F238E27FC236}">
                      <a16:creationId xmlns:a16="http://schemas.microsoft.com/office/drawing/2014/main" id="{CE154E3D-8458-618B-6AD4-D2520EEC74E7}"/>
                    </a:ext>
                  </a:extLst>
                </p:cNvPr>
                <p:cNvSpPr/>
                <p:nvPr/>
              </p:nvSpPr>
              <p:spPr>
                <a:xfrm>
                  <a:off x="3744000" y="4365450"/>
                  <a:ext cx="576000" cy="576000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400" dirty="0">
                      <a:solidFill>
                        <a:schemeClr val="tx1"/>
                      </a:solidFill>
                    </a:rPr>
                    <a:t>4</a:t>
                  </a:r>
                  <a:endParaRPr lang="zh-CN" altLang="en-US" sz="14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43" name="矩形: 圆角 242">
                  <a:extLst>
                    <a:ext uri="{FF2B5EF4-FFF2-40B4-BE49-F238E27FC236}">
                      <a16:creationId xmlns:a16="http://schemas.microsoft.com/office/drawing/2014/main" id="{075E6178-3FE2-A122-C268-2B11EA326CCE}"/>
                    </a:ext>
                  </a:extLst>
                </p:cNvPr>
                <p:cNvSpPr/>
                <p:nvPr/>
              </p:nvSpPr>
              <p:spPr>
                <a:xfrm>
                  <a:off x="4320000" y="4365450"/>
                  <a:ext cx="576000" cy="576000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400" dirty="0">
                      <a:solidFill>
                        <a:schemeClr val="tx1"/>
                      </a:solidFill>
                    </a:rPr>
                    <a:t>5</a:t>
                  </a:r>
                  <a:endParaRPr lang="zh-CN" altLang="en-US" sz="14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45" name="矩形: 圆角 244">
                  <a:extLst>
                    <a:ext uri="{FF2B5EF4-FFF2-40B4-BE49-F238E27FC236}">
                      <a16:creationId xmlns:a16="http://schemas.microsoft.com/office/drawing/2014/main" id="{8E46AECD-A5E7-6EB4-D47B-A3C5E68A7363}"/>
                    </a:ext>
                  </a:extLst>
                </p:cNvPr>
                <p:cNvSpPr/>
                <p:nvPr/>
              </p:nvSpPr>
              <p:spPr>
                <a:xfrm>
                  <a:off x="4896000" y="4365450"/>
                  <a:ext cx="576000" cy="576000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400" dirty="0">
                      <a:solidFill>
                        <a:schemeClr val="tx1"/>
                      </a:solidFill>
                    </a:rPr>
                    <a:t>6</a:t>
                  </a:r>
                  <a:endParaRPr lang="zh-CN" altLang="en-US" sz="14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46" name="矩形: 圆角 245">
                  <a:extLst>
                    <a:ext uri="{FF2B5EF4-FFF2-40B4-BE49-F238E27FC236}">
                      <a16:creationId xmlns:a16="http://schemas.microsoft.com/office/drawing/2014/main" id="{4C35CB9F-4D39-23CF-6D97-1854783C461A}"/>
                    </a:ext>
                  </a:extLst>
                </p:cNvPr>
                <p:cNvSpPr/>
                <p:nvPr/>
              </p:nvSpPr>
              <p:spPr>
                <a:xfrm>
                  <a:off x="5472000" y="4365450"/>
                  <a:ext cx="576000" cy="576000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400" dirty="0">
                      <a:solidFill>
                        <a:schemeClr val="tx1"/>
                      </a:solidFill>
                    </a:rPr>
                    <a:t>7</a:t>
                  </a:r>
                  <a:endParaRPr lang="zh-CN" altLang="en-US" sz="14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48" name="矩形: 圆角 247">
                  <a:extLst>
                    <a:ext uri="{FF2B5EF4-FFF2-40B4-BE49-F238E27FC236}">
                      <a16:creationId xmlns:a16="http://schemas.microsoft.com/office/drawing/2014/main" id="{D13835D2-3D85-AE91-D90C-0E14E7C03F93}"/>
                    </a:ext>
                  </a:extLst>
                </p:cNvPr>
                <p:cNvSpPr/>
                <p:nvPr/>
              </p:nvSpPr>
              <p:spPr>
                <a:xfrm>
                  <a:off x="6048000" y="4365450"/>
                  <a:ext cx="576000" cy="576000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400" dirty="0">
                      <a:solidFill>
                        <a:schemeClr val="tx1"/>
                      </a:solidFill>
                    </a:rPr>
                    <a:t>8</a:t>
                  </a:r>
                  <a:endParaRPr lang="zh-CN" altLang="en-US" sz="14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49" name="矩形: 圆角 248">
                  <a:extLst>
                    <a:ext uri="{FF2B5EF4-FFF2-40B4-BE49-F238E27FC236}">
                      <a16:creationId xmlns:a16="http://schemas.microsoft.com/office/drawing/2014/main" id="{B4D947F6-7DAF-6259-620B-D5B54F951BAD}"/>
                    </a:ext>
                  </a:extLst>
                </p:cNvPr>
                <p:cNvSpPr/>
                <p:nvPr/>
              </p:nvSpPr>
              <p:spPr>
                <a:xfrm>
                  <a:off x="6624000" y="4365450"/>
                  <a:ext cx="576000" cy="576000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400" dirty="0">
                      <a:solidFill>
                        <a:schemeClr val="tx1"/>
                      </a:solidFill>
                    </a:rPr>
                    <a:t>9</a:t>
                  </a:r>
                  <a:endParaRPr lang="zh-CN" altLang="en-US" sz="14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51" name="矩形: 圆角 250">
                  <a:extLst>
                    <a:ext uri="{FF2B5EF4-FFF2-40B4-BE49-F238E27FC236}">
                      <a16:creationId xmlns:a16="http://schemas.microsoft.com/office/drawing/2014/main" id="{AFBCBD89-98F1-3AA9-4093-70CCABEBE1A7}"/>
                    </a:ext>
                  </a:extLst>
                </p:cNvPr>
                <p:cNvSpPr/>
                <p:nvPr/>
              </p:nvSpPr>
              <p:spPr>
                <a:xfrm>
                  <a:off x="7200000" y="4365450"/>
                  <a:ext cx="576000" cy="576000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200" dirty="0">
                      <a:solidFill>
                        <a:schemeClr val="tx1"/>
                      </a:solidFill>
                    </a:rPr>
                    <a:t>10</a:t>
                  </a:r>
                  <a:endParaRPr lang="zh-CN" altLang="en-US" sz="14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52" name="矩形: 圆角 251">
                  <a:extLst>
                    <a:ext uri="{FF2B5EF4-FFF2-40B4-BE49-F238E27FC236}">
                      <a16:creationId xmlns:a16="http://schemas.microsoft.com/office/drawing/2014/main" id="{81415600-DF91-D8D9-3913-45E27494BA0E}"/>
                    </a:ext>
                  </a:extLst>
                </p:cNvPr>
                <p:cNvSpPr/>
                <p:nvPr/>
              </p:nvSpPr>
              <p:spPr>
                <a:xfrm>
                  <a:off x="864000" y="4365450"/>
                  <a:ext cx="576000" cy="576000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zh-CN" altLang="en-US" sz="1400" dirty="0">
                      <a:solidFill>
                        <a:schemeClr val="tx1"/>
                      </a:solidFill>
                    </a:rPr>
                    <a:t>十</a:t>
                  </a:r>
                  <a:endParaRPr lang="en-US" altLang="zh-CN" sz="1400" dirty="0">
                    <a:solidFill>
                      <a:schemeClr val="tx1"/>
                    </a:solidFill>
                  </a:endParaRP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29011237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29152C-56DE-462A-5E50-22D6E092A8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8" name="组合 267">
            <a:extLst>
              <a:ext uri="{FF2B5EF4-FFF2-40B4-BE49-F238E27FC236}">
                <a16:creationId xmlns:a16="http://schemas.microsoft.com/office/drawing/2014/main" id="{D3FB8480-21E4-EDF9-3FEE-090394BB029A}"/>
              </a:ext>
            </a:extLst>
          </p:cNvPr>
          <p:cNvGrpSpPr/>
          <p:nvPr/>
        </p:nvGrpSpPr>
        <p:grpSpPr>
          <a:xfrm>
            <a:off x="-70020" y="293137"/>
            <a:ext cx="15248363" cy="9480162"/>
            <a:chOff x="-70020" y="293137"/>
            <a:chExt cx="15248363" cy="9480162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086625F3-DFE5-B25D-E7C1-0461B6FB4DDE}"/>
                </a:ext>
              </a:extLst>
            </p:cNvPr>
            <p:cNvSpPr/>
            <p:nvPr/>
          </p:nvSpPr>
          <p:spPr>
            <a:xfrm>
              <a:off x="-58994" y="293137"/>
              <a:ext cx="15237337" cy="947029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2" name="组合 1">
              <a:extLst>
                <a:ext uri="{FF2B5EF4-FFF2-40B4-BE49-F238E27FC236}">
                  <a16:creationId xmlns:a16="http://schemas.microsoft.com/office/drawing/2014/main" id="{096261B6-64C2-F4F3-B977-37B0B2DE9E03}"/>
                </a:ext>
              </a:extLst>
            </p:cNvPr>
            <p:cNvGrpSpPr/>
            <p:nvPr/>
          </p:nvGrpSpPr>
          <p:grpSpPr>
            <a:xfrm>
              <a:off x="-70020" y="307824"/>
              <a:ext cx="15076865" cy="9465475"/>
              <a:chOff x="-70020" y="524134"/>
              <a:chExt cx="15076865" cy="9465475"/>
            </a:xfrm>
          </p:grpSpPr>
          <p:grpSp>
            <p:nvGrpSpPr>
              <p:cNvPr id="181" name="组合 180">
                <a:extLst>
                  <a:ext uri="{FF2B5EF4-FFF2-40B4-BE49-F238E27FC236}">
                    <a16:creationId xmlns:a16="http://schemas.microsoft.com/office/drawing/2014/main" id="{283D1364-5F94-B11E-BFDB-E1AD25611805}"/>
                  </a:ext>
                </a:extLst>
              </p:cNvPr>
              <p:cNvGrpSpPr/>
              <p:nvPr/>
            </p:nvGrpSpPr>
            <p:grpSpPr>
              <a:xfrm>
                <a:off x="-70020" y="524134"/>
                <a:ext cx="15076865" cy="9465475"/>
                <a:chOff x="20640" y="328800"/>
                <a:chExt cx="15076865" cy="9465475"/>
              </a:xfrm>
            </p:grpSpPr>
            <mc:AlternateContent xmlns:mc="http://schemas.openxmlformats.org/markup-compatibility/2006" xmlns:p14="http://schemas.microsoft.com/office/powerpoint/2010/main">
              <mc:Choice Requires="p14">
                <p:contentPart p14:bwMode="auto" r:id="rId2">
                  <p14:nvContentPartPr>
                    <p14:cNvPr id="6" name="墨迹 5">
                      <a:extLst>
                        <a:ext uri="{FF2B5EF4-FFF2-40B4-BE49-F238E27FC236}">
                          <a16:creationId xmlns:a16="http://schemas.microsoft.com/office/drawing/2014/main" id="{531838D7-5240-D6C5-CC01-BF1515B3DF67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11374385" y="1294680"/>
                    <a:ext cx="3723120" cy="2250720"/>
                  </p14:xfrm>
                </p:contentPart>
              </mc:Choice>
              <mc:Fallback xmlns="">
                <p:pic>
                  <p:nvPicPr>
                    <p:cNvPr id="6" name="墨迹 5">
                      <a:extLst>
                        <a:ext uri="{FF2B5EF4-FFF2-40B4-BE49-F238E27FC236}">
                          <a16:creationId xmlns:a16="http://schemas.microsoft.com/office/drawing/2014/main" id="{4BC4B4C3-E566-A9D9-0749-6DDF16932591}"/>
                        </a:ext>
                      </a:extLst>
                    </p:cNvPr>
                    <p:cNvPicPr/>
                    <p:nvPr/>
                  </p:nvPicPr>
                  <p:blipFill>
                    <a:blip r:embed="rId3"/>
                    <a:stretch>
                      <a:fillRect/>
                    </a:stretch>
                  </p:blipFill>
                  <p:spPr>
                    <a:xfrm>
                      <a:off x="11311385" y="1231670"/>
                      <a:ext cx="3848760" cy="237638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4">
                  <p14:nvContentPartPr>
                    <p14:cNvPr id="7" name="墨迹 6">
                      <a:extLst>
                        <a:ext uri="{FF2B5EF4-FFF2-40B4-BE49-F238E27FC236}">
                          <a16:creationId xmlns:a16="http://schemas.microsoft.com/office/drawing/2014/main" id="{4711864C-5355-0F20-0AAE-21729D9CB633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12090065" y="3416700"/>
                    <a:ext cx="2378880" cy="1450080"/>
                  </p14:xfrm>
                </p:contentPart>
              </mc:Choice>
              <mc:Fallback xmlns="">
                <p:pic>
                  <p:nvPicPr>
                    <p:cNvPr id="7" name="墨迹 6">
                      <a:extLst>
                        <a:ext uri="{FF2B5EF4-FFF2-40B4-BE49-F238E27FC236}">
                          <a16:creationId xmlns:a16="http://schemas.microsoft.com/office/drawing/2014/main" id="{D034EA22-3985-B829-5027-079961A53E29}"/>
                        </a:ext>
                      </a:extLst>
                    </p:cNvPr>
                    <p:cNvPicPr/>
                    <p:nvPr/>
                  </p:nvPicPr>
                  <p:blipFill>
                    <a:blip r:embed="rId5"/>
                    <a:stretch>
                      <a:fillRect/>
                    </a:stretch>
                  </p:blipFill>
                  <p:spPr>
                    <a:xfrm>
                      <a:off x="12027065" y="3353700"/>
                      <a:ext cx="2504520" cy="157572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6">
                  <p14:nvContentPartPr>
                    <p14:cNvPr id="8" name="墨迹 7">
                      <a:extLst>
                        <a:ext uri="{FF2B5EF4-FFF2-40B4-BE49-F238E27FC236}">
                          <a16:creationId xmlns:a16="http://schemas.microsoft.com/office/drawing/2014/main" id="{3B892B05-57C9-98DF-BEE4-DC46D1EB94BB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12375545" y="4940220"/>
                    <a:ext cx="1032480" cy="2197440"/>
                  </p14:xfrm>
                </p:contentPart>
              </mc:Choice>
              <mc:Fallback xmlns="">
                <p:pic>
                  <p:nvPicPr>
                    <p:cNvPr id="8" name="墨迹 7">
                      <a:extLst>
                        <a:ext uri="{FF2B5EF4-FFF2-40B4-BE49-F238E27FC236}">
                          <a16:creationId xmlns:a16="http://schemas.microsoft.com/office/drawing/2014/main" id="{57CD3276-E690-68AB-09F4-65D16DA21FD8}"/>
                        </a:ext>
                      </a:extLst>
                    </p:cNvPr>
                    <p:cNvPicPr/>
                    <p:nvPr/>
                  </p:nvPicPr>
                  <p:blipFill>
                    <a:blip r:embed="rId7"/>
                    <a:stretch>
                      <a:fillRect/>
                    </a:stretch>
                  </p:blipFill>
                  <p:spPr>
                    <a:xfrm>
                      <a:off x="12312567" y="4877230"/>
                      <a:ext cx="1158076" cy="2323059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8">
                  <p14:nvContentPartPr>
                    <p14:cNvPr id="9" name="墨迹 8">
                      <a:extLst>
                        <a:ext uri="{FF2B5EF4-FFF2-40B4-BE49-F238E27FC236}">
                          <a16:creationId xmlns:a16="http://schemas.microsoft.com/office/drawing/2014/main" id="{BBF528B2-4730-E0CA-BCB3-A2FF8E483244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13032185" y="7159260"/>
                    <a:ext cx="1126440" cy="2581920"/>
                  </p14:xfrm>
                </p:contentPart>
              </mc:Choice>
              <mc:Fallback xmlns="">
                <p:pic>
                  <p:nvPicPr>
                    <p:cNvPr id="9" name="墨迹 8">
                      <a:extLst>
                        <a:ext uri="{FF2B5EF4-FFF2-40B4-BE49-F238E27FC236}">
                          <a16:creationId xmlns:a16="http://schemas.microsoft.com/office/drawing/2014/main" id="{044738CA-E916-D9E0-D51B-0FD193222B75}"/>
                        </a:ext>
                      </a:extLst>
                    </p:cNvPr>
                    <p:cNvPicPr/>
                    <p:nvPr/>
                  </p:nvPicPr>
                  <p:blipFill>
                    <a:blip r:embed="rId9"/>
                    <a:stretch>
                      <a:fillRect/>
                    </a:stretch>
                  </p:blipFill>
                  <p:spPr>
                    <a:xfrm>
                      <a:off x="12969185" y="7096251"/>
                      <a:ext cx="1252080" cy="2707578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10">
                  <p14:nvContentPartPr>
                    <p14:cNvPr id="119" name="墨迹 118">
                      <a:extLst>
                        <a:ext uri="{FF2B5EF4-FFF2-40B4-BE49-F238E27FC236}">
                          <a16:creationId xmlns:a16="http://schemas.microsoft.com/office/drawing/2014/main" id="{DC8E5FBB-A9CC-AFC2-8017-2A63B8A94F8F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881760" y="333480"/>
                    <a:ext cx="2537640" cy="3328920"/>
                  </p14:xfrm>
                </p:contentPart>
              </mc:Choice>
              <mc:Fallback xmlns="">
                <p:pic>
                  <p:nvPicPr>
                    <p:cNvPr id="119" name="墨迹 118">
                      <a:extLst>
                        <a:ext uri="{FF2B5EF4-FFF2-40B4-BE49-F238E27FC236}">
                          <a16:creationId xmlns:a16="http://schemas.microsoft.com/office/drawing/2014/main" id="{B58F7DEA-F83C-F2D8-5264-2EA38A14DE61}"/>
                        </a:ext>
                      </a:extLst>
                    </p:cNvPr>
                    <p:cNvPicPr/>
                    <p:nvPr/>
                  </p:nvPicPr>
                  <p:blipFill>
                    <a:blip r:embed="rId11"/>
                    <a:stretch>
                      <a:fillRect/>
                    </a:stretch>
                  </p:blipFill>
                  <p:spPr>
                    <a:xfrm>
                      <a:off x="846120" y="297480"/>
                      <a:ext cx="2609280" cy="340056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12">
                  <p14:nvContentPartPr>
                    <p14:cNvPr id="154" name="墨迹 153">
                      <a:extLst>
                        <a:ext uri="{FF2B5EF4-FFF2-40B4-BE49-F238E27FC236}">
                          <a16:creationId xmlns:a16="http://schemas.microsoft.com/office/drawing/2014/main" id="{1433CAF8-8D18-BD68-95E8-B3B18B0C2D2C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20640" y="3223560"/>
                    <a:ext cx="3310200" cy="1949400"/>
                  </p14:xfrm>
                </p:contentPart>
              </mc:Choice>
              <mc:Fallback xmlns="">
                <p:pic>
                  <p:nvPicPr>
                    <p:cNvPr id="154" name="墨迹 153">
                      <a:extLst>
                        <a:ext uri="{FF2B5EF4-FFF2-40B4-BE49-F238E27FC236}">
                          <a16:creationId xmlns:a16="http://schemas.microsoft.com/office/drawing/2014/main" id="{B4CDE80D-D490-CDE0-A94E-1673E767046D}"/>
                        </a:ext>
                      </a:extLst>
                    </p:cNvPr>
                    <p:cNvPicPr/>
                    <p:nvPr/>
                  </p:nvPicPr>
                  <p:blipFill>
                    <a:blip r:embed="rId13"/>
                    <a:stretch>
                      <a:fillRect/>
                    </a:stretch>
                  </p:blipFill>
                  <p:spPr>
                    <a:xfrm>
                      <a:off x="-15000" y="3187920"/>
                      <a:ext cx="3381840" cy="202104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14">
                  <p14:nvContentPartPr>
                    <p14:cNvPr id="155" name="墨迹 154">
                      <a:extLst>
                        <a:ext uri="{FF2B5EF4-FFF2-40B4-BE49-F238E27FC236}">
                          <a16:creationId xmlns:a16="http://schemas.microsoft.com/office/drawing/2014/main" id="{7F1651BC-B148-117C-F9E5-DC7A216F0A31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1872840" y="4924200"/>
                    <a:ext cx="860760" cy="1517760"/>
                  </p14:xfrm>
                </p:contentPart>
              </mc:Choice>
              <mc:Fallback xmlns="">
                <p:pic>
                  <p:nvPicPr>
                    <p:cNvPr id="155" name="墨迹 154">
                      <a:extLst>
                        <a:ext uri="{FF2B5EF4-FFF2-40B4-BE49-F238E27FC236}">
                          <a16:creationId xmlns:a16="http://schemas.microsoft.com/office/drawing/2014/main" id="{2BA4CA15-C53B-C627-168C-FB311707EA67}"/>
                        </a:ext>
                      </a:extLst>
                    </p:cNvPr>
                    <p:cNvPicPr/>
                    <p:nvPr/>
                  </p:nvPicPr>
                  <p:blipFill>
                    <a:blip r:embed="rId15"/>
                    <a:stretch>
                      <a:fillRect/>
                    </a:stretch>
                  </p:blipFill>
                  <p:spPr>
                    <a:xfrm>
                      <a:off x="1837200" y="4888200"/>
                      <a:ext cx="932400" cy="158940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16">
                  <p14:nvContentPartPr>
                    <p14:cNvPr id="157" name="墨迹 156">
                      <a:extLst>
                        <a:ext uri="{FF2B5EF4-FFF2-40B4-BE49-F238E27FC236}">
                          <a16:creationId xmlns:a16="http://schemas.microsoft.com/office/drawing/2014/main" id="{DF3D93DB-2687-23A2-ECEA-448CB7E753D1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2787475" y="3971100"/>
                    <a:ext cx="3997800" cy="2734920"/>
                  </p14:xfrm>
                </p:contentPart>
              </mc:Choice>
              <mc:Fallback xmlns="">
                <p:pic>
                  <p:nvPicPr>
                    <p:cNvPr id="157" name="墨迹 156">
                      <a:extLst>
                        <a:ext uri="{FF2B5EF4-FFF2-40B4-BE49-F238E27FC236}">
                          <a16:creationId xmlns:a16="http://schemas.microsoft.com/office/drawing/2014/main" id="{0E42F45A-4123-1FAF-B5C2-FBB5CB9B3BA1}"/>
                        </a:ext>
                      </a:extLst>
                    </p:cNvPr>
                    <p:cNvPicPr/>
                    <p:nvPr/>
                  </p:nvPicPr>
                  <p:blipFill>
                    <a:blip r:embed="rId17"/>
                    <a:stretch>
                      <a:fillRect/>
                    </a:stretch>
                  </p:blipFill>
                  <p:spPr>
                    <a:xfrm>
                      <a:off x="2751475" y="3935100"/>
                      <a:ext cx="4069440" cy="280656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18">
                  <p14:nvContentPartPr>
                    <p14:cNvPr id="158" name="墨迹 157">
                      <a:extLst>
                        <a:ext uri="{FF2B5EF4-FFF2-40B4-BE49-F238E27FC236}">
                          <a16:creationId xmlns:a16="http://schemas.microsoft.com/office/drawing/2014/main" id="{E8C85CE3-AEC5-D0D3-10C3-01E0A6000100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6827900" y="1894260"/>
                    <a:ext cx="2631240" cy="3295080"/>
                  </p14:xfrm>
                </p:contentPart>
              </mc:Choice>
              <mc:Fallback xmlns="">
                <p:pic>
                  <p:nvPicPr>
                    <p:cNvPr id="158" name="墨迹 157">
                      <a:extLst>
                        <a:ext uri="{FF2B5EF4-FFF2-40B4-BE49-F238E27FC236}">
                          <a16:creationId xmlns:a16="http://schemas.microsoft.com/office/drawing/2014/main" id="{A4517B4D-689A-B9FC-C45E-9DB4827B6851}"/>
                        </a:ext>
                      </a:extLst>
                    </p:cNvPr>
                    <p:cNvPicPr/>
                    <p:nvPr/>
                  </p:nvPicPr>
                  <p:blipFill>
                    <a:blip r:embed="rId19"/>
                    <a:stretch>
                      <a:fillRect/>
                    </a:stretch>
                  </p:blipFill>
                  <p:spPr>
                    <a:xfrm>
                      <a:off x="6791900" y="1858620"/>
                      <a:ext cx="2702880" cy="336672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20">
                  <p14:nvContentPartPr>
                    <p14:cNvPr id="160" name="墨迹 159">
                      <a:extLst>
                        <a:ext uri="{FF2B5EF4-FFF2-40B4-BE49-F238E27FC236}">
                          <a16:creationId xmlns:a16="http://schemas.microsoft.com/office/drawing/2014/main" id="{66891AC9-8FCB-51B0-D5DA-2484F8A3C559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9350060" y="328800"/>
                    <a:ext cx="1921320" cy="1563840"/>
                  </p14:xfrm>
                </p:contentPart>
              </mc:Choice>
              <mc:Fallback xmlns="">
                <p:pic>
                  <p:nvPicPr>
                    <p:cNvPr id="160" name="墨迹 159">
                      <a:extLst>
                        <a:ext uri="{FF2B5EF4-FFF2-40B4-BE49-F238E27FC236}">
                          <a16:creationId xmlns:a16="http://schemas.microsoft.com/office/drawing/2014/main" id="{84F33360-F5AF-D9C5-1027-9800361DB0D4}"/>
                        </a:ext>
                      </a:extLst>
                    </p:cNvPr>
                    <p:cNvPicPr/>
                    <p:nvPr/>
                  </p:nvPicPr>
                  <p:blipFill>
                    <a:blip r:embed="rId21"/>
                    <a:stretch>
                      <a:fillRect/>
                    </a:stretch>
                  </p:blipFill>
                  <p:spPr>
                    <a:xfrm>
                      <a:off x="9314420" y="292800"/>
                      <a:ext cx="1992960" cy="163548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22">
                  <p14:nvContentPartPr>
                    <p14:cNvPr id="161" name="墨迹 160">
                      <a:extLst>
                        <a:ext uri="{FF2B5EF4-FFF2-40B4-BE49-F238E27FC236}">
                          <a16:creationId xmlns:a16="http://schemas.microsoft.com/office/drawing/2014/main" id="{250A541E-A52E-B6BC-334B-69D9882BC10A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5790960" y="333120"/>
                    <a:ext cx="1641960" cy="1778400"/>
                  </p14:xfrm>
                </p:contentPart>
              </mc:Choice>
              <mc:Fallback xmlns="">
                <p:pic>
                  <p:nvPicPr>
                    <p:cNvPr id="161" name="墨迹 160">
                      <a:extLst>
                        <a:ext uri="{FF2B5EF4-FFF2-40B4-BE49-F238E27FC236}">
                          <a16:creationId xmlns:a16="http://schemas.microsoft.com/office/drawing/2014/main" id="{506B1C7E-2097-641F-D5EA-06AE4402C070}"/>
                        </a:ext>
                      </a:extLst>
                    </p:cNvPr>
                    <p:cNvPicPr/>
                    <p:nvPr/>
                  </p:nvPicPr>
                  <p:blipFill>
                    <a:blip r:embed="rId23"/>
                    <a:stretch>
                      <a:fillRect/>
                    </a:stretch>
                  </p:blipFill>
                  <p:spPr>
                    <a:xfrm>
                      <a:off x="5755320" y="297480"/>
                      <a:ext cx="1713600" cy="1850040"/>
                    </a:xfrm>
                    <a:prstGeom prst="rect">
                      <a:avLst/>
                    </a:prstGeom>
                  </p:spPr>
                </p:pic>
              </mc:Fallback>
            </mc:AlternateContent>
            <p:grpSp>
              <p:nvGrpSpPr>
                <p:cNvPr id="165" name="组合 164">
                  <a:extLst>
                    <a:ext uri="{FF2B5EF4-FFF2-40B4-BE49-F238E27FC236}">
                      <a16:creationId xmlns:a16="http://schemas.microsoft.com/office/drawing/2014/main" id="{2DA8C84A-7EA6-1CA4-E456-8BDF4A27D302}"/>
                    </a:ext>
                  </a:extLst>
                </p:cNvPr>
                <p:cNvGrpSpPr/>
                <p:nvPr/>
              </p:nvGrpSpPr>
              <p:grpSpPr>
                <a:xfrm>
                  <a:off x="6184800" y="4694340"/>
                  <a:ext cx="790920" cy="468360"/>
                  <a:chOff x="6184800" y="4694340"/>
                  <a:chExt cx="790920" cy="468360"/>
                </a:xfrm>
              </p:grpSpPr>
              <mc:AlternateContent xmlns:mc="http://schemas.openxmlformats.org/markup-compatibility/2006" xmlns:p14="http://schemas.microsoft.com/office/powerpoint/2010/main">
                <mc:Choice Requires="p14">
                  <p:contentPart p14:bwMode="auto" r:id="rId24">
                    <p14:nvContentPartPr>
                      <p14:cNvPr id="162" name="墨迹 161">
                        <a:extLst>
                          <a:ext uri="{FF2B5EF4-FFF2-40B4-BE49-F238E27FC236}">
                            <a16:creationId xmlns:a16="http://schemas.microsoft.com/office/drawing/2014/main" id="{B11A748B-37CD-C80E-7AE0-E55E16B05321}"/>
                          </a:ext>
                        </a:extLst>
                      </p14:cNvPr>
                      <p14:cNvContentPartPr/>
                      <p14:nvPr/>
                    </p14:nvContentPartPr>
                    <p14:xfrm>
                      <a:off x="6184800" y="4750860"/>
                      <a:ext cx="700560" cy="411840"/>
                    </p14:xfrm>
                  </p:contentPart>
                </mc:Choice>
                <mc:Fallback xmlns="">
                  <p:pic>
                    <p:nvPicPr>
                      <p:cNvPr id="162" name="墨迹 161">
                        <a:extLst>
                          <a:ext uri="{FF2B5EF4-FFF2-40B4-BE49-F238E27FC236}">
                            <a16:creationId xmlns:a16="http://schemas.microsoft.com/office/drawing/2014/main" id="{8A8AA35C-9513-3B97-8984-A6DFDE6CBE9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6148800" y="4714860"/>
                        <a:ext cx="772200" cy="483480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  <mc:AlternateContent xmlns:mc="http://schemas.openxmlformats.org/markup-compatibility/2006" xmlns:p14="http://schemas.microsoft.com/office/powerpoint/2010/main">
                <mc:Choice Requires="p14">
                  <p:contentPart p14:bwMode="auto" r:id="rId26">
                    <p14:nvContentPartPr>
                      <p14:cNvPr id="164" name="墨迹 163">
                        <a:extLst>
                          <a:ext uri="{FF2B5EF4-FFF2-40B4-BE49-F238E27FC236}">
                            <a16:creationId xmlns:a16="http://schemas.microsoft.com/office/drawing/2014/main" id="{1998E9F9-6B2A-F4F7-E00C-CEBCF3DE6F3A}"/>
                          </a:ext>
                        </a:extLst>
                      </p14:cNvPr>
                      <p14:cNvContentPartPr/>
                      <p14:nvPr/>
                    </p14:nvContentPartPr>
                    <p14:xfrm>
                      <a:off x="6914880" y="4694340"/>
                      <a:ext cx="60840" cy="8280"/>
                    </p14:xfrm>
                  </p:contentPart>
                </mc:Choice>
                <mc:Fallback xmlns="">
                  <p:pic>
                    <p:nvPicPr>
                      <p:cNvPr id="164" name="墨迹 163">
                        <a:extLst>
                          <a:ext uri="{FF2B5EF4-FFF2-40B4-BE49-F238E27FC236}">
                            <a16:creationId xmlns:a16="http://schemas.microsoft.com/office/drawing/2014/main" id="{A03BF210-C05E-3FC3-1142-8C6718E87BA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6879240" y="4658340"/>
                        <a:ext cx="132480" cy="79920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</p:grpSp>
            <mc:AlternateContent xmlns:mc="http://schemas.openxmlformats.org/markup-compatibility/2006" xmlns:p14="http://schemas.microsoft.com/office/powerpoint/2010/main">
              <mc:Choice Requires="p14">
                <p:contentPart p14:bwMode="auto" r:id="rId28">
                  <p14:nvContentPartPr>
                    <p14:cNvPr id="166" name="墨迹 165">
                      <a:extLst>
                        <a:ext uri="{FF2B5EF4-FFF2-40B4-BE49-F238E27FC236}">
                          <a16:creationId xmlns:a16="http://schemas.microsoft.com/office/drawing/2014/main" id="{9A520A83-5254-2B01-A5B6-273B76350200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9439035" y="2266860"/>
                    <a:ext cx="1807920" cy="600840"/>
                  </p14:xfrm>
                </p:contentPart>
              </mc:Choice>
              <mc:Fallback xmlns="">
                <p:pic>
                  <p:nvPicPr>
                    <p:cNvPr id="166" name="墨迹 165">
                      <a:extLst>
                        <a:ext uri="{FF2B5EF4-FFF2-40B4-BE49-F238E27FC236}">
                          <a16:creationId xmlns:a16="http://schemas.microsoft.com/office/drawing/2014/main" id="{B3122C83-FF05-3E06-375F-4BB0F29E0361}"/>
                        </a:ext>
                      </a:extLst>
                    </p:cNvPr>
                    <p:cNvPicPr/>
                    <p:nvPr/>
                  </p:nvPicPr>
                  <p:blipFill>
                    <a:blip r:embed="rId29"/>
                    <a:stretch>
                      <a:fillRect/>
                    </a:stretch>
                  </p:blipFill>
                  <p:spPr>
                    <a:xfrm>
                      <a:off x="9403395" y="2230860"/>
                      <a:ext cx="1879560" cy="67248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30">
                  <p14:nvContentPartPr>
                    <p14:cNvPr id="168" name="墨迹 167">
                      <a:extLst>
                        <a:ext uri="{FF2B5EF4-FFF2-40B4-BE49-F238E27FC236}">
                          <a16:creationId xmlns:a16="http://schemas.microsoft.com/office/drawing/2014/main" id="{13652845-0AD3-3695-EB56-1B9DC62D3B01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10730355" y="3415980"/>
                    <a:ext cx="1695600" cy="2230560"/>
                  </p14:xfrm>
                </p:contentPart>
              </mc:Choice>
              <mc:Fallback xmlns="">
                <p:pic>
                  <p:nvPicPr>
                    <p:cNvPr id="168" name="墨迹 167">
                      <a:extLst>
                        <a:ext uri="{FF2B5EF4-FFF2-40B4-BE49-F238E27FC236}">
                          <a16:creationId xmlns:a16="http://schemas.microsoft.com/office/drawing/2014/main" id="{2CE0987E-3BC4-C659-2D32-D36AE3FEC666}"/>
                        </a:ext>
                      </a:extLst>
                    </p:cNvPr>
                    <p:cNvPicPr/>
                    <p:nvPr/>
                  </p:nvPicPr>
                  <p:blipFill>
                    <a:blip r:embed="rId31"/>
                    <a:stretch>
                      <a:fillRect/>
                    </a:stretch>
                  </p:blipFill>
                  <p:spPr>
                    <a:xfrm>
                      <a:off x="10694715" y="3380340"/>
                      <a:ext cx="1767240" cy="230220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32">
                  <p14:nvContentPartPr>
                    <p14:cNvPr id="169" name="墨迹 168">
                      <a:extLst>
                        <a:ext uri="{FF2B5EF4-FFF2-40B4-BE49-F238E27FC236}">
                          <a16:creationId xmlns:a16="http://schemas.microsoft.com/office/drawing/2014/main" id="{44856DB7-A6E6-677E-6C43-BF2F09A105EF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8886435" y="4447380"/>
                    <a:ext cx="1895040" cy="614520"/>
                  </p14:xfrm>
                </p:contentPart>
              </mc:Choice>
              <mc:Fallback xmlns="">
                <p:pic>
                  <p:nvPicPr>
                    <p:cNvPr id="169" name="墨迹 168">
                      <a:extLst>
                        <a:ext uri="{FF2B5EF4-FFF2-40B4-BE49-F238E27FC236}">
                          <a16:creationId xmlns:a16="http://schemas.microsoft.com/office/drawing/2014/main" id="{BE7DBD50-0FCC-52EA-9920-5CC6C0929016}"/>
                        </a:ext>
                      </a:extLst>
                    </p:cNvPr>
                    <p:cNvPicPr/>
                    <p:nvPr/>
                  </p:nvPicPr>
                  <p:blipFill>
                    <a:blip r:embed="rId33"/>
                    <a:stretch>
                      <a:fillRect/>
                    </a:stretch>
                  </p:blipFill>
                  <p:spPr>
                    <a:xfrm>
                      <a:off x="8850795" y="4411380"/>
                      <a:ext cx="1966680" cy="68616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34">
                  <p14:nvContentPartPr>
                    <p14:cNvPr id="171" name="墨迹 170">
                      <a:extLst>
                        <a:ext uri="{FF2B5EF4-FFF2-40B4-BE49-F238E27FC236}">
                          <a16:creationId xmlns:a16="http://schemas.microsoft.com/office/drawing/2014/main" id="{1F5CA5A2-18B9-C61B-0FEB-B5D052E95417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10387050" y="6105180"/>
                    <a:ext cx="2954520" cy="2430000"/>
                  </p14:xfrm>
                </p:contentPart>
              </mc:Choice>
              <mc:Fallback xmlns="">
                <p:pic>
                  <p:nvPicPr>
                    <p:cNvPr id="171" name="墨迹 170">
                      <a:extLst>
                        <a:ext uri="{FF2B5EF4-FFF2-40B4-BE49-F238E27FC236}">
                          <a16:creationId xmlns:a16="http://schemas.microsoft.com/office/drawing/2014/main" id="{7A9F738A-D8CF-CD58-3455-4D68D5B2A113}"/>
                        </a:ext>
                      </a:extLst>
                    </p:cNvPr>
                    <p:cNvPicPr/>
                    <p:nvPr/>
                  </p:nvPicPr>
                  <p:blipFill>
                    <a:blip r:embed="rId35"/>
                    <a:stretch>
                      <a:fillRect/>
                    </a:stretch>
                  </p:blipFill>
                  <p:spPr>
                    <a:xfrm>
                      <a:off x="10351410" y="6069540"/>
                      <a:ext cx="3026160" cy="250164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36">
                  <p14:nvContentPartPr>
                    <p14:cNvPr id="172" name="墨迹 171">
                      <a:extLst>
                        <a:ext uri="{FF2B5EF4-FFF2-40B4-BE49-F238E27FC236}">
                          <a16:creationId xmlns:a16="http://schemas.microsoft.com/office/drawing/2014/main" id="{F7A86382-AAEC-13AE-9404-AEFFA1FCB3D2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9966210" y="8600875"/>
                    <a:ext cx="902160" cy="1184760"/>
                  </p14:xfrm>
                </p:contentPart>
              </mc:Choice>
              <mc:Fallback xmlns="">
                <p:pic>
                  <p:nvPicPr>
                    <p:cNvPr id="172" name="墨迹 171">
                      <a:extLst>
                        <a:ext uri="{FF2B5EF4-FFF2-40B4-BE49-F238E27FC236}">
                          <a16:creationId xmlns:a16="http://schemas.microsoft.com/office/drawing/2014/main" id="{C67AEA8C-EBF6-C8AD-2169-3F6AFAB31EAF}"/>
                        </a:ext>
                      </a:extLst>
                    </p:cNvPr>
                    <p:cNvPicPr/>
                    <p:nvPr/>
                  </p:nvPicPr>
                  <p:blipFill>
                    <a:blip r:embed="rId37"/>
                    <a:stretch>
                      <a:fillRect/>
                    </a:stretch>
                  </p:blipFill>
                  <p:spPr>
                    <a:xfrm>
                      <a:off x="9930210" y="8564875"/>
                      <a:ext cx="973800" cy="125640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38">
                  <p14:nvContentPartPr>
                    <p14:cNvPr id="173" name="墨迹 172">
                      <a:extLst>
                        <a:ext uri="{FF2B5EF4-FFF2-40B4-BE49-F238E27FC236}">
                          <a16:creationId xmlns:a16="http://schemas.microsoft.com/office/drawing/2014/main" id="{576EE624-4180-DFD2-01A6-8E3AC74F0158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6743395" y="6117955"/>
                    <a:ext cx="3671280" cy="1232640"/>
                  </p14:xfrm>
                </p:contentPart>
              </mc:Choice>
              <mc:Fallback xmlns="">
                <p:pic>
                  <p:nvPicPr>
                    <p:cNvPr id="173" name="墨迹 172">
                      <a:extLst>
                        <a:ext uri="{FF2B5EF4-FFF2-40B4-BE49-F238E27FC236}">
                          <a16:creationId xmlns:a16="http://schemas.microsoft.com/office/drawing/2014/main" id="{17D5514A-4EAA-DB9A-63CD-66885694F268}"/>
                        </a:ext>
                      </a:extLst>
                    </p:cNvPr>
                    <p:cNvPicPr/>
                    <p:nvPr/>
                  </p:nvPicPr>
                  <p:blipFill>
                    <a:blip r:embed="rId39"/>
                    <a:stretch>
                      <a:fillRect/>
                    </a:stretch>
                  </p:blipFill>
                  <p:spPr>
                    <a:xfrm>
                      <a:off x="6707755" y="6082315"/>
                      <a:ext cx="3742920" cy="130428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40">
                  <p14:nvContentPartPr>
                    <p14:cNvPr id="174" name="墨迹 173">
                      <a:extLst>
                        <a:ext uri="{FF2B5EF4-FFF2-40B4-BE49-F238E27FC236}">
                          <a16:creationId xmlns:a16="http://schemas.microsoft.com/office/drawing/2014/main" id="{485F17BA-4ABE-57AA-09EE-0585F29647F6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5118890" y="6546715"/>
                    <a:ext cx="930240" cy="3044520"/>
                  </p14:xfrm>
                </p:contentPart>
              </mc:Choice>
              <mc:Fallback xmlns="">
                <p:pic>
                  <p:nvPicPr>
                    <p:cNvPr id="174" name="墨迹 173">
                      <a:extLst>
                        <a:ext uri="{FF2B5EF4-FFF2-40B4-BE49-F238E27FC236}">
                          <a16:creationId xmlns:a16="http://schemas.microsoft.com/office/drawing/2014/main" id="{7B37F0FB-79E7-FA5C-2B4F-519A187333BA}"/>
                        </a:ext>
                      </a:extLst>
                    </p:cNvPr>
                    <p:cNvPicPr/>
                    <p:nvPr/>
                  </p:nvPicPr>
                  <p:blipFill>
                    <a:blip r:embed="rId41"/>
                    <a:stretch>
                      <a:fillRect/>
                    </a:stretch>
                  </p:blipFill>
                  <p:spPr>
                    <a:xfrm>
                      <a:off x="5083250" y="6510715"/>
                      <a:ext cx="1001880" cy="311616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42">
                  <p14:nvContentPartPr>
                    <p14:cNvPr id="175" name="墨迹 174">
                      <a:extLst>
                        <a:ext uri="{FF2B5EF4-FFF2-40B4-BE49-F238E27FC236}">
                          <a16:creationId xmlns:a16="http://schemas.microsoft.com/office/drawing/2014/main" id="{E3886F27-C1E8-C639-1876-DAEABD664806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5987570" y="9616975"/>
                    <a:ext cx="13320" cy="165240"/>
                  </p14:xfrm>
                </p:contentPart>
              </mc:Choice>
              <mc:Fallback xmlns="">
                <p:pic>
                  <p:nvPicPr>
                    <p:cNvPr id="175" name="墨迹 174">
                      <a:extLst>
                        <a:ext uri="{FF2B5EF4-FFF2-40B4-BE49-F238E27FC236}">
                          <a16:creationId xmlns:a16="http://schemas.microsoft.com/office/drawing/2014/main" id="{B47C7DDC-775D-9A87-FA5D-3F0BEEE59211}"/>
                        </a:ext>
                      </a:extLst>
                    </p:cNvPr>
                    <p:cNvPicPr/>
                    <p:nvPr/>
                  </p:nvPicPr>
                  <p:blipFill>
                    <a:blip r:embed="rId43"/>
                    <a:stretch>
                      <a:fillRect/>
                    </a:stretch>
                  </p:blipFill>
                  <p:spPr>
                    <a:xfrm>
                      <a:off x="5951930" y="9580975"/>
                      <a:ext cx="84960" cy="236880"/>
                    </a:xfrm>
                    <a:prstGeom prst="rect">
                      <a:avLst/>
                    </a:prstGeom>
                  </p:spPr>
                </p:pic>
              </mc:Fallback>
            </mc:AlternateContent>
            <p:grpSp>
              <p:nvGrpSpPr>
                <p:cNvPr id="178" name="组合 177">
                  <a:extLst>
                    <a:ext uri="{FF2B5EF4-FFF2-40B4-BE49-F238E27FC236}">
                      <a16:creationId xmlns:a16="http://schemas.microsoft.com/office/drawing/2014/main" id="{A6CA4E42-87A5-3DA9-DC87-5DA95205FB03}"/>
                    </a:ext>
                  </a:extLst>
                </p:cNvPr>
                <p:cNvGrpSpPr/>
                <p:nvPr/>
              </p:nvGrpSpPr>
              <p:grpSpPr>
                <a:xfrm>
                  <a:off x="987035" y="6581455"/>
                  <a:ext cx="1838880" cy="3212820"/>
                  <a:chOff x="987035" y="6581455"/>
                  <a:chExt cx="1838880" cy="3212820"/>
                </a:xfrm>
              </p:grpSpPr>
              <mc:AlternateContent xmlns:mc="http://schemas.openxmlformats.org/markup-compatibility/2006" xmlns:p14="http://schemas.microsoft.com/office/powerpoint/2010/main">
                <mc:Choice Requires="p14">
                  <p:contentPart p14:bwMode="auto" r:id="rId44">
                    <p14:nvContentPartPr>
                      <p14:cNvPr id="176" name="墨迹 175">
                        <a:extLst>
                          <a:ext uri="{FF2B5EF4-FFF2-40B4-BE49-F238E27FC236}">
                            <a16:creationId xmlns:a16="http://schemas.microsoft.com/office/drawing/2014/main" id="{10E68658-CE38-DDCC-043C-D8D3419F3345}"/>
                          </a:ext>
                        </a:extLst>
                      </p14:cNvPr>
                      <p14:cNvContentPartPr/>
                      <p14:nvPr/>
                    </p14:nvContentPartPr>
                    <p14:xfrm>
                      <a:off x="1925195" y="6581455"/>
                      <a:ext cx="900720" cy="2332080"/>
                    </p14:xfrm>
                  </p:contentPart>
                </mc:Choice>
                <mc:Fallback xmlns="">
                  <p:pic>
                    <p:nvPicPr>
                      <p:cNvPr id="176" name="墨迹 175">
                        <a:extLst>
                          <a:ext uri="{FF2B5EF4-FFF2-40B4-BE49-F238E27FC236}">
                            <a16:creationId xmlns:a16="http://schemas.microsoft.com/office/drawing/2014/main" id="{36629FF0-E304-B4F1-ABB1-3F3C33A3148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5"/>
                      <a:stretch>
                        <a:fillRect/>
                      </a:stretch>
                    </p:blipFill>
                    <p:spPr>
                      <a:xfrm>
                        <a:off x="1889195" y="6545815"/>
                        <a:ext cx="972360" cy="2403720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  <mc:AlternateContent xmlns:mc="http://schemas.openxmlformats.org/markup-compatibility/2006" xmlns:p14="http://schemas.microsoft.com/office/powerpoint/2010/main">
                <mc:Choice Requires="p14">
                  <p:contentPart p14:bwMode="auto" r:id="rId46">
                    <p14:nvContentPartPr>
                      <p14:cNvPr id="177" name="墨迹 176">
                        <a:extLst>
                          <a:ext uri="{FF2B5EF4-FFF2-40B4-BE49-F238E27FC236}">
                            <a16:creationId xmlns:a16="http://schemas.microsoft.com/office/drawing/2014/main" id="{ACC52F16-CF92-2C02-D69F-15AC95DA4879}"/>
                          </a:ext>
                        </a:extLst>
                      </p14:cNvPr>
                      <p14:cNvContentPartPr/>
                      <p14:nvPr/>
                    </p14:nvContentPartPr>
                    <p14:xfrm>
                      <a:off x="987035" y="8927755"/>
                      <a:ext cx="934200" cy="866520"/>
                    </p14:xfrm>
                  </p:contentPart>
                </mc:Choice>
                <mc:Fallback xmlns="">
                  <p:pic>
                    <p:nvPicPr>
                      <p:cNvPr id="177" name="墨迹 176">
                        <a:extLst>
                          <a:ext uri="{FF2B5EF4-FFF2-40B4-BE49-F238E27FC236}">
                            <a16:creationId xmlns:a16="http://schemas.microsoft.com/office/drawing/2014/main" id="{722920E6-DD28-A1D6-DA47-642E33249B9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7"/>
                      <a:stretch>
                        <a:fillRect/>
                      </a:stretch>
                    </p:blipFill>
                    <p:spPr>
                      <a:xfrm>
                        <a:off x="951035" y="8892115"/>
                        <a:ext cx="1005840" cy="938160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</p:grpSp>
          </p:grpSp>
          <p:grpSp>
            <p:nvGrpSpPr>
              <p:cNvPr id="11" name="组合 10">
                <a:extLst>
                  <a:ext uri="{FF2B5EF4-FFF2-40B4-BE49-F238E27FC236}">
                    <a16:creationId xmlns:a16="http://schemas.microsoft.com/office/drawing/2014/main" id="{79E75857-9763-8419-9B78-85853EC13A22}"/>
                  </a:ext>
                </a:extLst>
              </p:cNvPr>
              <p:cNvGrpSpPr/>
              <p:nvPr/>
            </p:nvGrpSpPr>
            <p:grpSpPr>
              <a:xfrm>
                <a:off x="11587085" y="7451852"/>
                <a:ext cx="595035" cy="855985"/>
                <a:chOff x="11815577" y="7514456"/>
                <a:chExt cx="595035" cy="855985"/>
              </a:xfrm>
            </p:grpSpPr>
            <p:sp>
              <p:nvSpPr>
                <p:cNvPr id="4" name="矩形: 圆角 3">
                  <a:extLst>
                    <a:ext uri="{FF2B5EF4-FFF2-40B4-BE49-F238E27FC236}">
                      <a16:creationId xmlns:a16="http://schemas.microsoft.com/office/drawing/2014/main" id="{CB3AD332-B09E-2FBF-2AA3-A771422CB795}"/>
                    </a:ext>
                  </a:extLst>
                </p:cNvPr>
                <p:cNvSpPr/>
                <p:nvPr/>
              </p:nvSpPr>
              <p:spPr>
                <a:xfrm>
                  <a:off x="11900031" y="7514456"/>
                  <a:ext cx="432000" cy="432000"/>
                </a:xfrm>
                <a:prstGeom prst="roundRect">
                  <a:avLst/>
                </a:prstGeom>
                <a:solidFill>
                  <a:srgbClr val="CC0000">
                    <a:alpha val="50000"/>
                  </a:srgb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34385" tIns="67192" rIns="134385" bIns="67192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CN" altLang="en-US" sz="2646"/>
                </a:p>
              </p:txBody>
            </p:sp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02894A1C-E61A-EC1D-94E6-B462B8453416}"/>
                    </a:ext>
                  </a:extLst>
                </p:cNvPr>
                <p:cNvSpPr txBox="1"/>
                <p:nvPr/>
              </p:nvSpPr>
              <p:spPr>
                <a:xfrm>
                  <a:off x="11815577" y="8031887"/>
                  <a:ext cx="595035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zh-CN" altLang="en-US" sz="160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建康</a:t>
                  </a:r>
                </a:p>
              </p:txBody>
            </p:sp>
          </p:grpSp>
          <p:grpSp>
            <p:nvGrpSpPr>
              <p:cNvPr id="12" name="组合 11">
                <a:extLst>
                  <a:ext uri="{FF2B5EF4-FFF2-40B4-BE49-F238E27FC236}">
                    <a16:creationId xmlns:a16="http://schemas.microsoft.com/office/drawing/2014/main" id="{BDAF00EE-219F-6CBA-7DD7-E3FA7DF42372}"/>
                  </a:ext>
                </a:extLst>
              </p:cNvPr>
              <p:cNvGrpSpPr/>
              <p:nvPr/>
            </p:nvGrpSpPr>
            <p:grpSpPr>
              <a:xfrm>
                <a:off x="12973303" y="7946456"/>
                <a:ext cx="432000" cy="718740"/>
                <a:chOff x="11900031" y="7514456"/>
                <a:chExt cx="432000" cy="718740"/>
              </a:xfrm>
            </p:grpSpPr>
            <p:sp>
              <p:nvSpPr>
                <p:cNvPr id="13" name="矩形: 圆角 12">
                  <a:extLst>
                    <a:ext uri="{FF2B5EF4-FFF2-40B4-BE49-F238E27FC236}">
                      <a16:creationId xmlns:a16="http://schemas.microsoft.com/office/drawing/2014/main" id="{EB27487C-8601-6EDB-8455-D493DDE67AD3}"/>
                    </a:ext>
                  </a:extLst>
                </p:cNvPr>
                <p:cNvSpPr/>
                <p:nvPr/>
              </p:nvSpPr>
              <p:spPr>
                <a:xfrm>
                  <a:off x="11900031" y="7514456"/>
                  <a:ext cx="432000" cy="432000"/>
                </a:xfrm>
                <a:prstGeom prst="roundRect">
                  <a:avLst/>
                </a:prstGeom>
                <a:solidFill>
                  <a:srgbClr val="CC0000">
                    <a:alpha val="50000"/>
                  </a:srgb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34385" tIns="67192" rIns="134385" bIns="67192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CN" altLang="en-US" sz="2646"/>
                </a:p>
              </p:txBody>
            </p:sp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81421F97-FFB0-F559-0EDE-FC3F4A42794B}"/>
                    </a:ext>
                  </a:extLst>
                </p:cNvPr>
                <p:cNvSpPr txBox="1"/>
                <p:nvPr/>
              </p:nvSpPr>
              <p:spPr>
                <a:xfrm>
                  <a:off x="11921106" y="7894642"/>
                  <a:ext cx="389850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zh-CN" altLang="en-US" sz="160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吴</a:t>
                  </a:r>
                </a:p>
              </p:txBody>
            </p:sp>
          </p:grpSp>
          <p:grpSp>
            <p:nvGrpSpPr>
              <p:cNvPr id="15" name="组合 14">
                <a:extLst>
                  <a:ext uri="{FF2B5EF4-FFF2-40B4-BE49-F238E27FC236}">
                    <a16:creationId xmlns:a16="http://schemas.microsoft.com/office/drawing/2014/main" id="{7103B437-4796-C6E6-49AB-9D60B20DFDE7}"/>
                  </a:ext>
                </a:extLst>
              </p:cNvPr>
              <p:cNvGrpSpPr/>
              <p:nvPr/>
            </p:nvGrpSpPr>
            <p:grpSpPr>
              <a:xfrm>
                <a:off x="12891785" y="9085089"/>
                <a:ext cx="595035" cy="728550"/>
                <a:chOff x="11818513" y="7514456"/>
                <a:chExt cx="595035" cy="728550"/>
              </a:xfrm>
            </p:grpSpPr>
            <p:sp>
              <p:nvSpPr>
                <p:cNvPr id="16" name="矩形: 圆角 15">
                  <a:extLst>
                    <a:ext uri="{FF2B5EF4-FFF2-40B4-BE49-F238E27FC236}">
                      <a16:creationId xmlns:a16="http://schemas.microsoft.com/office/drawing/2014/main" id="{3970E5B8-5E9E-9666-3DF9-A63B4AAE2295}"/>
                    </a:ext>
                  </a:extLst>
                </p:cNvPr>
                <p:cNvSpPr/>
                <p:nvPr/>
              </p:nvSpPr>
              <p:spPr>
                <a:xfrm>
                  <a:off x="11900031" y="7514456"/>
                  <a:ext cx="432000" cy="432000"/>
                </a:xfrm>
                <a:prstGeom prst="roundRect">
                  <a:avLst/>
                </a:prstGeom>
                <a:solidFill>
                  <a:srgbClr val="CC0000">
                    <a:alpha val="50000"/>
                  </a:srgb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34385" tIns="67192" rIns="134385" bIns="67192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CN" altLang="en-US" sz="2646"/>
                </a:p>
              </p:txBody>
            </p:sp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A8882CFE-9EAF-821F-26CB-DB2364CD4A54}"/>
                    </a:ext>
                  </a:extLst>
                </p:cNvPr>
                <p:cNvSpPr txBox="1"/>
                <p:nvPr/>
              </p:nvSpPr>
              <p:spPr>
                <a:xfrm>
                  <a:off x="11818513" y="7904452"/>
                  <a:ext cx="595035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zh-CN" altLang="en-US" sz="160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会稽</a:t>
                  </a:r>
                </a:p>
              </p:txBody>
            </p:sp>
          </p:grpSp>
          <p:grpSp>
            <p:nvGrpSpPr>
              <p:cNvPr id="18" name="组合 17">
                <a:extLst>
                  <a:ext uri="{FF2B5EF4-FFF2-40B4-BE49-F238E27FC236}">
                    <a16:creationId xmlns:a16="http://schemas.microsoft.com/office/drawing/2014/main" id="{0F637D29-0A21-2D2F-33A4-D5E232DE312A}"/>
                  </a:ext>
                </a:extLst>
              </p:cNvPr>
              <p:cNvGrpSpPr/>
              <p:nvPr/>
            </p:nvGrpSpPr>
            <p:grpSpPr>
              <a:xfrm>
                <a:off x="11824947" y="6342185"/>
                <a:ext cx="659484" cy="760090"/>
                <a:chOff x="11672547" y="7514456"/>
                <a:chExt cx="659484" cy="760090"/>
              </a:xfrm>
            </p:grpSpPr>
            <p:sp>
              <p:nvSpPr>
                <p:cNvPr id="19" name="矩形: 圆角 18">
                  <a:extLst>
                    <a:ext uri="{FF2B5EF4-FFF2-40B4-BE49-F238E27FC236}">
                      <a16:creationId xmlns:a16="http://schemas.microsoft.com/office/drawing/2014/main" id="{BDCF031C-559B-CE72-9040-FA80697FC199}"/>
                    </a:ext>
                  </a:extLst>
                </p:cNvPr>
                <p:cNvSpPr/>
                <p:nvPr/>
              </p:nvSpPr>
              <p:spPr>
                <a:xfrm>
                  <a:off x="11900031" y="7514456"/>
                  <a:ext cx="432000" cy="432000"/>
                </a:xfrm>
                <a:prstGeom prst="roundRect">
                  <a:avLst/>
                </a:prstGeom>
                <a:solidFill>
                  <a:srgbClr val="CC0000">
                    <a:alpha val="50000"/>
                  </a:srgb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34385" tIns="67192" rIns="134385" bIns="67192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CN" altLang="en-US" sz="2646"/>
                </a:p>
              </p:txBody>
            </p:sp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06D227E3-EF8A-98EE-1BA1-71E8E9F1E1EB}"/>
                    </a:ext>
                  </a:extLst>
                </p:cNvPr>
                <p:cNvSpPr txBox="1"/>
                <p:nvPr/>
              </p:nvSpPr>
              <p:spPr>
                <a:xfrm>
                  <a:off x="11672547" y="7935992"/>
                  <a:ext cx="595035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zh-CN" altLang="en-US" sz="160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广陵</a:t>
                  </a:r>
                </a:p>
              </p:txBody>
            </p:sp>
          </p:grpSp>
          <p:grpSp>
            <p:nvGrpSpPr>
              <p:cNvPr id="21" name="组合 20">
                <a:extLst>
                  <a:ext uri="{FF2B5EF4-FFF2-40B4-BE49-F238E27FC236}">
                    <a16:creationId xmlns:a16="http://schemas.microsoft.com/office/drawing/2014/main" id="{59E8F773-E0D1-4C07-A0F6-264087EFB7F0}"/>
                  </a:ext>
                </a:extLst>
              </p:cNvPr>
              <p:cNvGrpSpPr/>
              <p:nvPr/>
            </p:nvGrpSpPr>
            <p:grpSpPr>
              <a:xfrm>
                <a:off x="12338464" y="7337390"/>
                <a:ext cx="595035" cy="728550"/>
                <a:chOff x="11818513" y="7514456"/>
                <a:chExt cx="595035" cy="728550"/>
              </a:xfrm>
            </p:grpSpPr>
            <p:sp>
              <p:nvSpPr>
                <p:cNvPr id="22" name="矩形: 圆角 21">
                  <a:extLst>
                    <a:ext uri="{FF2B5EF4-FFF2-40B4-BE49-F238E27FC236}">
                      <a16:creationId xmlns:a16="http://schemas.microsoft.com/office/drawing/2014/main" id="{F6D788CE-3078-C744-0AF0-1F904C87E221}"/>
                    </a:ext>
                  </a:extLst>
                </p:cNvPr>
                <p:cNvSpPr/>
                <p:nvPr/>
              </p:nvSpPr>
              <p:spPr>
                <a:xfrm>
                  <a:off x="11900031" y="7514456"/>
                  <a:ext cx="432000" cy="432000"/>
                </a:xfrm>
                <a:prstGeom prst="roundRect">
                  <a:avLst/>
                </a:prstGeom>
                <a:solidFill>
                  <a:srgbClr val="CC0000">
                    <a:alpha val="50000"/>
                  </a:srgb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34385" tIns="67192" rIns="134385" bIns="67192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CN" altLang="en-US" sz="2646"/>
                </a:p>
              </p:txBody>
            </p:sp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A9018FD1-A1BA-604F-09DE-54BC4173CAAB}"/>
                    </a:ext>
                  </a:extLst>
                </p:cNvPr>
                <p:cNvSpPr txBox="1"/>
                <p:nvPr/>
              </p:nvSpPr>
              <p:spPr>
                <a:xfrm>
                  <a:off x="11818513" y="7904452"/>
                  <a:ext cx="595035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zh-CN" altLang="en-US" sz="160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京口</a:t>
                  </a:r>
                </a:p>
              </p:txBody>
            </p:sp>
          </p:grpSp>
          <p:grpSp>
            <p:nvGrpSpPr>
              <p:cNvPr id="24" name="组合 23">
                <a:extLst>
                  <a:ext uri="{FF2B5EF4-FFF2-40B4-BE49-F238E27FC236}">
                    <a16:creationId xmlns:a16="http://schemas.microsoft.com/office/drawing/2014/main" id="{D6D90C9C-AB49-A245-85B4-A37084F22EC7}"/>
                  </a:ext>
                </a:extLst>
              </p:cNvPr>
              <p:cNvGrpSpPr/>
              <p:nvPr/>
            </p:nvGrpSpPr>
            <p:grpSpPr>
              <a:xfrm>
                <a:off x="10856833" y="7540026"/>
                <a:ext cx="595035" cy="728550"/>
                <a:chOff x="11818513" y="7514456"/>
                <a:chExt cx="595035" cy="728550"/>
              </a:xfrm>
            </p:grpSpPr>
            <p:sp>
              <p:nvSpPr>
                <p:cNvPr id="25" name="矩形: 圆角 24">
                  <a:extLst>
                    <a:ext uri="{FF2B5EF4-FFF2-40B4-BE49-F238E27FC236}">
                      <a16:creationId xmlns:a16="http://schemas.microsoft.com/office/drawing/2014/main" id="{48EABED6-CC2D-F66D-CDED-CBB1EEDF37F5}"/>
                    </a:ext>
                  </a:extLst>
                </p:cNvPr>
                <p:cNvSpPr/>
                <p:nvPr/>
              </p:nvSpPr>
              <p:spPr>
                <a:xfrm>
                  <a:off x="11900031" y="7514456"/>
                  <a:ext cx="432000" cy="432000"/>
                </a:xfrm>
                <a:prstGeom prst="roundRect">
                  <a:avLst/>
                </a:prstGeom>
                <a:solidFill>
                  <a:srgbClr val="CC0000">
                    <a:alpha val="50000"/>
                  </a:srgb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34385" tIns="67192" rIns="134385" bIns="67192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CN" altLang="en-US" sz="2646"/>
                </a:p>
              </p:txBody>
            </p:sp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8ECD0FD7-21F8-BDE9-30CC-4F9D0E44A84F}"/>
                    </a:ext>
                  </a:extLst>
                </p:cNvPr>
                <p:cNvSpPr txBox="1"/>
                <p:nvPr/>
              </p:nvSpPr>
              <p:spPr>
                <a:xfrm>
                  <a:off x="11818513" y="7904452"/>
                  <a:ext cx="595035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zh-CN" altLang="en-US" sz="160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合肥</a:t>
                  </a:r>
                </a:p>
              </p:txBody>
            </p:sp>
          </p:grpSp>
          <p:grpSp>
            <p:nvGrpSpPr>
              <p:cNvPr id="27" name="组合 26">
                <a:extLst>
                  <a:ext uri="{FF2B5EF4-FFF2-40B4-BE49-F238E27FC236}">
                    <a16:creationId xmlns:a16="http://schemas.microsoft.com/office/drawing/2014/main" id="{3C4AB3F8-836C-3BB1-4A50-8D85C0BB425E}"/>
                  </a:ext>
                </a:extLst>
              </p:cNvPr>
              <p:cNvGrpSpPr/>
              <p:nvPr/>
            </p:nvGrpSpPr>
            <p:grpSpPr>
              <a:xfrm>
                <a:off x="10107297" y="8982202"/>
                <a:ext cx="595035" cy="728550"/>
                <a:chOff x="11818514" y="7514456"/>
                <a:chExt cx="595035" cy="728550"/>
              </a:xfrm>
            </p:grpSpPr>
            <p:sp>
              <p:nvSpPr>
                <p:cNvPr id="28" name="矩形: 圆角 27">
                  <a:extLst>
                    <a:ext uri="{FF2B5EF4-FFF2-40B4-BE49-F238E27FC236}">
                      <a16:creationId xmlns:a16="http://schemas.microsoft.com/office/drawing/2014/main" id="{1278EF51-C288-874C-6412-51E89C722CDC}"/>
                    </a:ext>
                  </a:extLst>
                </p:cNvPr>
                <p:cNvSpPr/>
                <p:nvPr/>
              </p:nvSpPr>
              <p:spPr>
                <a:xfrm>
                  <a:off x="11900031" y="7514456"/>
                  <a:ext cx="432000" cy="432000"/>
                </a:xfrm>
                <a:prstGeom prst="roundRect">
                  <a:avLst/>
                </a:prstGeom>
                <a:solidFill>
                  <a:srgbClr val="CC0000">
                    <a:alpha val="50000"/>
                  </a:srgb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34385" tIns="67192" rIns="134385" bIns="67192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CN" altLang="en-US" sz="2646"/>
                </a:p>
              </p:txBody>
            </p:sp>
            <p:sp>
              <p:nvSpPr>
                <p:cNvPr id="29" name="文本框 28">
                  <a:extLst>
                    <a:ext uri="{FF2B5EF4-FFF2-40B4-BE49-F238E27FC236}">
                      <a16:creationId xmlns:a16="http://schemas.microsoft.com/office/drawing/2014/main" id="{6EB29BB8-B7EF-C5EB-280F-F9944714879C}"/>
                    </a:ext>
                  </a:extLst>
                </p:cNvPr>
                <p:cNvSpPr txBox="1"/>
                <p:nvPr/>
              </p:nvSpPr>
              <p:spPr>
                <a:xfrm>
                  <a:off x="11818514" y="7904452"/>
                  <a:ext cx="595035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zh-CN" altLang="en-US" sz="160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浔阳</a:t>
                  </a:r>
                </a:p>
              </p:txBody>
            </p:sp>
          </p:grpSp>
          <p:grpSp>
            <p:nvGrpSpPr>
              <p:cNvPr id="30" name="组合 29">
                <a:extLst>
                  <a:ext uri="{FF2B5EF4-FFF2-40B4-BE49-F238E27FC236}">
                    <a16:creationId xmlns:a16="http://schemas.microsoft.com/office/drawing/2014/main" id="{F84A1E33-E60E-6544-3ED8-7C3D064E077A}"/>
                  </a:ext>
                </a:extLst>
              </p:cNvPr>
              <p:cNvGrpSpPr/>
              <p:nvPr/>
            </p:nvGrpSpPr>
            <p:grpSpPr>
              <a:xfrm>
                <a:off x="10343296" y="6846410"/>
                <a:ext cx="989485" cy="582500"/>
                <a:chOff x="11342546" y="7514456"/>
                <a:chExt cx="989485" cy="582500"/>
              </a:xfrm>
            </p:grpSpPr>
            <p:sp>
              <p:nvSpPr>
                <p:cNvPr id="31" name="矩形: 圆角 30">
                  <a:extLst>
                    <a:ext uri="{FF2B5EF4-FFF2-40B4-BE49-F238E27FC236}">
                      <a16:creationId xmlns:a16="http://schemas.microsoft.com/office/drawing/2014/main" id="{F42FE21A-B15E-5ECA-D1D2-4F2F80B74030}"/>
                    </a:ext>
                  </a:extLst>
                </p:cNvPr>
                <p:cNvSpPr/>
                <p:nvPr/>
              </p:nvSpPr>
              <p:spPr>
                <a:xfrm>
                  <a:off x="11900031" y="7514456"/>
                  <a:ext cx="432000" cy="432000"/>
                </a:xfrm>
                <a:prstGeom prst="roundRect">
                  <a:avLst/>
                </a:prstGeom>
                <a:solidFill>
                  <a:srgbClr val="CC0000">
                    <a:alpha val="50000"/>
                  </a:srgb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34385" tIns="67192" rIns="134385" bIns="67192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CN" altLang="en-US" sz="2646"/>
                </a:p>
              </p:txBody>
            </p:sp>
            <p:sp>
              <p:nvSpPr>
                <p:cNvPr id="32" name="文本框 31">
                  <a:extLst>
                    <a:ext uri="{FF2B5EF4-FFF2-40B4-BE49-F238E27FC236}">
                      <a16:creationId xmlns:a16="http://schemas.microsoft.com/office/drawing/2014/main" id="{BD64E3CE-C1CB-0256-168B-9A4709529154}"/>
                    </a:ext>
                  </a:extLst>
                </p:cNvPr>
                <p:cNvSpPr txBox="1"/>
                <p:nvPr/>
              </p:nvSpPr>
              <p:spPr>
                <a:xfrm>
                  <a:off x="11342546" y="7758402"/>
                  <a:ext cx="595035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zh-CN" altLang="en-US" sz="160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寿春</a:t>
                  </a:r>
                </a:p>
              </p:txBody>
            </p:sp>
          </p:grpSp>
          <p:grpSp>
            <p:nvGrpSpPr>
              <p:cNvPr id="33" name="组合 32">
                <a:extLst>
                  <a:ext uri="{FF2B5EF4-FFF2-40B4-BE49-F238E27FC236}">
                    <a16:creationId xmlns:a16="http://schemas.microsoft.com/office/drawing/2014/main" id="{2C085921-F32B-9249-B3C8-8C30039066CD}"/>
                  </a:ext>
                </a:extLst>
              </p:cNvPr>
              <p:cNvGrpSpPr/>
              <p:nvPr/>
            </p:nvGrpSpPr>
            <p:grpSpPr>
              <a:xfrm>
                <a:off x="11186440" y="5770992"/>
                <a:ext cx="595035" cy="728550"/>
                <a:chOff x="11818517" y="7514456"/>
                <a:chExt cx="595035" cy="728550"/>
              </a:xfrm>
            </p:grpSpPr>
            <p:sp>
              <p:nvSpPr>
                <p:cNvPr id="34" name="矩形: 圆角 33">
                  <a:extLst>
                    <a:ext uri="{FF2B5EF4-FFF2-40B4-BE49-F238E27FC236}">
                      <a16:creationId xmlns:a16="http://schemas.microsoft.com/office/drawing/2014/main" id="{9913C008-2F86-0AFF-742A-4337DE1C28FF}"/>
                    </a:ext>
                  </a:extLst>
                </p:cNvPr>
                <p:cNvSpPr/>
                <p:nvPr/>
              </p:nvSpPr>
              <p:spPr>
                <a:xfrm>
                  <a:off x="11900031" y="7514456"/>
                  <a:ext cx="432000" cy="432000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34385" tIns="67192" rIns="134385" bIns="67192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CN" altLang="en-US" sz="2646"/>
                </a:p>
              </p:txBody>
            </p:sp>
            <p:sp>
              <p:nvSpPr>
                <p:cNvPr id="35" name="文本框 34">
                  <a:extLst>
                    <a:ext uri="{FF2B5EF4-FFF2-40B4-BE49-F238E27FC236}">
                      <a16:creationId xmlns:a16="http://schemas.microsoft.com/office/drawing/2014/main" id="{B4B8E3D7-519E-5B87-E113-1B922E9B5B9D}"/>
                    </a:ext>
                  </a:extLst>
                </p:cNvPr>
                <p:cNvSpPr txBox="1"/>
                <p:nvPr/>
              </p:nvSpPr>
              <p:spPr>
                <a:xfrm>
                  <a:off x="11818517" y="7904452"/>
                  <a:ext cx="595035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zh-CN" altLang="en-US" sz="160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彭城</a:t>
                  </a:r>
                </a:p>
              </p:txBody>
            </p:sp>
          </p:grpSp>
          <p:grpSp>
            <p:nvGrpSpPr>
              <p:cNvPr id="36" name="组合 35">
                <a:extLst>
                  <a:ext uri="{FF2B5EF4-FFF2-40B4-BE49-F238E27FC236}">
                    <a16:creationId xmlns:a16="http://schemas.microsoft.com/office/drawing/2014/main" id="{0A2D145B-C2DA-542C-5992-2E78D9232B21}"/>
                  </a:ext>
                </a:extLst>
              </p:cNvPr>
              <p:cNvGrpSpPr/>
              <p:nvPr/>
            </p:nvGrpSpPr>
            <p:grpSpPr>
              <a:xfrm>
                <a:off x="7630798" y="8687421"/>
                <a:ext cx="595035" cy="728550"/>
                <a:chOff x="11818515" y="7514456"/>
                <a:chExt cx="595035" cy="728550"/>
              </a:xfrm>
            </p:grpSpPr>
            <p:sp>
              <p:nvSpPr>
                <p:cNvPr id="37" name="矩形: 圆角 36">
                  <a:extLst>
                    <a:ext uri="{FF2B5EF4-FFF2-40B4-BE49-F238E27FC236}">
                      <a16:creationId xmlns:a16="http://schemas.microsoft.com/office/drawing/2014/main" id="{1B24FC63-4E3C-C13D-989D-D79FE83BF551}"/>
                    </a:ext>
                  </a:extLst>
                </p:cNvPr>
                <p:cNvSpPr/>
                <p:nvPr/>
              </p:nvSpPr>
              <p:spPr>
                <a:xfrm>
                  <a:off x="11900031" y="7514456"/>
                  <a:ext cx="432000" cy="432000"/>
                </a:xfrm>
                <a:prstGeom prst="roundRect">
                  <a:avLst/>
                </a:prstGeom>
                <a:solidFill>
                  <a:srgbClr val="CC0000">
                    <a:alpha val="50000"/>
                  </a:srgb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34385" tIns="67192" rIns="134385" bIns="67192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CN" altLang="en-US" sz="2646"/>
                </a:p>
              </p:txBody>
            </p:sp>
            <p:sp>
              <p:nvSpPr>
                <p:cNvPr id="38" name="文本框 37">
                  <a:extLst>
                    <a:ext uri="{FF2B5EF4-FFF2-40B4-BE49-F238E27FC236}">
                      <a16:creationId xmlns:a16="http://schemas.microsoft.com/office/drawing/2014/main" id="{20772E53-BD58-1D76-85B8-759B97B7C726}"/>
                    </a:ext>
                  </a:extLst>
                </p:cNvPr>
                <p:cNvSpPr txBox="1"/>
                <p:nvPr/>
              </p:nvSpPr>
              <p:spPr>
                <a:xfrm>
                  <a:off x="11818515" y="7904452"/>
                  <a:ext cx="595035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zh-CN" altLang="en-US" sz="160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南郡</a:t>
                  </a:r>
                </a:p>
              </p:txBody>
            </p:sp>
          </p:grpSp>
          <p:grpSp>
            <p:nvGrpSpPr>
              <p:cNvPr id="39" name="组合 38">
                <a:extLst>
                  <a:ext uri="{FF2B5EF4-FFF2-40B4-BE49-F238E27FC236}">
                    <a16:creationId xmlns:a16="http://schemas.microsoft.com/office/drawing/2014/main" id="{C9E0EED4-3CC2-7273-ED3A-80CAE78D620B}"/>
                  </a:ext>
                </a:extLst>
              </p:cNvPr>
              <p:cNvGrpSpPr/>
              <p:nvPr/>
            </p:nvGrpSpPr>
            <p:grpSpPr>
              <a:xfrm>
                <a:off x="7198996" y="7502292"/>
                <a:ext cx="977066" cy="432000"/>
                <a:chOff x="11354965" y="7514456"/>
                <a:chExt cx="977066" cy="432000"/>
              </a:xfrm>
            </p:grpSpPr>
            <p:sp>
              <p:nvSpPr>
                <p:cNvPr id="41" name="文本框 40">
                  <a:extLst>
                    <a:ext uri="{FF2B5EF4-FFF2-40B4-BE49-F238E27FC236}">
                      <a16:creationId xmlns:a16="http://schemas.microsoft.com/office/drawing/2014/main" id="{3EFD7154-137C-82FE-B038-51E5591DBC50}"/>
                    </a:ext>
                  </a:extLst>
                </p:cNvPr>
                <p:cNvSpPr txBox="1"/>
                <p:nvPr/>
              </p:nvSpPr>
              <p:spPr>
                <a:xfrm>
                  <a:off x="11354965" y="7590127"/>
                  <a:ext cx="595035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zh-CN" altLang="en-US" sz="160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襄阳</a:t>
                  </a:r>
                </a:p>
              </p:txBody>
            </p:sp>
            <p:sp>
              <p:nvSpPr>
                <p:cNvPr id="40" name="矩形: 圆角 39">
                  <a:extLst>
                    <a:ext uri="{FF2B5EF4-FFF2-40B4-BE49-F238E27FC236}">
                      <a16:creationId xmlns:a16="http://schemas.microsoft.com/office/drawing/2014/main" id="{A2283CAE-36C3-9E47-053B-7FA51A5683C1}"/>
                    </a:ext>
                  </a:extLst>
                </p:cNvPr>
                <p:cNvSpPr/>
                <p:nvPr/>
              </p:nvSpPr>
              <p:spPr>
                <a:xfrm>
                  <a:off x="11900031" y="7514456"/>
                  <a:ext cx="432000" cy="432000"/>
                </a:xfrm>
                <a:prstGeom prst="roundRect">
                  <a:avLst/>
                </a:prstGeom>
                <a:solidFill>
                  <a:srgbClr val="CC0000">
                    <a:alpha val="50000"/>
                  </a:srgb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34385" tIns="67192" rIns="134385" bIns="67192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CN" altLang="en-US" sz="2646"/>
                </a:p>
              </p:txBody>
            </p:sp>
          </p:grpSp>
          <p:grpSp>
            <p:nvGrpSpPr>
              <p:cNvPr id="42" name="组合 41">
                <a:extLst>
                  <a:ext uri="{FF2B5EF4-FFF2-40B4-BE49-F238E27FC236}">
                    <a16:creationId xmlns:a16="http://schemas.microsoft.com/office/drawing/2014/main" id="{8990BB4D-4FCE-BECC-803A-8E1AF114DB39}"/>
                  </a:ext>
                </a:extLst>
              </p:cNvPr>
              <p:cNvGrpSpPr/>
              <p:nvPr/>
            </p:nvGrpSpPr>
            <p:grpSpPr>
              <a:xfrm>
                <a:off x="9377046" y="8516921"/>
                <a:ext cx="595035" cy="728550"/>
                <a:chOff x="11818515" y="7514456"/>
                <a:chExt cx="595035" cy="728550"/>
              </a:xfrm>
            </p:grpSpPr>
            <p:sp>
              <p:nvSpPr>
                <p:cNvPr id="43" name="矩形: 圆角 42">
                  <a:extLst>
                    <a:ext uri="{FF2B5EF4-FFF2-40B4-BE49-F238E27FC236}">
                      <a16:creationId xmlns:a16="http://schemas.microsoft.com/office/drawing/2014/main" id="{85481DF6-88FD-8919-E07C-E63D21A5EB5A}"/>
                    </a:ext>
                  </a:extLst>
                </p:cNvPr>
                <p:cNvSpPr/>
                <p:nvPr/>
              </p:nvSpPr>
              <p:spPr>
                <a:xfrm>
                  <a:off x="11900031" y="7514456"/>
                  <a:ext cx="432000" cy="432000"/>
                </a:xfrm>
                <a:prstGeom prst="roundRect">
                  <a:avLst/>
                </a:prstGeom>
                <a:solidFill>
                  <a:srgbClr val="CC0000">
                    <a:alpha val="50000"/>
                  </a:srgb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34385" tIns="67192" rIns="134385" bIns="67192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CN" altLang="en-US" sz="2646"/>
                </a:p>
              </p:txBody>
            </p:sp>
            <p:sp>
              <p:nvSpPr>
                <p:cNvPr id="44" name="文本框 43">
                  <a:extLst>
                    <a:ext uri="{FF2B5EF4-FFF2-40B4-BE49-F238E27FC236}">
                      <a16:creationId xmlns:a16="http://schemas.microsoft.com/office/drawing/2014/main" id="{8C276C73-3FCB-266B-9576-9CF04E2581E0}"/>
                    </a:ext>
                  </a:extLst>
                </p:cNvPr>
                <p:cNvSpPr txBox="1"/>
                <p:nvPr/>
              </p:nvSpPr>
              <p:spPr>
                <a:xfrm>
                  <a:off x="11818515" y="7904452"/>
                  <a:ext cx="595035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zh-CN" altLang="en-US" sz="160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武昌</a:t>
                  </a:r>
                </a:p>
              </p:txBody>
            </p:sp>
          </p:grpSp>
          <p:grpSp>
            <p:nvGrpSpPr>
              <p:cNvPr id="48" name="组合 47">
                <a:extLst>
                  <a:ext uri="{FF2B5EF4-FFF2-40B4-BE49-F238E27FC236}">
                    <a16:creationId xmlns:a16="http://schemas.microsoft.com/office/drawing/2014/main" id="{6E43C62A-F74D-3F47-1AEB-2E37799826AA}"/>
                  </a:ext>
                </a:extLst>
              </p:cNvPr>
              <p:cNvGrpSpPr/>
              <p:nvPr/>
            </p:nvGrpSpPr>
            <p:grpSpPr>
              <a:xfrm>
                <a:off x="4191324" y="9076194"/>
                <a:ext cx="595035" cy="728550"/>
                <a:chOff x="11818516" y="7514456"/>
                <a:chExt cx="595035" cy="728550"/>
              </a:xfrm>
            </p:grpSpPr>
            <p:sp>
              <p:nvSpPr>
                <p:cNvPr id="49" name="矩形: 圆角 48">
                  <a:extLst>
                    <a:ext uri="{FF2B5EF4-FFF2-40B4-BE49-F238E27FC236}">
                      <a16:creationId xmlns:a16="http://schemas.microsoft.com/office/drawing/2014/main" id="{7767232D-85F5-8F0E-E964-E3CBAFE9954E}"/>
                    </a:ext>
                  </a:extLst>
                </p:cNvPr>
                <p:cNvSpPr/>
                <p:nvPr/>
              </p:nvSpPr>
              <p:spPr>
                <a:xfrm>
                  <a:off x="11900031" y="7514456"/>
                  <a:ext cx="432000" cy="432000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34385" tIns="67192" rIns="134385" bIns="67192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CN" altLang="en-US" sz="2646" dirty="0"/>
                </a:p>
              </p:txBody>
            </p:sp>
            <p:sp>
              <p:nvSpPr>
                <p:cNvPr id="50" name="文本框 49">
                  <a:extLst>
                    <a:ext uri="{FF2B5EF4-FFF2-40B4-BE49-F238E27FC236}">
                      <a16:creationId xmlns:a16="http://schemas.microsoft.com/office/drawing/2014/main" id="{1DAADEE3-05ED-20AB-FE0A-539EFC23C311}"/>
                    </a:ext>
                  </a:extLst>
                </p:cNvPr>
                <p:cNvSpPr txBox="1"/>
                <p:nvPr/>
              </p:nvSpPr>
              <p:spPr>
                <a:xfrm>
                  <a:off x="11818516" y="7904452"/>
                  <a:ext cx="595035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zh-CN" altLang="en-US" sz="160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巴郡</a:t>
                  </a:r>
                </a:p>
              </p:txBody>
            </p:sp>
          </p:grpSp>
          <p:grpSp>
            <p:nvGrpSpPr>
              <p:cNvPr id="51" name="组合 50">
                <a:extLst>
                  <a:ext uri="{FF2B5EF4-FFF2-40B4-BE49-F238E27FC236}">
                    <a16:creationId xmlns:a16="http://schemas.microsoft.com/office/drawing/2014/main" id="{1E43FB99-8216-F235-E2B4-95A017DDD582}"/>
                  </a:ext>
                </a:extLst>
              </p:cNvPr>
              <p:cNvGrpSpPr/>
              <p:nvPr/>
            </p:nvGrpSpPr>
            <p:grpSpPr>
              <a:xfrm>
                <a:off x="2688121" y="8387026"/>
                <a:ext cx="595035" cy="728550"/>
                <a:chOff x="11818518" y="7514456"/>
                <a:chExt cx="595035" cy="728550"/>
              </a:xfrm>
            </p:grpSpPr>
            <p:sp>
              <p:nvSpPr>
                <p:cNvPr id="52" name="矩形: 圆角 51">
                  <a:extLst>
                    <a:ext uri="{FF2B5EF4-FFF2-40B4-BE49-F238E27FC236}">
                      <a16:creationId xmlns:a16="http://schemas.microsoft.com/office/drawing/2014/main" id="{D5AC7356-A398-B0E3-D7A6-3CBB65A430E8}"/>
                    </a:ext>
                  </a:extLst>
                </p:cNvPr>
                <p:cNvSpPr/>
                <p:nvPr/>
              </p:nvSpPr>
              <p:spPr>
                <a:xfrm>
                  <a:off x="11900031" y="7514456"/>
                  <a:ext cx="432000" cy="432000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34385" tIns="67192" rIns="134385" bIns="67192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CN" altLang="en-US" sz="2646"/>
                </a:p>
              </p:txBody>
            </p:sp>
            <p:sp>
              <p:nvSpPr>
                <p:cNvPr id="53" name="文本框 52">
                  <a:extLst>
                    <a:ext uri="{FF2B5EF4-FFF2-40B4-BE49-F238E27FC236}">
                      <a16:creationId xmlns:a16="http://schemas.microsoft.com/office/drawing/2014/main" id="{EFF9CE5C-D204-B3D9-BC6D-1D8340BFD63C}"/>
                    </a:ext>
                  </a:extLst>
                </p:cNvPr>
                <p:cNvSpPr txBox="1"/>
                <p:nvPr/>
              </p:nvSpPr>
              <p:spPr>
                <a:xfrm>
                  <a:off x="11818518" y="7904452"/>
                  <a:ext cx="595035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zh-CN" altLang="en-US" sz="160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成都</a:t>
                  </a:r>
                </a:p>
              </p:txBody>
            </p:sp>
          </p:grpSp>
          <p:grpSp>
            <p:nvGrpSpPr>
              <p:cNvPr id="54" name="组合 53">
                <a:extLst>
                  <a:ext uri="{FF2B5EF4-FFF2-40B4-BE49-F238E27FC236}">
                    <a16:creationId xmlns:a16="http://schemas.microsoft.com/office/drawing/2014/main" id="{0ECE0A24-19A6-EB1E-EDA7-0076D7666836}"/>
                  </a:ext>
                </a:extLst>
              </p:cNvPr>
              <p:cNvGrpSpPr/>
              <p:nvPr/>
            </p:nvGrpSpPr>
            <p:grpSpPr>
              <a:xfrm>
                <a:off x="4426075" y="6597508"/>
                <a:ext cx="595035" cy="728550"/>
                <a:chOff x="11818517" y="7514456"/>
                <a:chExt cx="595035" cy="728550"/>
              </a:xfrm>
            </p:grpSpPr>
            <p:sp>
              <p:nvSpPr>
                <p:cNvPr id="55" name="矩形: 圆角 54">
                  <a:extLst>
                    <a:ext uri="{FF2B5EF4-FFF2-40B4-BE49-F238E27FC236}">
                      <a16:creationId xmlns:a16="http://schemas.microsoft.com/office/drawing/2014/main" id="{52D019AD-838F-A1E9-C2D4-7EFE603832CD}"/>
                    </a:ext>
                  </a:extLst>
                </p:cNvPr>
                <p:cNvSpPr/>
                <p:nvPr/>
              </p:nvSpPr>
              <p:spPr>
                <a:xfrm>
                  <a:off x="11900031" y="7514456"/>
                  <a:ext cx="432000" cy="432000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34385" tIns="67192" rIns="134385" bIns="67192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CN" altLang="en-US" sz="2646"/>
                </a:p>
              </p:txBody>
            </p:sp>
            <p:sp>
              <p:nvSpPr>
                <p:cNvPr id="56" name="文本框 55">
                  <a:extLst>
                    <a:ext uri="{FF2B5EF4-FFF2-40B4-BE49-F238E27FC236}">
                      <a16:creationId xmlns:a16="http://schemas.microsoft.com/office/drawing/2014/main" id="{12B54160-8BE9-77B5-ECEA-CBBA43A22671}"/>
                    </a:ext>
                  </a:extLst>
                </p:cNvPr>
                <p:cNvSpPr txBox="1"/>
                <p:nvPr/>
              </p:nvSpPr>
              <p:spPr>
                <a:xfrm>
                  <a:off x="11818517" y="7904452"/>
                  <a:ext cx="595035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zh-CN" altLang="en-US" sz="160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汉中</a:t>
                  </a:r>
                </a:p>
              </p:txBody>
            </p:sp>
          </p:grpSp>
          <p:grpSp>
            <p:nvGrpSpPr>
              <p:cNvPr id="57" name="组合 56">
                <a:extLst>
                  <a:ext uri="{FF2B5EF4-FFF2-40B4-BE49-F238E27FC236}">
                    <a16:creationId xmlns:a16="http://schemas.microsoft.com/office/drawing/2014/main" id="{E3F40848-649F-FF53-2432-EBF075214D89}"/>
                  </a:ext>
                </a:extLst>
              </p:cNvPr>
              <p:cNvGrpSpPr/>
              <p:nvPr/>
            </p:nvGrpSpPr>
            <p:grpSpPr>
              <a:xfrm>
                <a:off x="6089454" y="8131644"/>
                <a:ext cx="595035" cy="728550"/>
                <a:chOff x="11818515" y="7514456"/>
                <a:chExt cx="595035" cy="728550"/>
              </a:xfrm>
            </p:grpSpPr>
            <p:sp>
              <p:nvSpPr>
                <p:cNvPr id="58" name="矩形: 圆角 57">
                  <a:extLst>
                    <a:ext uri="{FF2B5EF4-FFF2-40B4-BE49-F238E27FC236}">
                      <a16:creationId xmlns:a16="http://schemas.microsoft.com/office/drawing/2014/main" id="{AC30E9EC-B50F-3AD2-FFD9-1AE092E7030F}"/>
                    </a:ext>
                  </a:extLst>
                </p:cNvPr>
                <p:cNvSpPr/>
                <p:nvPr/>
              </p:nvSpPr>
              <p:spPr>
                <a:xfrm>
                  <a:off x="11900031" y="7514456"/>
                  <a:ext cx="432000" cy="432000"/>
                </a:xfrm>
                <a:prstGeom prst="roundRect">
                  <a:avLst/>
                </a:prstGeom>
                <a:solidFill>
                  <a:srgbClr val="CC0000">
                    <a:alpha val="50000"/>
                  </a:srgb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34385" tIns="67192" rIns="134385" bIns="67192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CN" altLang="en-US" sz="2646"/>
                </a:p>
              </p:txBody>
            </p:sp>
            <p:sp>
              <p:nvSpPr>
                <p:cNvPr id="59" name="文本框 58">
                  <a:extLst>
                    <a:ext uri="{FF2B5EF4-FFF2-40B4-BE49-F238E27FC236}">
                      <a16:creationId xmlns:a16="http://schemas.microsoft.com/office/drawing/2014/main" id="{5B69580E-AA30-F053-BBB9-F03B3CC164DB}"/>
                    </a:ext>
                  </a:extLst>
                </p:cNvPr>
                <p:cNvSpPr txBox="1"/>
                <p:nvPr/>
              </p:nvSpPr>
              <p:spPr>
                <a:xfrm>
                  <a:off x="11818515" y="7904452"/>
                  <a:ext cx="595035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zh-CN" altLang="en-US" sz="160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巴东</a:t>
                  </a:r>
                </a:p>
              </p:txBody>
            </p:sp>
          </p:grpSp>
          <p:grpSp>
            <p:nvGrpSpPr>
              <p:cNvPr id="60" name="组合 59">
                <a:extLst>
                  <a:ext uri="{FF2B5EF4-FFF2-40B4-BE49-F238E27FC236}">
                    <a16:creationId xmlns:a16="http://schemas.microsoft.com/office/drawing/2014/main" id="{EBF36482-7D4E-8A40-534D-ACEE6B322694}"/>
                  </a:ext>
                </a:extLst>
              </p:cNvPr>
              <p:cNvGrpSpPr/>
              <p:nvPr/>
            </p:nvGrpSpPr>
            <p:grpSpPr>
              <a:xfrm>
                <a:off x="11796368" y="4700781"/>
                <a:ext cx="965002" cy="704366"/>
                <a:chOff x="11900031" y="7242090"/>
                <a:chExt cx="965002" cy="704366"/>
              </a:xfrm>
            </p:grpSpPr>
            <p:sp>
              <p:nvSpPr>
                <p:cNvPr id="61" name="矩形: 圆角 60">
                  <a:extLst>
                    <a:ext uri="{FF2B5EF4-FFF2-40B4-BE49-F238E27FC236}">
                      <a16:creationId xmlns:a16="http://schemas.microsoft.com/office/drawing/2014/main" id="{8690011A-ACBD-D9A3-DD13-43ADFD9EDCAB}"/>
                    </a:ext>
                  </a:extLst>
                </p:cNvPr>
                <p:cNvSpPr/>
                <p:nvPr/>
              </p:nvSpPr>
              <p:spPr>
                <a:xfrm>
                  <a:off x="11900031" y="7514456"/>
                  <a:ext cx="432000" cy="432000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34385" tIns="67192" rIns="134385" bIns="67192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CN" altLang="en-US" sz="2646"/>
                </a:p>
              </p:txBody>
            </p:sp>
            <p:sp>
              <p:nvSpPr>
                <p:cNvPr id="62" name="文本框 61">
                  <a:extLst>
                    <a:ext uri="{FF2B5EF4-FFF2-40B4-BE49-F238E27FC236}">
                      <a16:creationId xmlns:a16="http://schemas.microsoft.com/office/drawing/2014/main" id="{3643D4B4-75C0-8876-D840-481D043EB74B}"/>
                    </a:ext>
                  </a:extLst>
                </p:cNvPr>
                <p:cNvSpPr txBox="1"/>
                <p:nvPr/>
              </p:nvSpPr>
              <p:spPr>
                <a:xfrm>
                  <a:off x="12269998" y="7242090"/>
                  <a:ext cx="595035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zh-CN" altLang="en-US" sz="160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琅琊</a:t>
                  </a:r>
                </a:p>
              </p:txBody>
            </p:sp>
          </p:grpSp>
          <p:grpSp>
            <p:nvGrpSpPr>
              <p:cNvPr id="63" name="组合 62">
                <a:extLst>
                  <a:ext uri="{FF2B5EF4-FFF2-40B4-BE49-F238E27FC236}">
                    <a16:creationId xmlns:a16="http://schemas.microsoft.com/office/drawing/2014/main" id="{EE196B9C-B757-9BA7-1C3E-0AC78FE5203A}"/>
                  </a:ext>
                </a:extLst>
              </p:cNvPr>
              <p:cNvGrpSpPr/>
              <p:nvPr/>
            </p:nvGrpSpPr>
            <p:grpSpPr>
              <a:xfrm>
                <a:off x="11898173" y="3996416"/>
                <a:ext cx="958622" cy="432000"/>
                <a:chOff x="11900031" y="7514456"/>
                <a:chExt cx="958622" cy="432000"/>
              </a:xfrm>
            </p:grpSpPr>
            <p:sp>
              <p:nvSpPr>
                <p:cNvPr id="64" name="矩形: 圆角 63">
                  <a:extLst>
                    <a:ext uri="{FF2B5EF4-FFF2-40B4-BE49-F238E27FC236}">
                      <a16:creationId xmlns:a16="http://schemas.microsoft.com/office/drawing/2014/main" id="{69C36383-E2EA-D080-294C-A224B1D9BFDA}"/>
                    </a:ext>
                  </a:extLst>
                </p:cNvPr>
                <p:cNvSpPr/>
                <p:nvPr/>
              </p:nvSpPr>
              <p:spPr>
                <a:xfrm>
                  <a:off x="11900031" y="7514456"/>
                  <a:ext cx="432000" cy="432000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34385" tIns="67192" rIns="134385" bIns="67192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CN" altLang="en-US" sz="2646"/>
                </a:p>
              </p:txBody>
            </p:sp>
            <p:sp>
              <p:nvSpPr>
                <p:cNvPr id="65" name="文本框 64">
                  <a:extLst>
                    <a:ext uri="{FF2B5EF4-FFF2-40B4-BE49-F238E27FC236}">
                      <a16:creationId xmlns:a16="http://schemas.microsoft.com/office/drawing/2014/main" id="{57A2AC30-4578-A834-5406-56AEACB367A6}"/>
                    </a:ext>
                  </a:extLst>
                </p:cNvPr>
                <p:cNvSpPr txBox="1"/>
                <p:nvPr/>
              </p:nvSpPr>
              <p:spPr>
                <a:xfrm>
                  <a:off x="12263618" y="7593632"/>
                  <a:ext cx="595035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zh-CN" altLang="en-US" sz="160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广固</a:t>
                  </a:r>
                </a:p>
              </p:txBody>
            </p:sp>
          </p:grpSp>
          <p:grpSp>
            <p:nvGrpSpPr>
              <p:cNvPr id="66" name="组合 65">
                <a:extLst>
                  <a:ext uri="{FF2B5EF4-FFF2-40B4-BE49-F238E27FC236}">
                    <a16:creationId xmlns:a16="http://schemas.microsoft.com/office/drawing/2014/main" id="{B151AD80-A203-35BB-9C3C-31735B5A526F}"/>
                  </a:ext>
                </a:extLst>
              </p:cNvPr>
              <p:cNvGrpSpPr/>
              <p:nvPr/>
            </p:nvGrpSpPr>
            <p:grpSpPr>
              <a:xfrm>
                <a:off x="7170899" y="5444807"/>
                <a:ext cx="595035" cy="728550"/>
                <a:chOff x="11818517" y="7514456"/>
                <a:chExt cx="595035" cy="728550"/>
              </a:xfrm>
            </p:grpSpPr>
            <p:sp>
              <p:nvSpPr>
                <p:cNvPr id="67" name="矩形: 圆角 66">
                  <a:extLst>
                    <a:ext uri="{FF2B5EF4-FFF2-40B4-BE49-F238E27FC236}">
                      <a16:creationId xmlns:a16="http://schemas.microsoft.com/office/drawing/2014/main" id="{63B04D54-63D1-CD97-0880-49C364FAB6A5}"/>
                    </a:ext>
                  </a:extLst>
                </p:cNvPr>
                <p:cNvSpPr/>
                <p:nvPr/>
              </p:nvSpPr>
              <p:spPr>
                <a:xfrm>
                  <a:off x="11900031" y="7514456"/>
                  <a:ext cx="432000" cy="432000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34385" tIns="67192" rIns="134385" bIns="67192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CN" altLang="en-US" sz="2646"/>
                </a:p>
              </p:txBody>
            </p:sp>
            <p:sp>
              <p:nvSpPr>
                <p:cNvPr id="68" name="文本框 67">
                  <a:extLst>
                    <a:ext uri="{FF2B5EF4-FFF2-40B4-BE49-F238E27FC236}">
                      <a16:creationId xmlns:a16="http://schemas.microsoft.com/office/drawing/2014/main" id="{8F88A85E-C246-EC47-EFB4-24A3D1E609D4}"/>
                    </a:ext>
                  </a:extLst>
                </p:cNvPr>
                <p:cNvSpPr txBox="1"/>
                <p:nvPr/>
              </p:nvSpPr>
              <p:spPr>
                <a:xfrm>
                  <a:off x="11818517" y="7904452"/>
                  <a:ext cx="595035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zh-CN" altLang="en-US" sz="160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弘农</a:t>
                  </a:r>
                </a:p>
              </p:txBody>
            </p:sp>
          </p:grpSp>
          <p:grpSp>
            <p:nvGrpSpPr>
              <p:cNvPr id="72" name="组合 71">
                <a:extLst>
                  <a:ext uri="{FF2B5EF4-FFF2-40B4-BE49-F238E27FC236}">
                    <a16:creationId xmlns:a16="http://schemas.microsoft.com/office/drawing/2014/main" id="{CBC823C6-95EB-F21C-3B49-4C82108EE0EA}"/>
                  </a:ext>
                </a:extLst>
              </p:cNvPr>
              <p:cNvGrpSpPr/>
              <p:nvPr/>
            </p:nvGrpSpPr>
            <p:grpSpPr>
              <a:xfrm>
                <a:off x="7622551" y="6449233"/>
                <a:ext cx="972177" cy="432000"/>
                <a:chOff x="11359854" y="7514456"/>
                <a:chExt cx="972177" cy="432000"/>
              </a:xfrm>
            </p:grpSpPr>
            <p:sp>
              <p:nvSpPr>
                <p:cNvPr id="73" name="矩形: 圆角 72">
                  <a:extLst>
                    <a:ext uri="{FF2B5EF4-FFF2-40B4-BE49-F238E27FC236}">
                      <a16:creationId xmlns:a16="http://schemas.microsoft.com/office/drawing/2014/main" id="{E59CFC9F-C33E-03E9-118F-317FD27B734B}"/>
                    </a:ext>
                  </a:extLst>
                </p:cNvPr>
                <p:cNvSpPr/>
                <p:nvPr/>
              </p:nvSpPr>
              <p:spPr>
                <a:xfrm>
                  <a:off x="11900031" y="7514456"/>
                  <a:ext cx="432000" cy="432000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34385" tIns="67192" rIns="134385" bIns="67192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CN" altLang="en-US" sz="2646"/>
                </a:p>
              </p:txBody>
            </p:sp>
            <p:sp>
              <p:nvSpPr>
                <p:cNvPr id="74" name="文本框 73">
                  <a:extLst>
                    <a:ext uri="{FF2B5EF4-FFF2-40B4-BE49-F238E27FC236}">
                      <a16:creationId xmlns:a16="http://schemas.microsoft.com/office/drawing/2014/main" id="{C0310FDC-3B41-4BBA-C64A-A8E94357A7D0}"/>
                    </a:ext>
                  </a:extLst>
                </p:cNvPr>
                <p:cNvSpPr txBox="1"/>
                <p:nvPr/>
              </p:nvSpPr>
              <p:spPr>
                <a:xfrm>
                  <a:off x="11359854" y="7589879"/>
                  <a:ext cx="595035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zh-CN" altLang="en-US" sz="160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宛城</a:t>
                  </a:r>
                </a:p>
              </p:txBody>
            </p:sp>
          </p:grpSp>
          <p:grpSp>
            <p:nvGrpSpPr>
              <p:cNvPr id="75" name="组合 74">
                <a:extLst>
                  <a:ext uri="{FF2B5EF4-FFF2-40B4-BE49-F238E27FC236}">
                    <a16:creationId xmlns:a16="http://schemas.microsoft.com/office/drawing/2014/main" id="{DEDB6A60-CCF6-930E-D654-2524CBA81F91}"/>
                  </a:ext>
                </a:extLst>
              </p:cNvPr>
              <p:cNvGrpSpPr/>
              <p:nvPr/>
            </p:nvGrpSpPr>
            <p:grpSpPr>
              <a:xfrm>
                <a:off x="8083108" y="5340316"/>
                <a:ext cx="988809" cy="656169"/>
                <a:chOff x="11900031" y="7290287"/>
                <a:chExt cx="988809" cy="656169"/>
              </a:xfrm>
            </p:grpSpPr>
            <p:sp>
              <p:nvSpPr>
                <p:cNvPr id="76" name="矩形: 圆角 75">
                  <a:extLst>
                    <a:ext uri="{FF2B5EF4-FFF2-40B4-BE49-F238E27FC236}">
                      <a16:creationId xmlns:a16="http://schemas.microsoft.com/office/drawing/2014/main" id="{E9A7073D-B9BF-F052-460A-FCD489D853AA}"/>
                    </a:ext>
                  </a:extLst>
                </p:cNvPr>
                <p:cNvSpPr/>
                <p:nvPr/>
              </p:nvSpPr>
              <p:spPr>
                <a:xfrm>
                  <a:off x="11900031" y="7514456"/>
                  <a:ext cx="432000" cy="432000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34385" tIns="67192" rIns="134385" bIns="67192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CN" altLang="en-US" sz="2646"/>
                </a:p>
              </p:txBody>
            </p:sp>
            <p:sp>
              <p:nvSpPr>
                <p:cNvPr id="77" name="文本框 76">
                  <a:extLst>
                    <a:ext uri="{FF2B5EF4-FFF2-40B4-BE49-F238E27FC236}">
                      <a16:creationId xmlns:a16="http://schemas.microsoft.com/office/drawing/2014/main" id="{89BAB87A-4D62-D697-BB30-3C32DF68D34D}"/>
                    </a:ext>
                  </a:extLst>
                </p:cNvPr>
                <p:cNvSpPr txBox="1"/>
                <p:nvPr/>
              </p:nvSpPr>
              <p:spPr>
                <a:xfrm>
                  <a:off x="12293805" y="7290287"/>
                  <a:ext cx="595035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zh-CN" altLang="en-US" sz="160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洛阳</a:t>
                  </a:r>
                </a:p>
              </p:txBody>
            </p:sp>
          </p:grpSp>
          <p:grpSp>
            <p:nvGrpSpPr>
              <p:cNvPr id="78" name="组合 77">
                <a:extLst>
                  <a:ext uri="{FF2B5EF4-FFF2-40B4-BE49-F238E27FC236}">
                    <a16:creationId xmlns:a16="http://schemas.microsoft.com/office/drawing/2014/main" id="{8E86F323-5F15-696D-6452-1FA34A2649A2}"/>
                  </a:ext>
                </a:extLst>
              </p:cNvPr>
              <p:cNvGrpSpPr/>
              <p:nvPr/>
            </p:nvGrpSpPr>
            <p:grpSpPr>
              <a:xfrm>
                <a:off x="5207403" y="5884305"/>
                <a:ext cx="992123" cy="463376"/>
                <a:chOff x="11339908" y="7483080"/>
                <a:chExt cx="992123" cy="463376"/>
              </a:xfrm>
            </p:grpSpPr>
            <p:sp>
              <p:nvSpPr>
                <p:cNvPr id="79" name="矩形: 圆角 78">
                  <a:extLst>
                    <a:ext uri="{FF2B5EF4-FFF2-40B4-BE49-F238E27FC236}">
                      <a16:creationId xmlns:a16="http://schemas.microsoft.com/office/drawing/2014/main" id="{9ED9BBA5-1A6A-5FD9-F5F5-641378D4E3F7}"/>
                    </a:ext>
                  </a:extLst>
                </p:cNvPr>
                <p:cNvSpPr/>
                <p:nvPr/>
              </p:nvSpPr>
              <p:spPr>
                <a:xfrm>
                  <a:off x="11900031" y="7514456"/>
                  <a:ext cx="432000" cy="432000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34385" tIns="67192" rIns="134385" bIns="67192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CN" altLang="en-US" sz="2646"/>
                </a:p>
              </p:txBody>
            </p:sp>
            <p:sp>
              <p:nvSpPr>
                <p:cNvPr id="80" name="文本框 79">
                  <a:extLst>
                    <a:ext uri="{FF2B5EF4-FFF2-40B4-BE49-F238E27FC236}">
                      <a16:creationId xmlns:a16="http://schemas.microsoft.com/office/drawing/2014/main" id="{E9CE9353-CF00-D9DA-07D5-84902CF17C65}"/>
                    </a:ext>
                  </a:extLst>
                </p:cNvPr>
                <p:cNvSpPr txBox="1"/>
                <p:nvPr/>
              </p:nvSpPr>
              <p:spPr>
                <a:xfrm>
                  <a:off x="11339908" y="7483080"/>
                  <a:ext cx="595035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zh-CN" altLang="en-US" sz="160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长安</a:t>
                  </a:r>
                </a:p>
              </p:txBody>
            </p:sp>
          </p:grpSp>
          <p:grpSp>
            <p:nvGrpSpPr>
              <p:cNvPr id="81" name="组合 80">
                <a:extLst>
                  <a:ext uri="{FF2B5EF4-FFF2-40B4-BE49-F238E27FC236}">
                    <a16:creationId xmlns:a16="http://schemas.microsoft.com/office/drawing/2014/main" id="{D10922C6-0F06-5F07-F7DA-E883AF5259CD}"/>
                  </a:ext>
                </a:extLst>
              </p:cNvPr>
              <p:cNvGrpSpPr/>
              <p:nvPr/>
            </p:nvGrpSpPr>
            <p:grpSpPr>
              <a:xfrm>
                <a:off x="2845608" y="5593410"/>
                <a:ext cx="951060" cy="507747"/>
                <a:chOff x="11380971" y="7514456"/>
                <a:chExt cx="951060" cy="507747"/>
              </a:xfrm>
            </p:grpSpPr>
            <p:sp>
              <p:nvSpPr>
                <p:cNvPr id="82" name="矩形: 圆角 81">
                  <a:extLst>
                    <a:ext uri="{FF2B5EF4-FFF2-40B4-BE49-F238E27FC236}">
                      <a16:creationId xmlns:a16="http://schemas.microsoft.com/office/drawing/2014/main" id="{648C6372-30EF-2A4C-B281-66F8C3C3F3D6}"/>
                    </a:ext>
                  </a:extLst>
                </p:cNvPr>
                <p:cNvSpPr/>
                <p:nvPr/>
              </p:nvSpPr>
              <p:spPr>
                <a:xfrm>
                  <a:off x="11900031" y="7514456"/>
                  <a:ext cx="432000" cy="432000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34385" tIns="67192" rIns="134385" bIns="67192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CN" altLang="en-US" sz="2646"/>
                </a:p>
              </p:txBody>
            </p:sp>
            <p:sp>
              <p:nvSpPr>
                <p:cNvPr id="83" name="文本框 82">
                  <a:extLst>
                    <a:ext uri="{FF2B5EF4-FFF2-40B4-BE49-F238E27FC236}">
                      <a16:creationId xmlns:a16="http://schemas.microsoft.com/office/drawing/2014/main" id="{0D653EFC-61CC-E154-8480-76C7920C6F45}"/>
                    </a:ext>
                  </a:extLst>
                </p:cNvPr>
                <p:cNvSpPr txBox="1"/>
                <p:nvPr/>
              </p:nvSpPr>
              <p:spPr>
                <a:xfrm>
                  <a:off x="11380971" y="7683649"/>
                  <a:ext cx="595035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zh-CN" altLang="en-US" sz="160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天水</a:t>
                  </a:r>
                </a:p>
              </p:txBody>
            </p:sp>
          </p:grpSp>
          <p:grpSp>
            <p:nvGrpSpPr>
              <p:cNvPr id="84" name="组合 83">
                <a:extLst>
                  <a:ext uri="{FF2B5EF4-FFF2-40B4-BE49-F238E27FC236}">
                    <a16:creationId xmlns:a16="http://schemas.microsoft.com/office/drawing/2014/main" id="{DD76F472-EA2A-DE49-8E6A-52C9BE17C617}"/>
                  </a:ext>
                </a:extLst>
              </p:cNvPr>
              <p:cNvGrpSpPr/>
              <p:nvPr/>
            </p:nvGrpSpPr>
            <p:grpSpPr>
              <a:xfrm>
                <a:off x="4720547" y="5040872"/>
                <a:ext cx="595035" cy="728550"/>
                <a:chOff x="11818520" y="7514456"/>
                <a:chExt cx="595035" cy="728550"/>
              </a:xfrm>
            </p:grpSpPr>
            <p:sp>
              <p:nvSpPr>
                <p:cNvPr id="85" name="矩形: 圆角 84">
                  <a:extLst>
                    <a:ext uri="{FF2B5EF4-FFF2-40B4-BE49-F238E27FC236}">
                      <a16:creationId xmlns:a16="http://schemas.microsoft.com/office/drawing/2014/main" id="{A912B2AF-2168-0B6C-E901-CAABF768F82E}"/>
                    </a:ext>
                  </a:extLst>
                </p:cNvPr>
                <p:cNvSpPr/>
                <p:nvPr/>
              </p:nvSpPr>
              <p:spPr>
                <a:xfrm>
                  <a:off x="11900031" y="7514456"/>
                  <a:ext cx="432000" cy="432000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34385" tIns="67192" rIns="134385" bIns="67192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CN" altLang="en-US" sz="2646"/>
                </a:p>
              </p:txBody>
            </p:sp>
            <p:sp>
              <p:nvSpPr>
                <p:cNvPr id="86" name="文本框 85">
                  <a:extLst>
                    <a:ext uri="{FF2B5EF4-FFF2-40B4-BE49-F238E27FC236}">
                      <a16:creationId xmlns:a16="http://schemas.microsoft.com/office/drawing/2014/main" id="{0A990574-1557-DCFC-868E-A10ACCBCFBDB}"/>
                    </a:ext>
                  </a:extLst>
                </p:cNvPr>
                <p:cNvSpPr txBox="1"/>
                <p:nvPr/>
              </p:nvSpPr>
              <p:spPr>
                <a:xfrm>
                  <a:off x="11818520" y="7904452"/>
                  <a:ext cx="595035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zh-CN" altLang="en-US" sz="160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安定</a:t>
                  </a:r>
                </a:p>
              </p:txBody>
            </p:sp>
          </p:grpSp>
          <p:grpSp>
            <p:nvGrpSpPr>
              <p:cNvPr id="87" name="组合 86">
                <a:extLst>
                  <a:ext uri="{FF2B5EF4-FFF2-40B4-BE49-F238E27FC236}">
                    <a16:creationId xmlns:a16="http://schemas.microsoft.com/office/drawing/2014/main" id="{E4A6867C-55EB-D12F-4636-162CEC73D805}"/>
                  </a:ext>
                </a:extLst>
              </p:cNvPr>
              <p:cNvGrpSpPr/>
              <p:nvPr/>
            </p:nvGrpSpPr>
            <p:grpSpPr>
              <a:xfrm>
                <a:off x="1840986" y="4485391"/>
                <a:ext cx="1063127" cy="521756"/>
                <a:chOff x="11268904" y="7424700"/>
                <a:chExt cx="1063127" cy="521756"/>
              </a:xfrm>
            </p:grpSpPr>
            <p:sp>
              <p:nvSpPr>
                <p:cNvPr id="88" name="矩形: 圆角 87">
                  <a:extLst>
                    <a:ext uri="{FF2B5EF4-FFF2-40B4-BE49-F238E27FC236}">
                      <a16:creationId xmlns:a16="http://schemas.microsoft.com/office/drawing/2014/main" id="{AEA38186-620E-0106-6782-C28507EA9C73}"/>
                    </a:ext>
                  </a:extLst>
                </p:cNvPr>
                <p:cNvSpPr/>
                <p:nvPr/>
              </p:nvSpPr>
              <p:spPr>
                <a:xfrm>
                  <a:off x="11900031" y="7514456"/>
                  <a:ext cx="432000" cy="432000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34385" tIns="67192" rIns="134385" bIns="67192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CN" altLang="en-US" sz="2646"/>
                </a:p>
              </p:txBody>
            </p:sp>
            <p:sp>
              <p:nvSpPr>
                <p:cNvPr id="89" name="文本框 88">
                  <a:extLst>
                    <a:ext uri="{FF2B5EF4-FFF2-40B4-BE49-F238E27FC236}">
                      <a16:creationId xmlns:a16="http://schemas.microsoft.com/office/drawing/2014/main" id="{98B1E02F-72F0-9435-3067-C7F9EFA7CE3B}"/>
                    </a:ext>
                  </a:extLst>
                </p:cNvPr>
                <p:cNvSpPr txBox="1"/>
                <p:nvPr/>
              </p:nvSpPr>
              <p:spPr>
                <a:xfrm>
                  <a:off x="11268904" y="7424700"/>
                  <a:ext cx="595035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zh-CN" altLang="en-US" sz="160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金城</a:t>
                  </a:r>
                </a:p>
              </p:txBody>
            </p:sp>
          </p:grpSp>
          <p:grpSp>
            <p:nvGrpSpPr>
              <p:cNvPr id="96" name="组合 95">
                <a:extLst>
                  <a:ext uri="{FF2B5EF4-FFF2-40B4-BE49-F238E27FC236}">
                    <a16:creationId xmlns:a16="http://schemas.microsoft.com/office/drawing/2014/main" id="{EF426C1E-F57D-08F1-97FB-53BB43276E92}"/>
                  </a:ext>
                </a:extLst>
              </p:cNvPr>
              <p:cNvGrpSpPr/>
              <p:nvPr/>
            </p:nvGrpSpPr>
            <p:grpSpPr>
              <a:xfrm>
                <a:off x="7431365" y="3029046"/>
                <a:ext cx="1002221" cy="516264"/>
                <a:chOff x="11329810" y="7430192"/>
                <a:chExt cx="1002221" cy="516264"/>
              </a:xfrm>
            </p:grpSpPr>
            <p:sp>
              <p:nvSpPr>
                <p:cNvPr id="97" name="矩形: 圆角 96">
                  <a:extLst>
                    <a:ext uri="{FF2B5EF4-FFF2-40B4-BE49-F238E27FC236}">
                      <a16:creationId xmlns:a16="http://schemas.microsoft.com/office/drawing/2014/main" id="{0AC7DE58-859C-A99E-D9CE-534CEA5780EE}"/>
                    </a:ext>
                  </a:extLst>
                </p:cNvPr>
                <p:cNvSpPr/>
                <p:nvPr/>
              </p:nvSpPr>
              <p:spPr>
                <a:xfrm>
                  <a:off x="11900031" y="7514456"/>
                  <a:ext cx="432000" cy="432000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34385" tIns="67192" rIns="134385" bIns="67192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CN" altLang="en-US" sz="2646"/>
                </a:p>
              </p:txBody>
            </p:sp>
            <p:sp>
              <p:nvSpPr>
                <p:cNvPr id="98" name="文本框 97">
                  <a:extLst>
                    <a:ext uri="{FF2B5EF4-FFF2-40B4-BE49-F238E27FC236}">
                      <a16:creationId xmlns:a16="http://schemas.microsoft.com/office/drawing/2014/main" id="{7745C60C-C08C-A1E7-4CC8-2D8412E54350}"/>
                    </a:ext>
                  </a:extLst>
                </p:cNvPr>
                <p:cNvSpPr txBox="1"/>
                <p:nvPr/>
              </p:nvSpPr>
              <p:spPr>
                <a:xfrm>
                  <a:off x="11329810" y="7430192"/>
                  <a:ext cx="595035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zh-CN" altLang="en-US" sz="160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太原</a:t>
                  </a:r>
                </a:p>
              </p:txBody>
            </p:sp>
          </p:grpSp>
          <p:grpSp>
            <p:nvGrpSpPr>
              <p:cNvPr id="99" name="组合 98">
                <a:extLst>
                  <a:ext uri="{FF2B5EF4-FFF2-40B4-BE49-F238E27FC236}">
                    <a16:creationId xmlns:a16="http://schemas.microsoft.com/office/drawing/2014/main" id="{7D5DDE9F-48E5-853D-61AB-5CB10F7E8E62}"/>
                  </a:ext>
                </a:extLst>
              </p:cNvPr>
              <p:cNvGrpSpPr/>
              <p:nvPr/>
            </p:nvGrpSpPr>
            <p:grpSpPr>
              <a:xfrm>
                <a:off x="7773867" y="3976001"/>
                <a:ext cx="981348" cy="467136"/>
                <a:chOff x="11350683" y="7479320"/>
                <a:chExt cx="981348" cy="467136"/>
              </a:xfrm>
            </p:grpSpPr>
            <p:sp>
              <p:nvSpPr>
                <p:cNvPr id="100" name="矩形: 圆角 99">
                  <a:extLst>
                    <a:ext uri="{FF2B5EF4-FFF2-40B4-BE49-F238E27FC236}">
                      <a16:creationId xmlns:a16="http://schemas.microsoft.com/office/drawing/2014/main" id="{414E38BF-B984-BF51-B234-21014BAC313D}"/>
                    </a:ext>
                  </a:extLst>
                </p:cNvPr>
                <p:cNvSpPr/>
                <p:nvPr/>
              </p:nvSpPr>
              <p:spPr>
                <a:xfrm>
                  <a:off x="11900031" y="7514456"/>
                  <a:ext cx="432000" cy="432000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34385" tIns="67192" rIns="134385" bIns="67192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CN" altLang="en-US" sz="2646"/>
                </a:p>
              </p:txBody>
            </p:sp>
            <p:sp>
              <p:nvSpPr>
                <p:cNvPr id="101" name="文本框 100">
                  <a:extLst>
                    <a:ext uri="{FF2B5EF4-FFF2-40B4-BE49-F238E27FC236}">
                      <a16:creationId xmlns:a16="http://schemas.microsoft.com/office/drawing/2014/main" id="{EB2CA526-72E7-D9DF-6550-9DA9E74C4774}"/>
                    </a:ext>
                  </a:extLst>
                </p:cNvPr>
                <p:cNvSpPr txBox="1"/>
                <p:nvPr/>
              </p:nvSpPr>
              <p:spPr>
                <a:xfrm>
                  <a:off x="11350683" y="7479320"/>
                  <a:ext cx="595035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zh-CN" altLang="en-US" sz="160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上党</a:t>
                  </a:r>
                </a:p>
              </p:txBody>
            </p:sp>
          </p:grpSp>
          <p:grpSp>
            <p:nvGrpSpPr>
              <p:cNvPr id="102" name="组合 101">
                <a:extLst>
                  <a:ext uri="{FF2B5EF4-FFF2-40B4-BE49-F238E27FC236}">
                    <a16:creationId xmlns:a16="http://schemas.microsoft.com/office/drawing/2014/main" id="{698C92A8-644D-F236-E064-314CC836897E}"/>
                  </a:ext>
                </a:extLst>
              </p:cNvPr>
              <p:cNvGrpSpPr/>
              <p:nvPr/>
            </p:nvGrpSpPr>
            <p:grpSpPr>
              <a:xfrm>
                <a:off x="6865054" y="4122642"/>
                <a:ext cx="826475" cy="788613"/>
                <a:chOff x="11505556" y="7157843"/>
                <a:chExt cx="826475" cy="788613"/>
              </a:xfrm>
            </p:grpSpPr>
            <p:sp>
              <p:nvSpPr>
                <p:cNvPr id="103" name="矩形: 圆角 102">
                  <a:extLst>
                    <a:ext uri="{FF2B5EF4-FFF2-40B4-BE49-F238E27FC236}">
                      <a16:creationId xmlns:a16="http://schemas.microsoft.com/office/drawing/2014/main" id="{655B0053-4B96-9F1F-BF09-1632327E4C9B}"/>
                    </a:ext>
                  </a:extLst>
                </p:cNvPr>
                <p:cNvSpPr/>
                <p:nvPr/>
              </p:nvSpPr>
              <p:spPr>
                <a:xfrm>
                  <a:off x="11900031" y="7514456"/>
                  <a:ext cx="432000" cy="432000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34385" tIns="67192" rIns="134385" bIns="67192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CN" altLang="en-US" sz="2646"/>
                </a:p>
              </p:txBody>
            </p:sp>
            <p:sp>
              <p:nvSpPr>
                <p:cNvPr id="104" name="文本框 103">
                  <a:extLst>
                    <a:ext uri="{FF2B5EF4-FFF2-40B4-BE49-F238E27FC236}">
                      <a16:creationId xmlns:a16="http://schemas.microsoft.com/office/drawing/2014/main" id="{E00B83D7-C4A7-1B90-5131-A17222FA5E6B}"/>
                    </a:ext>
                  </a:extLst>
                </p:cNvPr>
                <p:cNvSpPr txBox="1"/>
                <p:nvPr/>
              </p:nvSpPr>
              <p:spPr>
                <a:xfrm>
                  <a:off x="11505556" y="7157843"/>
                  <a:ext cx="595035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zh-CN" altLang="en-US" sz="160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平阳</a:t>
                  </a:r>
                </a:p>
              </p:txBody>
            </p:sp>
          </p:grpSp>
          <p:grpSp>
            <p:nvGrpSpPr>
              <p:cNvPr id="105" name="组合 104">
                <a:extLst>
                  <a:ext uri="{FF2B5EF4-FFF2-40B4-BE49-F238E27FC236}">
                    <a16:creationId xmlns:a16="http://schemas.microsoft.com/office/drawing/2014/main" id="{F005E20A-353A-73AE-E99E-5C95DBEA4983}"/>
                  </a:ext>
                </a:extLst>
              </p:cNvPr>
              <p:cNvGrpSpPr/>
              <p:nvPr/>
            </p:nvGrpSpPr>
            <p:grpSpPr>
              <a:xfrm>
                <a:off x="6655754" y="6366962"/>
                <a:ext cx="595035" cy="728550"/>
                <a:chOff x="11818520" y="7514456"/>
                <a:chExt cx="595035" cy="728550"/>
              </a:xfrm>
            </p:grpSpPr>
            <p:sp>
              <p:nvSpPr>
                <p:cNvPr id="106" name="矩形: 圆角 105">
                  <a:extLst>
                    <a:ext uri="{FF2B5EF4-FFF2-40B4-BE49-F238E27FC236}">
                      <a16:creationId xmlns:a16="http://schemas.microsoft.com/office/drawing/2014/main" id="{2E5C2058-3F57-D0DB-B636-A1C9767D3541}"/>
                    </a:ext>
                  </a:extLst>
                </p:cNvPr>
                <p:cNvSpPr/>
                <p:nvPr/>
              </p:nvSpPr>
              <p:spPr>
                <a:xfrm>
                  <a:off x="11900031" y="7514456"/>
                  <a:ext cx="432000" cy="432000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34385" tIns="67192" rIns="134385" bIns="67192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CN" altLang="en-US" sz="2646"/>
                </a:p>
              </p:txBody>
            </p:sp>
            <p:sp>
              <p:nvSpPr>
                <p:cNvPr id="107" name="文本框 106">
                  <a:extLst>
                    <a:ext uri="{FF2B5EF4-FFF2-40B4-BE49-F238E27FC236}">
                      <a16:creationId xmlns:a16="http://schemas.microsoft.com/office/drawing/2014/main" id="{CB0A756B-BD9B-9BBA-26FB-63F8EBB7ED97}"/>
                    </a:ext>
                  </a:extLst>
                </p:cNvPr>
                <p:cNvSpPr txBox="1"/>
                <p:nvPr/>
              </p:nvSpPr>
              <p:spPr>
                <a:xfrm>
                  <a:off x="11818520" y="7904452"/>
                  <a:ext cx="595035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zh-CN" altLang="en-US" sz="160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上洛</a:t>
                  </a:r>
                </a:p>
              </p:txBody>
            </p:sp>
          </p:grpSp>
          <p:grpSp>
            <p:nvGrpSpPr>
              <p:cNvPr id="108" name="组合 107">
                <a:extLst>
                  <a:ext uri="{FF2B5EF4-FFF2-40B4-BE49-F238E27FC236}">
                    <a16:creationId xmlns:a16="http://schemas.microsoft.com/office/drawing/2014/main" id="{7DDE5A56-080E-3B80-4918-A7C1D29E0BF2}"/>
                  </a:ext>
                </a:extLst>
              </p:cNvPr>
              <p:cNvGrpSpPr/>
              <p:nvPr/>
            </p:nvGrpSpPr>
            <p:grpSpPr>
              <a:xfrm>
                <a:off x="9428949" y="5577127"/>
                <a:ext cx="595035" cy="728550"/>
                <a:chOff x="11818519" y="7514456"/>
                <a:chExt cx="595035" cy="728550"/>
              </a:xfrm>
            </p:grpSpPr>
            <p:sp>
              <p:nvSpPr>
                <p:cNvPr id="109" name="矩形: 圆角 108">
                  <a:extLst>
                    <a:ext uri="{FF2B5EF4-FFF2-40B4-BE49-F238E27FC236}">
                      <a16:creationId xmlns:a16="http://schemas.microsoft.com/office/drawing/2014/main" id="{683632F6-D930-1CDD-D85C-73D8BDE68AE1}"/>
                    </a:ext>
                  </a:extLst>
                </p:cNvPr>
                <p:cNvSpPr/>
                <p:nvPr/>
              </p:nvSpPr>
              <p:spPr>
                <a:xfrm>
                  <a:off x="11900031" y="7514456"/>
                  <a:ext cx="432000" cy="432000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34385" tIns="67192" rIns="134385" bIns="67192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CN" altLang="en-US" sz="2646"/>
                </a:p>
              </p:txBody>
            </p:sp>
            <p:sp>
              <p:nvSpPr>
                <p:cNvPr id="110" name="文本框 109">
                  <a:extLst>
                    <a:ext uri="{FF2B5EF4-FFF2-40B4-BE49-F238E27FC236}">
                      <a16:creationId xmlns:a16="http://schemas.microsoft.com/office/drawing/2014/main" id="{0528B8CC-9E41-4126-1423-389EFC148DC9}"/>
                    </a:ext>
                  </a:extLst>
                </p:cNvPr>
                <p:cNvSpPr txBox="1"/>
                <p:nvPr/>
              </p:nvSpPr>
              <p:spPr>
                <a:xfrm>
                  <a:off x="11818519" y="7904452"/>
                  <a:ext cx="595035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zh-CN" altLang="en-US" sz="160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雍丘</a:t>
                  </a:r>
                </a:p>
              </p:txBody>
            </p:sp>
          </p:grpSp>
          <p:grpSp>
            <p:nvGrpSpPr>
              <p:cNvPr id="111" name="组合 110">
                <a:extLst>
                  <a:ext uri="{FF2B5EF4-FFF2-40B4-BE49-F238E27FC236}">
                    <a16:creationId xmlns:a16="http://schemas.microsoft.com/office/drawing/2014/main" id="{0C00C29A-1B6C-7B1E-E1B7-B85AAFE2DE17}"/>
                  </a:ext>
                </a:extLst>
              </p:cNvPr>
              <p:cNvGrpSpPr/>
              <p:nvPr/>
            </p:nvGrpSpPr>
            <p:grpSpPr>
              <a:xfrm>
                <a:off x="11205847" y="3571110"/>
                <a:ext cx="721969" cy="723031"/>
                <a:chOff x="11900031" y="7223425"/>
                <a:chExt cx="721969" cy="723031"/>
              </a:xfrm>
            </p:grpSpPr>
            <p:sp>
              <p:nvSpPr>
                <p:cNvPr id="112" name="矩形: 圆角 111">
                  <a:extLst>
                    <a:ext uri="{FF2B5EF4-FFF2-40B4-BE49-F238E27FC236}">
                      <a16:creationId xmlns:a16="http://schemas.microsoft.com/office/drawing/2014/main" id="{CD8EC300-C29C-5655-CDD5-C97B4B6F8B18}"/>
                    </a:ext>
                  </a:extLst>
                </p:cNvPr>
                <p:cNvSpPr/>
                <p:nvPr/>
              </p:nvSpPr>
              <p:spPr>
                <a:xfrm>
                  <a:off x="11900031" y="7514456"/>
                  <a:ext cx="432000" cy="432000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34385" tIns="67192" rIns="134385" bIns="67192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CN" altLang="en-US" sz="2646"/>
                </a:p>
              </p:txBody>
            </p:sp>
            <p:sp>
              <p:nvSpPr>
                <p:cNvPr id="113" name="文本框 112">
                  <a:extLst>
                    <a:ext uri="{FF2B5EF4-FFF2-40B4-BE49-F238E27FC236}">
                      <a16:creationId xmlns:a16="http://schemas.microsoft.com/office/drawing/2014/main" id="{4F22A574-7B25-E590-99A3-9DC6CD67198C}"/>
                    </a:ext>
                  </a:extLst>
                </p:cNvPr>
                <p:cNvSpPr txBox="1"/>
                <p:nvPr/>
              </p:nvSpPr>
              <p:spPr>
                <a:xfrm>
                  <a:off x="12026965" y="7223425"/>
                  <a:ext cx="595035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zh-CN" altLang="en-US" sz="160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济南</a:t>
                  </a:r>
                </a:p>
              </p:txBody>
            </p:sp>
          </p:grpSp>
          <p:grpSp>
            <p:nvGrpSpPr>
              <p:cNvPr id="114" name="组合 113">
                <a:extLst>
                  <a:ext uri="{FF2B5EF4-FFF2-40B4-BE49-F238E27FC236}">
                    <a16:creationId xmlns:a16="http://schemas.microsoft.com/office/drawing/2014/main" id="{7A14D354-20F2-B93E-7CD6-E0B0B2BE1EA1}"/>
                  </a:ext>
                </a:extLst>
              </p:cNvPr>
              <p:cNvGrpSpPr/>
              <p:nvPr/>
            </p:nvGrpSpPr>
            <p:grpSpPr>
              <a:xfrm>
                <a:off x="9254895" y="4182082"/>
                <a:ext cx="635667" cy="772124"/>
                <a:chOff x="11696364" y="7514456"/>
                <a:chExt cx="635667" cy="772124"/>
              </a:xfrm>
            </p:grpSpPr>
            <p:sp>
              <p:nvSpPr>
                <p:cNvPr id="115" name="矩形: 圆角 114">
                  <a:extLst>
                    <a:ext uri="{FF2B5EF4-FFF2-40B4-BE49-F238E27FC236}">
                      <a16:creationId xmlns:a16="http://schemas.microsoft.com/office/drawing/2014/main" id="{713D0EF5-40CD-A65A-2FFC-DF624CDF485F}"/>
                    </a:ext>
                  </a:extLst>
                </p:cNvPr>
                <p:cNvSpPr/>
                <p:nvPr/>
              </p:nvSpPr>
              <p:spPr>
                <a:xfrm>
                  <a:off x="11900031" y="7514456"/>
                  <a:ext cx="432000" cy="432000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34385" tIns="67192" rIns="134385" bIns="67192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CN" altLang="en-US" sz="2646"/>
                </a:p>
              </p:txBody>
            </p:sp>
            <p:sp>
              <p:nvSpPr>
                <p:cNvPr id="116" name="文本框 115">
                  <a:extLst>
                    <a:ext uri="{FF2B5EF4-FFF2-40B4-BE49-F238E27FC236}">
                      <a16:creationId xmlns:a16="http://schemas.microsoft.com/office/drawing/2014/main" id="{CA0ECA07-21B3-933A-F60D-D5AFCD5EE949}"/>
                    </a:ext>
                  </a:extLst>
                </p:cNvPr>
                <p:cNvSpPr txBox="1"/>
                <p:nvPr/>
              </p:nvSpPr>
              <p:spPr>
                <a:xfrm>
                  <a:off x="11696364" y="7948026"/>
                  <a:ext cx="389850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zh-CN" altLang="en-US" sz="160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邺</a:t>
                  </a:r>
                </a:p>
              </p:txBody>
            </p:sp>
          </p:grpSp>
          <p:grpSp>
            <p:nvGrpSpPr>
              <p:cNvPr id="120" name="组合 119">
                <a:extLst>
                  <a:ext uri="{FF2B5EF4-FFF2-40B4-BE49-F238E27FC236}">
                    <a16:creationId xmlns:a16="http://schemas.microsoft.com/office/drawing/2014/main" id="{0C0CCE6D-770F-6EBB-64A5-AB87FFFB4A55}"/>
                  </a:ext>
                </a:extLst>
              </p:cNvPr>
              <p:cNvGrpSpPr/>
              <p:nvPr/>
            </p:nvGrpSpPr>
            <p:grpSpPr>
              <a:xfrm>
                <a:off x="9906094" y="2637333"/>
                <a:ext cx="595035" cy="728550"/>
                <a:chOff x="11818521" y="7514456"/>
                <a:chExt cx="595035" cy="728550"/>
              </a:xfrm>
            </p:grpSpPr>
            <p:sp>
              <p:nvSpPr>
                <p:cNvPr id="121" name="矩形: 圆角 120">
                  <a:extLst>
                    <a:ext uri="{FF2B5EF4-FFF2-40B4-BE49-F238E27FC236}">
                      <a16:creationId xmlns:a16="http://schemas.microsoft.com/office/drawing/2014/main" id="{39D517B6-B639-A369-1D94-8FB5BF6FFADC}"/>
                    </a:ext>
                  </a:extLst>
                </p:cNvPr>
                <p:cNvSpPr/>
                <p:nvPr/>
              </p:nvSpPr>
              <p:spPr>
                <a:xfrm>
                  <a:off x="11900031" y="7514456"/>
                  <a:ext cx="432000" cy="432000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34385" tIns="67192" rIns="134385" bIns="67192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CN" altLang="en-US" sz="2646"/>
                </a:p>
              </p:txBody>
            </p:sp>
            <p:sp>
              <p:nvSpPr>
                <p:cNvPr id="122" name="文本框 121">
                  <a:extLst>
                    <a:ext uri="{FF2B5EF4-FFF2-40B4-BE49-F238E27FC236}">
                      <a16:creationId xmlns:a16="http://schemas.microsoft.com/office/drawing/2014/main" id="{21C2E305-AD9F-6EF3-6778-35FC76CF0F5B}"/>
                    </a:ext>
                  </a:extLst>
                </p:cNvPr>
                <p:cNvSpPr txBox="1"/>
                <p:nvPr/>
              </p:nvSpPr>
              <p:spPr>
                <a:xfrm>
                  <a:off x="11818521" y="7904452"/>
                  <a:ext cx="595035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zh-CN" altLang="en-US" sz="160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中山</a:t>
                  </a:r>
                </a:p>
              </p:txBody>
            </p:sp>
          </p:grpSp>
          <p:grpSp>
            <p:nvGrpSpPr>
              <p:cNvPr id="123" name="组合 122">
                <a:extLst>
                  <a:ext uri="{FF2B5EF4-FFF2-40B4-BE49-F238E27FC236}">
                    <a16:creationId xmlns:a16="http://schemas.microsoft.com/office/drawing/2014/main" id="{627886CE-32D4-9E78-2F66-D2339F7C2A0C}"/>
                  </a:ext>
                </a:extLst>
              </p:cNvPr>
              <p:cNvGrpSpPr/>
              <p:nvPr/>
            </p:nvGrpSpPr>
            <p:grpSpPr>
              <a:xfrm>
                <a:off x="10316242" y="1835764"/>
                <a:ext cx="766419" cy="562808"/>
                <a:chOff x="11565612" y="7514456"/>
                <a:chExt cx="766419" cy="562808"/>
              </a:xfrm>
            </p:grpSpPr>
            <p:sp>
              <p:nvSpPr>
                <p:cNvPr id="124" name="矩形: 圆角 123">
                  <a:extLst>
                    <a:ext uri="{FF2B5EF4-FFF2-40B4-BE49-F238E27FC236}">
                      <a16:creationId xmlns:a16="http://schemas.microsoft.com/office/drawing/2014/main" id="{E6EDF6E9-6D91-C49F-8A3C-C2261A296E8D}"/>
                    </a:ext>
                  </a:extLst>
                </p:cNvPr>
                <p:cNvSpPr/>
                <p:nvPr/>
              </p:nvSpPr>
              <p:spPr>
                <a:xfrm>
                  <a:off x="11900031" y="7514456"/>
                  <a:ext cx="432000" cy="432000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34385" tIns="67192" rIns="134385" bIns="67192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CN" altLang="en-US" sz="2646"/>
                </a:p>
              </p:txBody>
            </p:sp>
            <p:sp>
              <p:nvSpPr>
                <p:cNvPr id="125" name="文本框 124">
                  <a:extLst>
                    <a:ext uri="{FF2B5EF4-FFF2-40B4-BE49-F238E27FC236}">
                      <a16:creationId xmlns:a16="http://schemas.microsoft.com/office/drawing/2014/main" id="{6B062192-1BDA-1FD6-A414-CC364102AF08}"/>
                    </a:ext>
                  </a:extLst>
                </p:cNvPr>
                <p:cNvSpPr txBox="1"/>
                <p:nvPr/>
              </p:nvSpPr>
              <p:spPr>
                <a:xfrm>
                  <a:off x="11565612" y="7738710"/>
                  <a:ext cx="389850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zh-CN" altLang="en-US" sz="160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蓟</a:t>
                  </a:r>
                </a:p>
              </p:txBody>
            </p:sp>
          </p:grpSp>
          <p:grpSp>
            <p:nvGrpSpPr>
              <p:cNvPr id="126" name="组合 125">
                <a:extLst>
                  <a:ext uri="{FF2B5EF4-FFF2-40B4-BE49-F238E27FC236}">
                    <a16:creationId xmlns:a16="http://schemas.microsoft.com/office/drawing/2014/main" id="{ABC96D45-CB3C-8CF2-93A7-ED298C7D5553}"/>
                  </a:ext>
                </a:extLst>
              </p:cNvPr>
              <p:cNvGrpSpPr/>
              <p:nvPr/>
            </p:nvGrpSpPr>
            <p:grpSpPr>
              <a:xfrm>
                <a:off x="12938430" y="586358"/>
                <a:ext cx="595035" cy="728550"/>
                <a:chOff x="11818525" y="7514456"/>
                <a:chExt cx="595035" cy="728550"/>
              </a:xfrm>
            </p:grpSpPr>
            <p:sp>
              <p:nvSpPr>
                <p:cNvPr id="127" name="矩形: 圆角 126">
                  <a:extLst>
                    <a:ext uri="{FF2B5EF4-FFF2-40B4-BE49-F238E27FC236}">
                      <a16:creationId xmlns:a16="http://schemas.microsoft.com/office/drawing/2014/main" id="{8D2C4233-E455-26DB-31AC-15DCCC6D1783}"/>
                    </a:ext>
                  </a:extLst>
                </p:cNvPr>
                <p:cNvSpPr/>
                <p:nvPr/>
              </p:nvSpPr>
              <p:spPr>
                <a:xfrm>
                  <a:off x="11900031" y="7514456"/>
                  <a:ext cx="432000" cy="432000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34385" tIns="67192" rIns="134385" bIns="67192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CN" altLang="en-US" sz="2646"/>
                </a:p>
              </p:txBody>
            </p:sp>
            <p:sp>
              <p:nvSpPr>
                <p:cNvPr id="128" name="文本框 127">
                  <a:extLst>
                    <a:ext uri="{FF2B5EF4-FFF2-40B4-BE49-F238E27FC236}">
                      <a16:creationId xmlns:a16="http://schemas.microsoft.com/office/drawing/2014/main" id="{4BB0ECF1-12F9-5F02-0E7F-C8201AE505A3}"/>
                    </a:ext>
                  </a:extLst>
                </p:cNvPr>
                <p:cNvSpPr txBox="1"/>
                <p:nvPr/>
              </p:nvSpPr>
              <p:spPr>
                <a:xfrm>
                  <a:off x="11818525" y="7904452"/>
                  <a:ext cx="595035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zh-CN" altLang="en-US" sz="160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龙城</a:t>
                  </a:r>
                </a:p>
              </p:txBody>
            </p:sp>
          </p:grpSp>
          <p:grpSp>
            <p:nvGrpSpPr>
              <p:cNvPr id="129" name="组合 128">
                <a:extLst>
                  <a:ext uri="{FF2B5EF4-FFF2-40B4-BE49-F238E27FC236}">
                    <a16:creationId xmlns:a16="http://schemas.microsoft.com/office/drawing/2014/main" id="{BA908522-47EB-19FC-36CB-56F9B4E6E86B}"/>
                  </a:ext>
                </a:extLst>
              </p:cNvPr>
              <p:cNvGrpSpPr/>
              <p:nvPr/>
            </p:nvGrpSpPr>
            <p:grpSpPr>
              <a:xfrm>
                <a:off x="9015473" y="2908322"/>
                <a:ext cx="686581" cy="815061"/>
                <a:chOff x="11645450" y="7131395"/>
                <a:chExt cx="686581" cy="815061"/>
              </a:xfrm>
            </p:grpSpPr>
            <p:sp>
              <p:nvSpPr>
                <p:cNvPr id="130" name="矩形: 圆角 129">
                  <a:extLst>
                    <a:ext uri="{FF2B5EF4-FFF2-40B4-BE49-F238E27FC236}">
                      <a16:creationId xmlns:a16="http://schemas.microsoft.com/office/drawing/2014/main" id="{2670AF99-21F7-315D-547E-ACDEC264803A}"/>
                    </a:ext>
                  </a:extLst>
                </p:cNvPr>
                <p:cNvSpPr/>
                <p:nvPr/>
              </p:nvSpPr>
              <p:spPr>
                <a:xfrm>
                  <a:off x="11900031" y="7514456"/>
                  <a:ext cx="432000" cy="432000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34385" tIns="67192" rIns="134385" bIns="67192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CN" altLang="en-US" sz="2646"/>
                </a:p>
              </p:txBody>
            </p:sp>
            <p:sp>
              <p:nvSpPr>
                <p:cNvPr id="131" name="文本框 130">
                  <a:extLst>
                    <a:ext uri="{FF2B5EF4-FFF2-40B4-BE49-F238E27FC236}">
                      <a16:creationId xmlns:a16="http://schemas.microsoft.com/office/drawing/2014/main" id="{7B411CE4-C177-786B-7091-BE6BDD20E493}"/>
                    </a:ext>
                  </a:extLst>
                </p:cNvPr>
                <p:cNvSpPr txBox="1"/>
                <p:nvPr/>
              </p:nvSpPr>
              <p:spPr>
                <a:xfrm>
                  <a:off x="11645450" y="7131395"/>
                  <a:ext cx="595035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zh-CN" altLang="en-US" sz="160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襄国</a:t>
                  </a:r>
                </a:p>
              </p:txBody>
            </p:sp>
          </p:grpSp>
          <p:grpSp>
            <p:nvGrpSpPr>
              <p:cNvPr id="132" name="组合 131">
                <a:extLst>
                  <a:ext uri="{FF2B5EF4-FFF2-40B4-BE49-F238E27FC236}">
                    <a16:creationId xmlns:a16="http://schemas.microsoft.com/office/drawing/2014/main" id="{D64C492E-8DF4-4BB6-EA6B-7664CA787A8C}"/>
                  </a:ext>
                </a:extLst>
              </p:cNvPr>
              <p:cNvGrpSpPr/>
              <p:nvPr/>
            </p:nvGrpSpPr>
            <p:grpSpPr>
              <a:xfrm>
                <a:off x="10425754" y="3180757"/>
                <a:ext cx="988544" cy="517226"/>
                <a:chOff x="11900031" y="7429230"/>
                <a:chExt cx="988544" cy="517226"/>
              </a:xfrm>
            </p:grpSpPr>
            <p:sp>
              <p:nvSpPr>
                <p:cNvPr id="133" name="矩形: 圆角 132">
                  <a:extLst>
                    <a:ext uri="{FF2B5EF4-FFF2-40B4-BE49-F238E27FC236}">
                      <a16:creationId xmlns:a16="http://schemas.microsoft.com/office/drawing/2014/main" id="{67E7C36B-F1B7-84AF-F53B-A935E698F7C3}"/>
                    </a:ext>
                  </a:extLst>
                </p:cNvPr>
                <p:cNvSpPr/>
                <p:nvPr/>
              </p:nvSpPr>
              <p:spPr>
                <a:xfrm>
                  <a:off x="11900031" y="7514456"/>
                  <a:ext cx="432000" cy="432000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34385" tIns="67192" rIns="134385" bIns="67192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CN" altLang="en-US" sz="2646"/>
                </a:p>
              </p:txBody>
            </p:sp>
            <p:sp>
              <p:nvSpPr>
                <p:cNvPr id="134" name="文本框 133">
                  <a:extLst>
                    <a:ext uri="{FF2B5EF4-FFF2-40B4-BE49-F238E27FC236}">
                      <a16:creationId xmlns:a16="http://schemas.microsoft.com/office/drawing/2014/main" id="{EA47E4F2-0248-545E-8F2E-5BB2762BCB96}"/>
                    </a:ext>
                  </a:extLst>
                </p:cNvPr>
                <p:cNvSpPr txBox="1"/>
                <p:nvPr/>
              </p:nvSpPr>
              <p:spPr>
                <a:xfrm>
                  <a:off x="12293540" y="7429230"/>
                  <a:ext cx="595035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zh-CN" altLang="en-US" sz="160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信都</a:t>
                  </a:r>
                </a:p>
              </p:txBody>
            </p:sp>
          </p:grpSp>
          <p:grpSp>
            <p:nvGrpSpPr>
              <p:cNvPr id="135" name="组合 134">
                <a:extLst>
                  <a:ext uri="{FF2B5EF4-FFF2-40B4-BE49-F238E27FC236}">
                    <a16:creationId xmlns:a16="http://schemas.microsoft.com/office/drawing/2014/main" id="{43B5188C-D438-A972-6E54-C79BF7BD347F}"/>
                  </a:ext>
                </a:extLst>
              </p:cNvPr>
              <p:cNvGrpSpPr/>
              <p:nvPr/>
            </p:nvGrpSpPr>
            <p:grpSpPr>
              <a:xfrm>
                <a:off x="7497800" y="1170210"/>
                <a:ext cx="595035" cy="728550"/>
                <a:chOff x="11818520" y="7514456"/>
                <a:chExt cx="595035" cy="728550"/>
              </a:xfrm>
            </p:grpSpPr>
            <p:sp>
              <p:nvSpPr>
                <p:cNvPr id="136" name="矩形: 圆角 135">
                  <a:extLst>
                    <a:ext uri="{FF2B5EF4-FFF2-40B4-BE49-F238E27FC236}">
                      <a16:creationId xmlns:a16="http://schemas.microsoft.com/office/drawing/2014/main" id="{0A4CDA0B-F7F4-0101-ADE4-EAF424542D11}"/>
                    </a:ext>
                  </a:extLst>
                </p:cNvPr>
                <p:cNvSpPr/>
                <p:nvPr/>
              </p:nvSpPr>
              <p:spPr>
                <a:xfrm>
                  <a:off x="11900031" y="7514456"/>
                  <a:ext cx="432000" cy="432000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34385" tIns="67192" rIns="134385" bIns="67192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CN" altLang="en-US" sz="2646"/>
                </a:p>
              </p:txBody>
            </p:sp>
            <p:sp>
              <p:nvSpPr>
                <p:cNvPr id="137" name="文本框 136">
                  <a:extLst>
                    <a:ext uri="{FF2B5EF4-FFF2-40B4-BE49-F238E27FC236}">
                      <a16:creationId xmlns:a16="http://schemas.microsoft.com/office/drawing/2014/main" id="{2C9899D0-2DCF-B55B-DC15-96B0AC7BEE56}"/>
                    </a:ext>
                  </a:extLst>
                </p:cNvPr>
                <p:cNvSpPr txBox="1"/>
                <p:nvPr/>
              </p:nvSpPr>
              <p:spPr>
                <a:xfrm>
                  <a:off x="11818520" y="7904452"/>
                  <a:ext cx="595035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zh-CN" altLang="en-US" sz="160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盛乐</a:t>
                  </a:r>
                </a:p>
              </p:txBody>
            </p:sp>
          </p:grpSp>
          <p:grpSp>
            <p:nvGrpSpPr>
              <p:cNvPr id="138" name="组合 137">
                <a:extLst>
                  <a:ext uri="{FF2B5EF4-FFF2-40B4-BE49-F238E27FC236}">
                    <a16:creationId xmlns:a16="http://schemas.microsoft.com/office/drawing/2014/main" id="{DECBBA44-0EAD-7BA3-07AD-67CAD1B0F225}"/>
                  </a:ext>
                </a:extLst>
              </p:cNvPr>
              <p:cNvGrpSpPr/>
              <p:nvPr/>
            </p:nvGrpSpPr>
            <p:grpSpPr>
              <a:xfrm>
                <a:off x="8338302" y="1072083"/>
                <a:ext cx="595035" cy="746027"/>
                <a:chOff x="11852572" y="7200429"/>
                <a:chExt cx="595035" cy="746027"/>
              </a:xfrm>
            </p:grpSpPr>
            <p:sp>
              <p:nvSpPr>
                <p:cNvPr id="139" name="矩形: 圆角 138">
                  <a:extLst>
                    <a:ext uri="{FF2B5EF4-FFF2-40B4-BE49-F238E27FC236}">
                      <a16:creationId xmlns:a16="http://schemas.microsoft.com/office/drawing/2014/main" id="{6E6B3AD4-82F9-FD33-8B76-A1F91356032D}"/>
                    </a:ext>
                  </a:extLst>
                </p:cNvPr>
                <p:cNvSpPr/>
                <p:nvPr/>
              </p:nvSpPr>
              <p:spPr>
                <a:xfrm>
                  <a:off x="11900031" y="7514456"/>
                  <a:ext cx="432000" cy="432000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34385" tIns="67192" rIns="134385" bIns="67192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CN" altLang="en-US" sz="2646"/>
                </a:p>
              </p:txBody>
            </p:sp>
            <p:sp>
              <p:nvSpPr>
                <p:cNvPr id="140" name="文本框 139">
                  <a:extLst>
                    <a:ext uri="{FF2B5EF4-FFF2-40B4-BE49-F238E27FC236}">
                      <a16:creationId xmlns:a16="http://schemas.microsoft.com/office/drawing/2014/main" id="{BAFC84EF-C02D-9D1C-F272-5586EEFC7CC4}"/>
                    </a:ext>
                  </a:extLst>
                </p:cNvPr>
                <p:cNvSpPr txBox="1"/>
                <p:nvPr/>
              </p:nvSpPr>
              <p:spPr>
                <a:xfrm>
                  <a:off x="11852572" y="7200429"/>
                  <a:ext cx="595035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zh-CN" altLang="en-US" sz="160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平城</a:t>
                  </a:r>
                </a:p>
              </p:txBody>
            </p:sp>
          </p:grpSp>
          <p:grpSp>
            <p:nvGrpSpPr>
              <p:cNvPr id="141" name="组合 140">
                <a:extLst>
                  <a:ext uri="{FF2B5EF4-FFF2-40B4-BE49-F238E27FC236}">
                    <a16:creationId xmlns:a16="http://schemas.microsoft.com/office/drawing/2014/main" id="{1239570B-B715-612A-BC18-03D667174360}"/>
                  </a:ext>
                </a:extLst>
              </p:cNvPr>
              <p:cNvGrpSpPr/>
              <p:nvPr/>
            </p:nvGrpSpPr>
            <p:grpSpPr>
              <a:xfrm>
                <a:off x="1389296" y="3181125"/>
                <a:ext cx="595035" cy="728550"/>
                <a:chOff x="11818516" y="7514456"/>
                <a:chExt cx="595035" cy="728550"/>
              </a:xfrm>
            </p:grpSpPr>
            <p:sp>
              <p:nvSpPr>
                <p:cNvPr id="142" name="矩形: 圆角 141">
                  <a:extLst>
                    <a:ext uri="{FF2B5EF4-FFF2-40B4-BE49-F238E27FC236}">
                      <a16:creationId xmlns:a16="http://schemas.microsoft.com/office/drawing/2014/main" id="{79CB4B04-7FB3-E3BF-744E-85B2AE6F86FD}"/>
                    </a:ext>
                  </a:extLst>
                </p:cNvPr>
                <p:cNvSpPr/>
                <p:nvPr/>
              </p:nvSpPr>
              <p:spPr>
                <a:xfrm>
                  <a:off x="11900031" y="7514456"/>
                  <a:ext cx="432000" cy="432000"/>
                </a:xfrm>
                <a:prstGeom prst="roundRect">
                  <a:avLst/>
                </a:prstGeom>
                <a:solidFill>
                  <a:srgbClr val="CC0000">
                    <a:alpha val="50000"/>
                  </a:srgb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34385" tIns="67192" rIns="134385" bIns="67192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CN" altLang="en-US" sz="2646"/>
                </a:p>
              </p:txBody>
            </p:sp>
            <p:sp>
              <p:nvSpPr>
                <p:cNvPr id="143" name="文本框 142">
                  <a:extLst>
                    <a:ext uri="{FF2B5EF4-FFF2-40B4-BE49-F238E27FC236}">
                      <a16:creationId xmlns:a16="http://schemas.microsoft.com/office/drawing/2014/main" id="{1E32DE75-B76C-6813-BB01-FA394431219C}"/>
                    </a:ext>
                  </a:extLst>
                </p:cNvPr>
                <p:cNvSpPr txBox="1"/>
                <p:nvPr/>
              </p:nvSpPr>
              <p:spPr>
                <a:xfrm>
                  <a:off x="11818516" y="7904452"/>
                  <a:ext cx="595035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zh-CN" altLang="en-US" sz="160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姑臧</a:t>
                  </a:r>
                </a:p>
              </p:txBody>
            </p:sp>
          </p:grpSp>
          <p:grpSp>
            <p:nvGrpSpPr>
              <p:cNvPr id="144" name="组合 143">
                <a:extLst>
                  <a:ext uri="{FF2B5EF4-FFF2-40B4-BE49-F238E27FC236}">
                    <a16:creationId xmlns:a16="http://schemas.microsoft.com/office/drawing/2014/main" id="{459B7E94-1444-ED8B-B5BE-5E2D3B38AE77}"/>
                  </a:ext>
                </a:extLst>
              </p:cNvPr>
              <p:cNvGrpSpPr/>
              <p:nvPr/>
            </p:nvGrpSpPr>
            <p:grpSpPr>
              <a:xfrm>
                <a:off x="106598" y="2420040"/>
                <a:ext cx="595035" cy="728550"/>
                <a:chOff x="11818518" y="7514456"/>
                <a:chExt cx="595035" cy="728550"/>
              </a:xfrm>
            </p:grpSpPr>
            <p:sp>
              <p:nvSpPr>
                <p:cNvPr id="145" name="矩形: 圆角 144">
                  <a:extLst>
                    <a:ext uri="{FF2B5EF4-FFF2-40B4-BE49-F238E27FC236}">
                      <a16:creationId xmlns:a16="http://schemas.microsoft.com/office/drawing/2014/main" id="{92CE32BD-9481-9F23-2B28-2B057B6280A3}"/>
                    </a:ext>
                  </a:extLst>
                </p:cNvPr>
                <p:cNvSpPr/>
                <p:nvPr/>
              </p:nvSpPr>
              <p:spPr>
                <a:xfrm>
                  <a:off x="11900031" y="7514456"/>
                  <a:ext cx="432000" cy="432000"/>
                </a:xfrm>
                <a:prstGeom prst="roundRect">
                  <a:avLst/>
                </a:prstGeom>
                <a:solidFill>
                  <a:srgbClr val="CC0000">
                    <a:alpha val="50000"/>
                  </a:srgb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34385" tIns="67192" rIns="134385" bIns="67192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CN" altLang="en-US" sz="2646"/>
                </a:p>
              </p:txBody>
            </p:sp>
            <p:sp>
              <p:nvSpPr>
                <p:cNvPr id="146" name="文本框 145">
                  <a:extLst>
                    <a:ext uri="{FF2B5EF4-FFF2-40B4-BE49-F238E27FC236}">
                      <a16:creationId xmlns:a16="http://schemas.microsoft.com/office/drawing/2014/main" id="{EA3B3E1E-84D9-205A-6C58-76132AF48DD8}"/>
                    </a:ext>
                  </a:extLst>
                </p:cNvPr>
                <p:cNvSpPr txBox="1"/>
                <p:nvPr/>
              </p:nvSpPr>
              <p:spPr>
                <a:xfrm>
                  <a:off x="11818518" y="7904452"/>
                  <a:ext cx="595035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zh-CN" altLang="en-US" sz="160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张掖</a:t>
                  </a:r>
                </a:p>
              </p:txBody>
            </p:sp>
          </p:grpSp>
          <p:grpSp>
            <p:nvGrpSpPr>
              <p:cNvPr id="147" name="组合 146">
                <a:extLst>
                  <a:ext uri="{FF2B5EF4-FFF2-40B4-BE49-F238E27FC236}">
                    <a16:creationId xmlns:a16="http://schemas.microsoft.com/office/drawing/2014/main" id="{F1AE1FFD-1F06-D980-8067-45FD9393C426}"/>
                  </a:ext>
                </a:extLst>
              </p:cNvPr>
              <p:cNvGrpSpPr/>
              <p:nvPr/>
            </p:nvGrpSpPr>
            <p:grpSpPr>
              <a:xfrm>
                <a:off x="10090341" y="6038940"/>
                <a:ext cx="728420" cy="748847"/>
                <a:chOff x="11603611" y="7514456"/>
                <a:chExt cx="728420" cy="748847"/>
              </a:xfrm>
            </p:grpSpPr>
            <p:sp>
              <p:nvSpPr>
                <p:cNvPr id="148" name="矩形: 圆角 147">
                  <a:extLst>
                    <a:ext uri="{FF2B5EF4-FFF2-40B4-BE49-F238E27FC236}">
                      <a16:creationId xmlns:a16="http://schemas.microsoft.com/office/drawing/2014/main" id="{54562443-A331-58EA-28BB-03DF7E115142}"/>
                    </a:ext>
                  </a:extLst>
                </p:cNvPr>
                <p:cNvSpPr/>
                <p:nvPr/>
              </p:nvSpPr>
              <p:spPr>
                <a:xfrm>
                  <a:off x="11900031" y="7514456"/>
                  <a:ext cx="432000" cy="432000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34385" tIns="67192" rIns="134385" bIns="67192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CN" altLang="en-US" sz="2646"/>
                </a:p>
              </p:txBody>
            </p:sp>
            <p:sp>
              <p:nvSpPr>
                <p:cNvPr id="149" name="文本框 148">
                  <a:extLst>
                    <a:ext uri="{FF2B5EF4-FFF2-40B4-BE49-F238E27FC236}">
                      <a16:creationId xmlns:a16="http://schemas.microsoft.com/office/drawing/2014/main" id="{4E4CE112-97EE-FD99-A6E0-B6A8704DD324}"/>
                    </a:ext>
                  </a:extLst>
                </p:cNvPr>
                <p:cNvSpPr txBox="1"/>
                <p:nvPr/>
              </p:nvSpPr>
              <p:spPr>
                <a:xfrm>
                  <a:off x="11603611" y="7924749"/>
                  <a:ext cx="389850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zh-CN" altLang="en-US" sz="160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谯</a:t>
                  </a:r>
                </a:p>
              </p:txBody>
            </p:sp>
          </p:grpSp>
          <p:grpSp>
            <p:nvGrpSpPr>
              <p:cNvPr id="150" name="组合 149">
                <a:extLst>
                  <a:ext uri="{FF2B5EF4-FFF2-40B4-BE49-F238E27FC236}">
                    <a16:creationId xmlns:a16="http://schemas.microsoft.com/office/drawing/2014/main" id="{D6626D20-6500-F8F4-4FB9-60F72CA8FA39}"/>
                  </a:ext>
                </a:extLst>
              </p:cNvPr>
              <p:cNvGrpSpPr/>
              <p:nvPr/>
            </p:nvGrpSpPr>
            <p:grpSpPr>
              <a:xfrm>
                <a:off x="10441200" y="4695255"/>
                <a:ext cx="595035" cy="728550"/>
                <a:chOff x="11818520" y="7514456"/>
                <a:chExt cx="595035" cy="728550"/>
              </a:xfrm>
            </p:grpSpPr>
            <p:sp>
              <p:nvSpPr>
                <p:cNvPr id="151" name="矩形: 圆角 150">
                  <a:extLst>
                    <a:ext uri="{FF2B5EF4-FFF2-40B4-BE49-F238E27FC236}">
                      <a16:creationId xmlns:a16="http://schemas.microsoft.com/office/drawing/2014/main" id="{74C86951-5325-046A-BC93-1A20BDCDC59A}"/>
                    </a:ext>
                  </a:extLst>
                </p:cNvPr>
                <p:cNvSpPr/>
                <p:nvPr/>
              </p:nvSpPr>
              <p:spPr>
                <a:xfrm>
                  <a:off x="11900031" y="7514456"/>
                  <a:ext cx="432000" cy="432000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34385" tIns="67192" rIns="134385" bIns="67192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CN" altLang="en-US" sz="2646"/>
                </a:p>
              </p:txBody>
            </p:sp>
            <p:sp>
              <p:nvSpPr>
                <p:cNvPr id="152" name="文本框 151">
                  <a:extLst>
                    <a:ext uri="{FF2B5EF4-FFF2-40B4-BE49-F238E27FC236}">
                      <a16:creationId xmlns:a16="http://schemas.microsoft.com/office/drawing/2014/main" id="{D1DED82C-FFBE-4470-F8A6-03A51D4C8977}"/>
                    </a:ext>
                  </a:extLst>
                </p:cNvPr>
                <p:cNvSpPr txBox="1"/>
                <p:nvPr/>
              </p:nvSpPr>
              <p:spPr>
                <a:xfrm>
                  <a:off x="11818520" y="7904452"/>
                  <a:ext cx="595035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zh-CN" altLang="en-US" sz="160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东平</a:t>
                  </a:r>
                </a:p>
              </p:txBody>
            </p:sp>
          </p:grpSp>
          <p:cxnSp>
            <p:nvCxnSpPr>
              <p:cNvPr id="5" name="直接连接符 4">
                <a:extLst>
                  <a:ext uri="{FF2B5EF4-FFF2-40B4-BE49-F238E27FC236}">
                    <a16:creationId xmlns:a16="http://schemas.microsoft.com/office/drawing/2014/main" id="{DF1A92E9-376F-3445-06AC-E8B146C11CCD}"/>
                  </a:ext>
                </a:extLst>
              </p:cNvPr>
              <p:cNvCxnSpPr>
                <a:cxnSpLocks/>
                <a:stCxn id="40" idx="2"/>
                <a:endCxn id="37" idx="0"/>
              </p:cNvCxnSpPr>
              <p:nvPr/>
            </p:nvCxnSpPr>
            <p:spPr>
              <a:xfrm flipH="1">
                <a:off x="7928314" y="7934292"/>
                <a:ext cx="31748" cy="75312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直接连接符 70">
                <a:extLst>
                  <a:ext uri="{FF2B5EF4-FFF2-40B4-BE49-F238E27FC236}">
                    <a16:creationId xmlns:a16="http://schemas.microsoft.com/office/drawing/2014/main" id="{49487419-EF99-8998-491A-C7079EB9995C}"/>
                  </a:ext>
                </a:extLst>
              </p:cNvPr>
              <p:cNvCxnSpPr>
                <a:cxnSpLocks/>
                <a:stCxn id="43" idx="1"/>
                <a:endCxn id="37" idx="3"/>
              </p:cNvCxnSpPr>
              <p:nvPr/>
            </p:nvCxnSpPr>
            <p:spPr>
              <a:xfrm flipH="1">
                <a:off x="8144314" y="8732921"/>
                <a:ext cx="1314248" cy="1705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直接连接符 91">
                <a:extLst>
                  <a:ext uri="{FF2B5EF4-FFF2-40B4-BE49-F238E27FC236}">
                    <a16:creationId xmlns:a16="http://schemas.microsoft.com/office/drawing/2014/main" id="{06BC1525-02F4-2A59-585A-97AEA2CDB877}"/>
                  </a:ext>
                </a:extLst>
              </p:cNvPr>
              <p:cNvCxnSpPr>
                <a:cxnSpLocks/>
                <a:stCxn id="25" idx="0"/>
                <a:endCxn id="31" idx="2"/>
              </p:cNvCxnSpPr>
              <p:nvPr/>
            </p:nvCxnSpPr>
            <p:spPr>
              <a:xfrm flipH="1" flipV="1">
                <a:off x="11116781" y="7278410"/>
                <a:ext cx="37570" cy="261616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3" name="直接连接符 152">
                <a:extLst>
                  <a:ext uri="{FF2B5EF4-FFF2-40B4-BE49-F238E27FC236}">
                    <a16:creationId xmlns:a16="http://schemas.microsoft.com/office/drawing/2014/main" id="{3A83DF9E-402C-2813-B917-C6BD18A83764}"/>
                  </a:ext>
                </a:extLst>
              </p:cNvPr>
              <p:cNvCxnSpPr>
                <a:cxnSpLocks/>
                <a:stCxn id="28" idx="0"/>
                <a:endCxn id="25" idx="1"/>
              </p:cNvCxnSpPr>
              <p:nvPr/>
            </p:nvCxnSpPr>
            <p:spPr>
              <a:xfrm flipV="1">
                <a:off x="10404814" y="7756026"/>
                <a:ext cx="533537" cy="1226176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6" name="直接连接符 155">
                <a:extLst>
                  <a:ext uri="{FF2B5EF4-FFF2-40B4-BE49-F238E27FC236}">
                    <a16:creationId xmlns:a16="http://schemas.microsoft.com/office/drawing/2014/main" id="{9AFCB983-67DF-D1B1-45DB-BCF5FF8EB7E3}"/>
                  </a:ext>
                </a:extLst>
              </p:cNvPr>
              <p:cNvCxnSpPr>
                <a:cxnSpLocks/>
                <a:stCxn id="28" idx="1"/>
                <a:endCxn id="43" idx="3"/>
              </p:cNvCxnSpPr>
              <p:nvPr/>
            </p:nvCxnSpPr>
            <p:spPr>
              <a:xfrm flipH="1" flipV="1">
                <a:off x="9890562" y="8732921"/>
                <a:ext cx="298252" cy="465281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9" name="直接连接符 158">
                <a:extLst>
                  <a:ext uri="{FF2B5EF4-FFF2-40B4-BE49-F238E27FC236}">
                    <a16:creationId xmlns:a16="http://schemas.microsoft.com/office/drawing/2014/main" id="{FB76FA55-0E71-B259-26C9-25B9011024E8}"/>
                  </a:ext>
                </a:extLst>
              </p:cNvPr>
              <p:cNvCxnSpPr>
                <a:cxnSpLocks/>
                <a:stCxn id="4" idx="1"/>
                <a:endCxn id="25" idx="3"/>
              </p:cNvCxnSpPr>
              <p:nvPr/>
            </p:nvCxnSpPr>
            <p:spPr>
              <a:xfrm flipH="1">
                <a:off x="11370351" y="7667852"/>
                <a:ext cx="301188" cy="88174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3" name="直接连接符 162">
                <a:extLst>
                  <a:ext uri="{FF2B5EF4-FFF2-40B4-BE49-F238E27FC236}">
                    <a16:creationId xmlns:a16="http://schemas.microsoft.com/office/drawing/2014/main" id="{C078C416-B9FB-2EB6-158A-F9F5309A053C}"/>
                  </a:ext>
                </a:extLst>
              </p:cNvPr>
              <p:cNvCxnSpPr>
                <a:cxnSpLocks/>
                <a:stCxn id="28" idx="3"/>
                <a:endCxn id="4" idx="2"/>
              </p:cNvCxnSpPr>
              <p:nvPr/>
            </p:nvCxnSpPr>
            <p:spPr>
              <a:xfrm flipV="1">
                <a:off x="10620814" y="7883852"/>
                <a:ext cx="1266725" cy="131435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7" name="直接连接符 166">
                <a:extLst>
                  <a:ext uri="{FF2B5EF4-FFF2-40B4-BE49-F238E27FC236}">
                    <a16:creationId xmlns:a16="http://schemas.microsoft.com/office/drawing/2014/main" id="{E99B2BF5-32C6-57B4-C470-B64B6A2F03C5}"/>
                  </a:ext>
                </a:extLst>
              </p:cNvPr>
              <p:cNvCxnSpPr>
                <a:cxnSpLocks/>
                <a:stCxn id="4" idx="3"/>
                <a:endCxn id="22" idx="1"/>
              </p:cNvCxnSpPr>
              <p:nvPr/>
            </p:nvCxnSpPr>
            <p:spPr>
              <a:xfrm flipV="1">
                <a:off x="12103539" y="7553390"/>
                <a:ext cx="316443" cy="114462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0" name="直接连接符 169">
                <a:extLst>
                  <a:ext uri="{FF2B5EF4-FFF2-40B4-BE49-F238E27FC236}">
                    <a16:creationId xmlns:a16="http://schemas.microsoft.com/office/drawing/2014/main" id="{1A472041-A271-01A8-3632-2399D6E5EB3A}"/>
                  </a:ext>
                </a:extLst>
              </p:cNvPr>
              <p:cNvCxnSpPr>
                <a:cxnSpLocks/>
                <a:stCxn id="22" idx="3"/>
                <a:endCxn id="13" idx="0"/>
              </p:cNvCxnSpPr>
              <p:nvPr/>
            </p:nvCxnSpPr>
            <p:spPr>
              <a:xfrm>
                <a:off x="12851982" y="7553390"/>
                <a:ext cx="337321" cy="393066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9" name="直接连接符 178">
                <a:extLst>
                  <a:ext uri="{FF2B5EF4-FFF2-40B4-BE49-F238E27FC236}">
                    <a16:creationId xmlns:a16="http://schemas.microsoft.com/office/drawing/2014/main" id="{94E47A90-6A1D-A408-3A72-ECE7AE577DC1}"/>
                  </a:ext>
                </a:extLst>
              </p:cNvPr>
              <p:cNvCxnSpPr>
                <a:cxnSpLocks/>
                <a:stCxn id="130" idx="1"/>
                <a:endCxn id="97" idx="3"/>
              </p:cNvCxnSpPr>
              <p:nvPr/>
            </p:nvCxnSpPr>
            <p:spPr>
              <a:xfrm flipH="1" flipV="1">
                <a:off x="8433586" y="3329310"/>
                <a:ext cx="836468" cy="178073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2" name="直接连接符 181">
                <a:extLst>
                  <a:ext uri="{FF2B5EF4-FFF2-40B4-BE49-F238E27FC236}">
                    <a16:creationId xmlns:a16="http://schemas.microsoft.com/office/drawing/2014/main" id="{E65C16EC-BDF4-2D83-2AD6-3D1107F3EBE5}"/>
                  </a:ext>
                </a:extLst>
              </p:cNvPr>
              <p:cNvCxnSpPr>
                <a:cxnSpLocks/>
                <a:stCxn id="97" idx="2"/>
                <a:endCxn id="100" idx="0"/>
              </p:cNvCxnSpPr>
              <p:nvPr/>
            </p:nvCxnSpPr>
            <p:spPr>
              <a:xfrm>
                <a:off x="8217586" y="3545310"/>
                <a:ext cx="321629" cy="46582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6" name="直接连接符 185">
                <a:extLst>
                  <a:ext uri="{FF2B5EF4-FFF2-40B4-BE49-F238E27FC236}">
                    <a16:creationId xmlns:a16="http://schemas.microsoft.com/office/drawing/2014/main" id="{6767434A-84DE-0D75-9B5F-DBEE0C297CD7}"/>
                  </a:ext>
                </a:extLst>
              </p:cNvPr>
              <p:cNvCxnSpPr>
                <a:cxnSpLocks/>
                <a:stCxn id="97" idx="1"/>
                <a:endCxn id="103" idx="0"/>
              </p:cNvCxnSpPr>
              <p:nvPr/>
            </p:nvCxnSpPr>
            <p:spPr>
              <a:xfrm flipH="1">
                <a:off x="7475529" y="3329310"/>
                <a:ext cx="526057" cy="1149945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9" name="直接连接符 188">
                <a:extLst>
                  <a:ext uri="{FF2B5EF4-FFF2-40B4-BE49-F238E27FC236}">
                    <a16:creationId xmlns:a16="http://schemas.microsoft.com/office/drawing/2014/main" id="{8257EC1B-203D-0E8B-EEA0-1BC756EE544F}"/>
                  </a:ext>
                </a:extLst>
              </p:cNvPr>
              <p:cNvCxnSpPr>
                <a:cxnSpLocks/>
                <a:stCxn id="139" idx="2"/>
                <a:endCxn id="97" idx="0"/>
              </p:cNvCxnSpPr>
              <p:nvPr/>
            </p:nvCxnSpPr>
            <p:spPr>
              <a:xfrm flipH="1">
                <a:off x="8217586" y="1818110"/>
                <a:ext cx="384175" cy="1295200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2" name="直接连接符 191">
                <a:extLst>
                  <a:ext uri="{FF2B5EF4-FFF2-40B4-BE49-F238E27FC236}">
                    <a16:creationId xmlns:a16="http://schemas.microsoft.com/office/drawing/2014/main" id="{6E7190CB-FCC7-240F-0757-64CF62AF4D61}"/>
                  </a:ext>
                </a:extLst>
              </p:cNvPr>
              <p:cNvCxnSpPr>
                <a:cxnSpLocks/>
                <a:stCxn id="130" idx="2"/>
                <a:endCxn id="115" idx="0"/>
              </p:cNvCxnSpPr>
              <p:nvPr/>
            </p:nvCxnSpPr>
            <p:spPr>
              <a:xfrm>
                <a:off x="9486054" y="3723383"/>
                <a:ext cx="188508" cy="45869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5" name="直接连接符 194">
                <a:extLst>
                  <a:ext uri="{FF2B5EF4-FFF2-40B4-BE49-F238E27FC236}">
                    <a16:creationId xmlns:a16="http://schemas.microsoft.com/office/drawing/2014/main" id="{2BB10612-EBE9-0F45-B798-DAA8A267E94F}"/>
                  </a:ext>
                </a:extLst>
              </p:cNvPr>
              <p:cNvCxnSpPr>
                <a:cxnSpLocks/>
                <a:stCxn id="115" idx="1"/>
                <a:endCxn id="100" idx="3"/>
              </p:cNvCxnSpPr>
              <p:nvPr/>
            </p:nvCxnSpPr>
            <p:spPr>
              <a:xfrm flipH="1" flipV="1">
                <a:off x="8755215" y="4227137"/>
                <a:ext cx="703347" cy="170945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8" name="直接连接符 197">
                <a:extLst>
                  <a:ext uri="{FF2B5EF4-FFF2-40B4-BE49-F238E27FC236}">
                    <a16:creationId xmlns:a16="http://schemas.microsoft.com/office/drawing/2014/main" id="{BB8B694C-B359-D7D4-EF48-D7A655801EE3}"/>
                  </a:ext>
                </a:extLst>
              </p:cNvPr>
              <p:cNvCxnSpPr>
                <a:cxnSpLocks/>
                <a:stCxn id="139" idx="1"/>
                <a:endCxn id="136" idx="3"/>
              </p:cNvCxnSpPr>
              <p:nvPr/>
            </p:nvCxnSpPr>
            <p:spPr>
              <a:xfrm flipH="1" flipV="1">
                <a:off x="8011311" y="1386210"/>
                <a:ext cx="374450" cy="2159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2" name="直接连接符 201">
                <a:extLst>
                  <a:ext uri="{FF2B5EF4-FFF2-40B4-BE49-F238E27FC236}">
                    <a16:creationId xmlns:a16="http://schemas.microsoft.com/office/drawing/2014/main" id="{56E29B10-C5A6-DB04-16EB-DA59D3C5BAD9}"/>
                  </a:ext>
                </a:extLst>
              </p:cNvPr>
              <p:cNvCxnSpPr>
                <a:cxnSpLocks/>
                <a:stCxn id="139" idx="3"/>
                <a:endCxn id="124" idx="1"/>
              </p:cNvCxnSpPr>
              <p:nvPr/>
            </p:nvCxnSpPr>
            <p:spPr>
              <a:xfrm>
                <a:off x="8817761" y="1602110"/>
                <a:ext cx="1832900" cy="449654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5" name="直接连接符 204">
                <a:extLst>
                  <a:ext uri="{FF2B5EF4-FFF2-40B4-BE49-F238E27FC236}">
                    <a16:creationId xmlns:a16="http://schemas.microsoft.com/office/drawing/2014/main" id="{95CDF6C4-2BDA-1642-621B-273E0122B707}"/>
                  </a:ext>
                </a:extLst>
              </p:cNvPr>
              <p:cNvCxnSpPr>
                <a:cxnSpLocks/>
                <a:stCxn id="76" idx="0"/>
                <a:endCxn id="100" idx="2"/>
              </p:cNvCxnSpPr>
              <p:nvPr/>
            </p:nvCxnSpPr>
            <p:spPr>
              <a:xfrm flipV="1">
                <a:off x="8299108" y="4443137"/>
                <a:ext cx="240107" cy="1121348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8" name="直接连接符 207">
                <a:extLst>
                  <a:ext uri="{FF2B5EF4-FFF2-40B4-BE49-F238E27FC236}">
                    <a16:creationId xmlns:a16="http://schemas.microsoft.com/office/drawing/2014/main" id="{DDAAB44E-3B32-9D93-BEEE-5D92ED8B1155}"/>
                  </a:ext>
                </a:extLst>
              </p:cNvPr>
              <p:cNvCxnSpPr>
                <a:cxnSpLocks/>
                <a:stCxn id="100" idx="1"/>
                <a:endCxn id="103" idx="3"/>
              </p:cNvCxnSpPr>
              <p:nvPr/>
            </p:nvCxnSpPr>
            <p:spPr>
              <a:xfrm flipH="1">
                <a:off x="7691529" y="4227137"/>
                <a:ext cx="631686" cy="46811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1" name="直接连接符 210">
                <a:extLst>
                  <a:ext uri="{FF2B5EF4-FFF2-40B4-BE49-F238E27FC236}">
                    <a16:creationId xmlns:a16="http://schemas.microsoft.com/office/drawing/2014/main" id="{173FF3E1-745F-1F67-D28A-2D8232C48FD0}"/>
                  </a:ext>
                </a:extLst>
              </p:cNvPr>
              <p:cNvCxnSpPr>
                <a:cxnSpLocks/>
                <a:stCxn id="76" idx="1"/>
                <a:endCxn id="67" idx="3"/>
              </p:cNvCxnSpPr>
              <p:nvPr/>
            </p:nvCxnSpPr>
            <p:spPr>
              <a:xfrm flipH="1" flipV="1">
                <a:off x="7684413" y="5660807"/>
                <a:ext cx="398695" cy="11967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4" name="直接连接符 213">
                <a:extLst>
                  <a:ext uri="{FF2B5EF4-FFF2-40B4-BE49-F238E27FC236}">
                    <a16:creationId xmlns:a16="http://schemas.microsoft.com/office/drawing/2014/main" id="{F744F589-B6D2-D44C-839A-6FBF8BCEF60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8289282" y="5996485"/>
                <a:ext cx="79620" cy="45274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8" name="直接连接符 217">
                <a:extLst>
                  <a:ext uri="{FF2B5EF4-FFF2-40B4-BE49-F238E27FC236}">
                    <a16:creationId xmlns:a16="http://schemas.microsoft.com/office/drawing/2014/main" id="{27AD8E29-526D-8F53-347B-21BBFD9458F1}"/>
                  </a:ext>
                </a:extLst>
              </p:cNvPr>
              <p:cNvCxnSpPr>
                <a:cxnSpLocks/>
                <a:stCxn id="67" idx="1"/>
                <a:endCxn id="79" idx="3"/>
              </p:cNvCxnSpPr>
              <p:nvPr/>
            </p:nvCxnSpPr>
            <p:spPr>
              <a:xfrm flipH="1">
                <a:off x="6199526" y="5660807"/>
                <a:ext cx="1052887" cy="470874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1" name="直接连接符 220">
                <a:extLst>
                  <a:ext uri="{FF2B5EF4-FFF2-40B4-BE49-F238E27FC236}">
                    <a16:creationId xmlns:a16="http://schemas.microsoft.com/office/drawing/2014/main" id="{B9680F52-5903-E14D-5249-B3A061887B28}"/>
                  </a:ext>
                </a:extLst>
              </p:cNvPr>
              <p:cNvCxnSpPr>
                <a:cxnSpLocks/>
                <a:stCxn id="106" idx="1"/>
                <a:endCxn id="79" idx="3"/>
              </p:cNvCxnSpPr>
              <p:nvPr/>
            </p:nvCxnSpPr>
            <p:spPr>
              <a:xfrm flipH="1" flipV="1">
                <a:off x="6199526" y="6131681"/>
                <a:ext cx="537739" cy="451281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4" name="直接连接符 223">
                <a:extLst>
                  <a:ext uri="{FF2B5EF4-FFF2-40B4-BE49-F238E27FC236}">
                    <a16:creationId xmlns:a16="http://schemas.microsoft.com/office/drawing/2014/main" id="{BD10148A-9980-AA51-0F8D-FEE29F650A51}"/>
                  </a:ext>
                </a:extLst>
              </p:cNvPr>
              <p:cNvCxnSpPr>
                <a:cxnSpLocks/>
                <a:stCxn id="79" idx="1"/>
                <a:endCxn id="55" idx="3"/>
              </p:cNvCxnSpPr>
              <p:nvPr/>
            </p:nvCxnSpPr>
            <p:spPr>
              <a:xfrm flipH="1">
                <a:off x="4939589" y="6131681"/>
                <a:ext cx="827937" cy="681827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7" name="直接连接符 226">
                <a:extLst>
                  <a:ext uri="{FF2B5EF4-FFF2-40B4-BE49-F238E27FC236}">
                    <a16:creationId xmlns:a16="http://schemas.microsoft.com/office/drawing/2014/main" id="{33189074-E2CB-D207-7900-6C5E643EB2FD}"/>
                  </a:ext>
                </a:extLst>
              </p:cNvPr>
              <p:cNvCxnSpPr>
                <a:cxnSpLocks/>
                <a:stCxn id="85" idx="3"/>
                <a:endCxn id="79" idx="0"/>
              </p:cNvCxnSpPr>
              <p:nvPr/>
            </p:nvCxnSpPr>
            <p:spPr>
              <a:xfrm>
                <a:off x="5234058" y="5256872"/>
                <a:ext cx="749468" cy="65880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0" name="直接连接符 229">
                <a:extLst>
                  <a:ext uri="{FF2B5EF4-FFF2-40B4-BE49-F238E27FC236}">
                    <a16:creationId xmlns:a16="http://schemas.microsoft.com/office/drawing/2014/main" id="{56E5EC17-650B-556D-1EE3-52F8A59FF56D}"/>
                  </a:ext>
                </a:extLst>
              </p:cNvPr>
              <p:cNvCxnSpPr>
                <a:cxnSpLocks/>
                <a:stCxn id="103" idx="1"/>
                <a:endCxn id="79" idx="0"/>
              </p:cNvCxnSpPr>
              <p:nvPr/>
            </p:nvCxnSpPr>
            <p:spPr>
              <a:xfrm flipH="1">
                <a:off x="5983526" y="4695255"/>
                <a:ext cx="1276003" cy="1220426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3" name="直接连接符 232">
                <a:extLst>
                  <a:ext uri="{FF2B5EF4-FFF2-40B4-BE49-F238E27FC236}">
                    <a16:creationId xmlns:a16="http://schemas.microsoft.com/office/drawing/2014/main" id="{E227CA47-451D-5EBB-E29A-AA99053B9951}"/>
                  </a:ext>
                </a:extLst>
              </p:cNvPr>
              <p:cNvCxnSpPr>
                <a:cxnSpLocks/>
                <a:stCxn id="148" idx="1"/>
                <a:endCxn id="109" idx="3"/>
              </p:cNvCxnSpPr>
              <p:nvPr/>
            </p:nvCxnSpPr>
            <p:spPr>
              <a:xfrm flipH="1" flipV="1">
                <a:off x="9942461" y="5793127"/>
                <a:ext cx="444300" cy="461813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6" name="直接连接符 235">
                <a:extLst>
                  <a:ext uri="{FF2B5EF4-FFF2-40B4-BE49-F238E27FC236}">
                    <a16:creationId xmlns:a16="http://schemas.microsoft.com/office/drawing/2014/main" id="{3CCD6981-03AB-D440-294B-042608C08F7E}"/>
                  </a:ext>
                </a:extLst>
              </p:cNvPr>
              <p:cNvCxnSpPr>
                <a:cxnSpLocks/>
                <a:stCxn id="31" idx="0"/>
                <a:endCxn id="148" idx="2"/>
              </p:cNvCxnSpPr>
              <p:nvPr/>
            </p:nvCxnSpPr>
            <p:spPr>
              <a:xfrm flipH="1" flipV="1">
                <a:off x="10602761" y="6470940"/>
                <a:ext cx="514020" cy="37547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0" name="任意多边形: 形状 239">
                <a:extLst>
                  <a:ext uri="{FF2B5EF4-FFF2-40B4-BE49-F238E27FC236}">
                    <a16:creationId xmlns:a16="http://schemas.microsoft.com/office/drawing/2014/main" id="{FF6AECE6-A4A3-8762-84FA-DDD27F58396A}"/>
                  </a:ext>
                </a:extLst>
              </p:cNvPr>
              <p:cNvSpPr/>
              <p:nvPr/>
            </p:nvSpPr>
            <p:spPr>
              <a:xfrm>
                <a:off x="12565069" y="8162925"/>
                <a:ext cx="411156" cy="1152525"/>
              </a:xfrm>
              <a:custGeom>
                <a:avLst/>
                <a:gdLst>
                  <a:gd name="csX0" fmla="*/ 411156 w 411156"/>
                  <a:gd name="csY0" fmla="*/ 0 h 1152525"/>
                  <a:gd name="csX1" fmla="*/ 153981 w 411156"/>
                  <a:gd name="csY1" fmla="*/ 130175 h 1152525"/>
                  <a:gd name="csX2" fmla="*/ 4756 w 411156"/>
                  <a:gd name="csY2" fmla="*/ 460375 h 1152525"/>
                  <a:gd name="csX3" fmla="*/ 71431 w 411156"/>
                  <a:gd name="csY3" fmla="*/ 981075 h 1152525"/>
                  <a:gd name="csX4" fmla="*/ 401631 w 411156"/>
                  <a:gd name="csY4" fmla="*/ 1152525 h 115252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411156" h="1152525">
                    <a:moveTo>
                      <a:pt x="411156" y="0"/>
                    </a:moveTo>
                    <a:cubicBezTo>
                      <a:pt x="316435" y="26723"/>
                      <a:pt x="221714" y="53446"/>
                      <a:pt x="153981" y="130175"/>
                    </a:cubicBezTo>
                    <a:cubicBezTo>
                      <a:pt x="86248" y="206904"/>
                      <a:pt x="18514" y="318558"/>
                      <a:pt x="4756" y="460375"/>
                    </a:cubicBezTo>
                    <a:cubicBezTo>
                      <a:pt x="-9002" y="602192"/>
                      <a:pt x="5285" y="865717"/>
                      <a:pt x="71431" y="981075"/>
                    </a:cubicBezTo>
                    <a:cubicBezTo>
                      <a:pt x="137577" y="1096433"/>
                      <a:pt x="269604" y="1124479"/>
                      <a:pt x="401631" y="1152525"/>
                    </a:cubicBezTo>
                  </a:path>
                </a:pathLst>
              </a:cu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241" name="直接连接符 240">
                <a:extLst>
                  <a:ext uri="{FF2B5EF4-FFF2-40B4-BE49-F238E27FC236}">
                    <a16:creationId xmlns:a16="http://schemas.microsoft.com/office/drawing/2014/main" id="{FA359267-6784-24F7-4E04-893FCE236BAC}"/>
                  </a:ext>
                </a:extLst>
              </p:cNvPr>
              <p:cNvCxnSpPr>
                <a:cxnSpLocks/>
                <a:stCxn id="40" idx="0"/>
                <a:endCxn id="73" idx="2"/>
              </p:cNvCxnSpPr>
              <p:nvPr/>
            </p:nvCxnSpPr>
            <p:spPr>
              <a:xfrm flipV="1">
                <a:off x="7960062" y="6881233"/>
                <a:ext cx="418666" cy="62105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4" name="直接连接符 243">
                <a:extLst>
                  <a:ext uri="{FF2B5EF4-FFF2-40B4-BE49-F238E27FC236}">
                    <a16:creationId xmlns:a16="http://schemas.microsoft.com/office/drawing/2014/main" id="{96F1E25D-7B38-D9C7-7041-48BD32812145}"/>
                  </a:ext>
                </a:extLst>
              </p:cNvPr>
              <p:cNvCxnSpPr>
                <a:cxnSpLocks/>
                <a:stCxn id="40" idx="0"/>
                <a:endCxn id="106" idx="3"/>
              </p:cNvCxnSpPr>
              <p:nvPr/>
            </p:nvCxnSpPr>
            <p:spPr>
              <a:xfrm flipH="1" flipV="1">
                <a:off x="7169265" y="6582962"/>
                <a:ext cx="790797" cy="91933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7" name="直接连接符 246">
                <a:extLst>
                  <a:ext uri="{FF2B5EF4-FFF2-40B4-BE49-F238E27FC236}">
                    <a16:creationId xmlns:a16="http://schemas.microsoft.com/office/drawing/2014/main" id="{67DA7970-3C01-1EB3-7CA2-7C30D2782286}"/>
                  </a:ext>
                </a:extLst>
              </p:cNvPr>
              <p:cNvCxnSpPr>
                <a:cxnSpLocks/>
                <a:stCxn id="58" idx="3"/>
                <a:endCxn id="37" idx="1"/>
              </p:cNvCxnSpPr>
              <p:nvPr/>
            </p:nvCxnSpPr>
            <p:spPr>
              <a:xfrm>
                <a:off x="6602970" y="8347644"/>
                <a:ext cx="1109344" cy="55577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0" name="直接连接符 249">
                <a:extLst>
                  <a:ext uri="{FF2B5EF4-FFF2-40B4-BE49-F238E27FC236}">
                    <a16:creationId xmlns:a16="http://schemas.microsoft.com/office/drawing/2014/main" id="{8939C72B-7A60-E642-0DF0-89939D3B6B27}"/>
                  </a:ext>
                </a:extLst>
              </p:cNvPr>
              <p:cNvCxnSpPr>
                <a:cxnSpLocks/>
                <a:stCxn id="58" idx="1"/>
                <a:endCxn id="49" idx="3"/>
              </p:cNvCxnSpPr>
              <p:nvPr/>
            </p:nvCxnSpPr>
            <p:spPr>
              <a:xfrm flipH="1">
                <a:off x="4704839" y="8347644"/>
                <a:ext cx="1466131" cy="944550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4" name="直接连接符 253">
                <a:extLst>
                  <a:ext uri="{FF2B5EF4-FFF2-40B4-BE49-F238E27FC236}">
                    <a16:creationId xmlns:a16="http://schemas.microsoft.com/office/drawing/2014/main" id="{B87E5892-D620-C1EF-39AF-A17E29EFB002}"/>
                  </a:ext>
                </a:extLst>
              </p:cNvPr>
              <p:cNvCxnSpPr>
                <a:cxnSpLocks/>
                <a:stCxn id="49" idx="1"/>
                <a:endCxn id="52" idx="3"/>
              </p:cNvCxnSpPr>
              <p:nvPr/>
            </p:nvCxnSpPr>
            <p:spPr>
              <a:xfrm flipH="1" flipV="1">
                <a:off x="3201634" y="8603026"/>
                <a:ext cx="1071205" cy="68916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7" name="直接连接符 256">
                <a:extLst>
                  <a:ext uri="{FF2B5EF4-FFF2-40B4-BE49-F238E27FC236}">
                    <a16:creationId xmlns:a16="http://schemas.microsoft.com/office/drawing/2014/main" id="{31443263-0F82-FD72-3383-EFD44794A579}"/>
                  </a:ext>
                </a:extLst>
              </p:cNvPr>
              <p:cNvCxnSpPr>
                <a:cxnSpLocks/>
                <a:stCxn id="55" idx="1"/>
                <a:endCxn id="52" idx="0"/>
              </p:cNvCxnSpPr>
              <p:nvPr/>
            </p:nvCxnSpPr>
            <p:spPr>
              <a:xfrm flipH="1">
                <a:off x="2985634" y="6813508"/>
                <a:ext cx="1521955" cy="1573518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0" name="直接连接符 259">
                <a:extLst>
                  <a:ext uri="{FF2B5EF4-FFF2-40B4-BE49-F238E27FC236}">
                    <a16:creationId xmlns:a16="http://schemas.microsoft.com/office/drawing/2014/main" id="{00934450-5F12-F413-554B-CE2FE2967A60}"/>
                  </a:ext>
                </a:extLst>
              </p:cNvPr>
              <p:cNvCxnSpPr>
                <a:cxnSpLocks/>
                <a:stCxn id="31" idx="1"/>
                <a:endCxn id="73" idx="3"/>
              </p:cNvCxnSpPr>
              <p:nvPr/>
            </p:nvCxnSpPr>
            <p:spPr>
              <a:xfrm flipH="1" flipV="1">
                <a:off x="8594728" y="6665233"/>
                <a:ext cx="2306053" cy="39717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4" name="直接连接符 263">
                <a:extLst>
                  <a:ext uri="{FF2B5EF4-FFF2-40B4-BE49-F238E27FC236}">
                    <a16:creationId xmlns:a16="http://schemas.microsoft.com/office/drawing/2014/main" id="{79237B10-10CA-D982-DBDA-3C56595CA4B3}"/>
                  </a:ext>
                </a:extLst>
              </p:cNvPr>
              <p:cNvCxnSpPr>
                <a:cxnSpLocks/>
                <a:stCxn id="76" idx="3"/>
                <a:endCxn id="109" idx="1"/>
              </p:cNvCxnSpPr>
              <p:nvPr/>
            </p:nvCxnSpPr>
            <p:spPr>
              <a:xfrm>
                <a:off x="8515108" y="5780485"/>
                <a:ext cx="995353" cy="12642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7" name="直接连接符 266">
                <a:extLst>
                  <a:ext uri="{FF2B5EF4-FFF2-40B4-BE49-F238E27FC236}">
                    <a16:creationId xmlns:a16="http://schemas.microsoft.com/office/drawing/2014/main" id="{A116090B-1829-8BD0-98A6-57214679F719}"/>
                  </a:ext>
                </a:extLst>
              </p:cNvPr>
              <p:cNvCxnSpPr>
                <a:cxnSpLocks/>
                <a:stCxn id="115" idx="2"/>
                <a:endCxn id="109" idx="0"/>
              </p:cNvCxnSpPr>
              <p:nvPr/>
            </p:nvCxnSpPr>
            <p:spPr>
              <a:xfrm>
                <a:off x="9674562" y="4614082"/>
                <a:ext cx="51899" cy="963045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0" name="直接连接符 269">
                <a:extLst>
                  <a:ext uri="{FF2B5EF4-FFF2-40B4-BE49-F238E27FC236}">
                    <a16:creationId xmlns:a16="http://schemas.microsoft.com/office/drawing/2014/main" id="{67BD48A6-9005-7B21-3BE7-6FB04A9C14E5}"/>
                  </a:ext>
                </a:extLst>
              </p:cNvPr>
              <p:cNvCxnSpPr>
                <a:cxnSpLocks/>
                <a:stCxn id="151" idx="1"/>
                <a:endCxn id="109" idx="3"/>
              </p:cNvCxnSpPr>
              <p:nvPr/>
            </p:nvCxnSpPr>
            <p:spPr>
              <a:xfrm flipH="1">
                <a:off x="9942461" y="4911255"/>
                <a:ext cx="580250" cy="881872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3" name="直接连接符 272">
                <a:extLst>
                  <a:ext uri="{FF2B5EF4-FFF2-40B4-BE49-F238E27FC236}">
                    <a16:creationId xmlns:a16="http://schemas.microsoft.com/office/drawing/2014/main" id="{97D5FB50-5538-27BE-3203-17C802C1283E}"/>
                  </a:ext>
                </a:extLst>
              </p:cNvPr>
              <p:cNvCxnSpPr>
                <a:cxnSpLocks/>
                <a:stCxn id="130" idx="0"/>
                <a:endCxn id="121" idx="1"/>
              </p:cNvCxnSpPr>
              <p:nvPr/>
            </p:nvCxnSpPr>
            <p:spPr>
              <a:xfrm flipV="1">
                <a:off x="9486054" y="2853333"/>
                <a:ext cx="501550" cy="43805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6" name="直接连接符 275">
                <a:extLst>
                  <a:ext uri="{FF2B5EF4-FFF2-40B4-BE49-F238E27FC236}">
                    <a16:creationId xmlns:a16="http://schemas.microsoft.com/office/drawing/2014/main" id="{24A8339A-D76F-13E2-F386-BF5F924CD0B2}"/>
                  </a:ext>
                </a:extLst>
              </p:cNvPr>
              <p:cNvCxnSpPr>
                <a:cxnSpLocks/>
                <a:stCxn id="121" idx="3"/>
                <a:endCxn id="124" idx="2"/>
              </p:cNvCxnSpPr>
              <p:nvPr/>
            </p:nvCxnSpPr>
            <p:spPr>
              <a:xfrm flipV="1">
                <a:off x="10419604" y="2267764"/>
                <a:ext cx="447057" cy="58556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9" name="直接连接符 278">
                <a:extLst>
                  <a:ext uri="{FF2B5EF4-FFF2-40B4-BE49-F238E27FC236}">
                    <a16:creationId xmlns:a16="http://schemas.microsoft.com/office/drawing/2014/main" id="{F3966C67-658E-5620-4DE6-413BF732BD31}"/>
                  </a:ext>
                </a:extLst>
              </p:cNvPr>
              <p:cNvCxnSpPr>
                <a:cxnSpLocks/>
                <a:stCxn id="121" idx="3"/>
                <a:endCxn id="133" idx="0"/>
              </p:cNvCxnSpPr>
              <p:nvPr/>
            </p:nvCxnSpPr>
            <p:spPr>
              <a:xfrm>
                <a:off x="10419604" y="2853333"/>
                <a:ext cx="222150" cy="41265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2" name="直接连接符 281">
                <a:extLst>
                  <a:ext uri="{FF2B5EF4-FFF2-40B4-BE49-F238E27FC236}">
                    <a16:creationId xmlns:a16="http://schemas.microsoft.com/office/drawing/2014/main" id="{3C5ACD1E-F504-A507-084B-F12D19F36C92}"/>
                  </a:ext>
                </a:extLst>
              </p:cNvPr>
              <p:cNvCxnSpPr>
                <a:cxnSpLocks/>
                <a:stCxn id="130" idx="3"/>
                <a:endCxn id="133" idx="1"/>
              </p:cNvCxnSpPr>
              <p:nvPr/>
            </p:nvCxnSpPr>
            <p:spPr>
              <a:xfrm flipV="1">
                <a:off x="9702054" y="3481983"/>
                <a:ext cx="723700" cy="254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5" name="直接连接符 284">
                <a:extLst>
                  <a:ext uri="{FF2B5EF4-FFF2-40B4-BE49-F238E27FC236}">
                    <a16:creationId xmlns:a16="http://schemas.microsoft.com/office/drawing/2014/main" id="{E5D32BA6-1EFC-4AA4-102C-E17AB8C66B51}"/>
                  </a:ext>
                </a:extLst>
              </p:cNvPr>
              <p:cNvCxnSpPr>
                <a:cxnSpLocks/>
                <a:stCxn id="124" idx="3"/>
                <a:endCxn id="127" idx="1"/>
              </p:cNvCxnSpPr>
              <p:nvPr/>
            </p:nvCxnSpPr>
            <p:spPr>
              <a:xfrm flipV="1">
                <a:off x="11082661" y="802358"/>
                <a:ext cx="1937275" cy="1249406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8" name="直接连接符 287">
                <a:extLst>
                  <a:ext uri="{FF2B5EF4-FFF2-40B4-BE49-F238E27FC236}">
                    <a16:creationId xmlns:a16="http://schemas.microsoft.com/office/drawing/2014/main" id="{80AD9286-A8FF-2461-1FDC-F5027CE23BA0}"/>
                  </a:ext>
                </a:extLst>
              </p:cNvPr>
              <p:cNvCxnSpPr>
                <a:cxnSpLocks/>
                <a:stCxn id="4" idx="3"/>
                <a:endCxn id="13" idx="1"/>
              </p:cNvCxnSpPr>
              <p:nvPr/>
            </p:nvCxnSpPr>
            <p:spPr>
              <a:xfrm>
                <a:off x="12103539" y="7667852"/>
                <a:ext cx="869764" cy="49460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1" name="直接连接符 290">
                <a:extLst>
                  <a:ext uri="{FF2B5EF4-FFF2-40B4-BE49-F238E27FC236}">
                    <a16:creationId xmlns:a16="http://schemas.microsoft.com/office/drawing/2014/main" id="{EC37827B-2E7A-D2FE-DD4F-8B9C51D30E97}"/>
                  </a:ext>
                </a:extLst>
              </p:cNvPr>
              <p:cNvCxnSpPr>
                <a:cxnSpLocks/>
                <a:stCxn id="22" idx="0"/>
                <a:endCxn id="19" idx="2"/>
              </p:cNvCxnSpPr>
              <p:nvPr/>
            </p:nvCxnSpPr>
            <p:spPr>
              <a:xfrm flipH="1" flipV="1">
                <a:off x="12268431" y="6774185"/>
                <a:ext cx="367551" cy="563205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4" name="直接连接符 293">
                <a:extLst>
                  <a:ext uri="{FF2B5EF4-FFF2-40B4-BE49-F238E27FC236}">
                    <a16:creationId xmlns:a16="http://schemas.microsoft.com/office/drawing/2014/main" id="{D0684657-C572-3740-C3FF-3DC39AA1ACFC}"/>
                  </a:ext>
                </a:extLst>
              </p:cNvPr>
              <p:cNvCxnSpPr>
                <a:cxnSpLocks/>
                <a:endCxn id="109" idx="1"/>
              </p:cNvCxnSpPr>
              <p:nvPr/>
            </p:nvCxnSpPr>
            <p:spPr>
              <a:xfrm flipV="1">
                <a:off x="8601761" y="5793127"/>
                <a:ext cx="908700" cy="85946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7" name="直接连接符 296">
                <a:extLst>
                  <a:ext uri="{FF2B5EF4-FFF2-40B4-BE49-F238E27FC236}">
                    <a16:creationId xmlns:a16="http://schemas.microsoft.com/office/drawing/2014/main" id="{C8A599A6-1B28-B5C1-B082-305BF92DB951}"/>
                  </a:ext>
                </a:extLst>
              </p:cNvPr>
              <p:cNvCxnSpPr>
                <a:cxnSpLocks/>
                <a:stCxn id="34" idx="1"/>
                <a:endCxn id="148" idx="3"/>
              </p:cNvCxnSpPr>
              <p:nvPr/>
            </p:nvCxnSpPr>
            <p:spPr>
              <a:xfrm flipH="1">
                <a:off x="10818761" y="5986992"/>
                <a:ext cx="449193" cy="26794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0" name="直接连接符 299">
                <a:extLst>
                  <a:ext uri="{FF2B5EF4-FFF2-40B4-BE49-F238E27FC236}">
                    <a16:creationId xmlns:a16="http://schemas.microsoft.com/office/drawing/2014/main" id="{389EC8F0-5611-B725-3D5D-26419A5E493B}"/>
                  </a:ext>
                </a:extLst>
              </p:cNvPr>
              <p:cNvCxnSpPr>
                <a:cxnSpLocks/>
                <a:stCxn id="19" idx="0"/>
                <a:endCxn id="34" idx="3"/>
              </p:cNvCxnSpPr>
              <p:nvPr/>
            </p:nvCxnSpPr>
            <p:spPr>
              <a:xfrm flipH="1" flipV="1">
                <a:off x="11699954" y="5986992"/>
                <a:ext cx="568477" cy="355193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3" name="直接连接符 302">
                <a:extLst>
                  <a:ext uri="{FF2B5EF4-FFF2-40B4-BE49-F238E27FC236}">
                    <a16:creationId xmlns:a16="http://schemas.microsoft.com/office/drawing/2014/main" id="{578CF32E-740B-DE49-44C2-9BFEC56A8636}"/>
                  </a:ext>
                </a:extLst>
              </p:cNvPr>
              <p:cNvCxnSpPr>
                <a:cxnSpLocks/>
                <a:stCxn id="19" idx="1"/>
                <a:endCxn id="31" idx="3"/>
              </p:cNvCxnSpPr>
              <p:nvPr/>
            </p:nvCxnSpPr>
            <p:spPr>
              <a:xfrm flipH="1">
                <a:off x="11332781" y="6558185"/>
                <a:ext cx="719650" cy="504225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6" name="直接连接符 305">
                <a:extLst>
                  <a:ext uri="{FF2B5EF4-FFF2-40B4-BE49-F238E27FC236}">
                    <a16:creationId xmlns:a16="http://schemas.microsoft.com/office/drawing/2014/main" id="{E60E5F61-8B96-8530-6B5C-5499CB0A8D2C}"/>
                  </a:ext>
                </a:extLst>
              </p:cNvPr>
              <p:cNvCxnSpPr>
                <a:cxnSpLocks/>
                <a:stCxn id="82" idx="3"/>
                <a:endCxn id="85" idx="1"/>
              </p:cNvCxnSpPr>
              <p:nvPr/>
            </p:nvCxnSpPr>
            <p:spPr>
              <a:xfrm flipV="1">
                <a:off x="3796668" y="5256872"/>
                <a:ext cx="1005390" cy="55253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0" name="直接连接符 309">
                <a:extLst>
                  <a:ext uri="{FF2B5EF4-FFF2-40B4-BE49-F238E27FC236}">
                    <a16:creationId xmlns:a16="http://schemas.microsoft.com/office/drawing/2014/main" id="{3CAF5C9E-6A7F-DD91-085D-BB565FBCEEAF}"/>
                  </a:ext>
                </a:extLst>
              </p:cNvPr>
              <p:cNvCxnSpPr>
                <a:cxnSpLocks/>
                <a:stCxn id="115" idx="3"/>
                <a:endCxn id="133" idx="2"/>
              </p:cNvCxnSpPr>
              <p:nvPr/>
            </p:nvCxnSpPr>
            <p:spPr>
              <a:xfrm flipV="1">
                <a:off x="9890562" y="3697983"/>
                <a:ext cx="751192" cy="70009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4" name="直接连接符 313">
                <a:extLst>
                  <a:ext uri="{FF2B5EF4-FFF2-40B4-BE49-F238E27FC236}">
                    <a16:creationId xmlns:a16="http://schemas.microsoft.com/office/drawing/2014/main" id="{3C6C2434-9436-73DC-DC55-769981FB802D}"/>
                  </a:ext>
                </a:extLst>
              </p:cNvPr>
              <p:cNvCxnSpPr>
                <a:cxnSpLocks/>
                <a:stCxn id="82" idx="2"/>
                <a:endCxn id="55" idx="0"/>
              </p:cNvCxnSpPr>
              <p:nvPr/>
            </p:nvCxnSpPr>
            <p:spPr>
              <a:xfrm>
                <a:off x="3580668" y="6025410"/>
                <a:ext cx="1142921" cy="572098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8" name="直接连接符 317">
                <a:extLst>
                  <a:ext uri="{FF2B5EF4-FFF2-40B4-BE49-F238E27FC236}">
                    <a16:creationId xmlns:a16="http://schemas.microsoft.com/office/drawing/2014/main" id="{E2C26CC6-F60B-144A-8C47-A930FC7F7CAE}"/>
                  </a:ext>
                </a:extLst>
              </p:cNvPr>
              <p:cNvCxnSpPr>
                <a:cxnSpLocks/>
                <a:stCxn id="106" idx="1"/>
                <a:endCxn id="55" idx="3"/>
              </p:cNvCxnSpPr>
              <p:nvPr/>
            </p:nvCxnSpPr>
            <p:spPr>
              <a:xfrm flipH="1">
                <a:off x="4939589" y="6582962"/>
                <a:ext cx="1797676" cy="230546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1" name="直接连接符 320">
                <a:extLst>
                  <a:ext uri="{FF2B5EF4-FFF2-40B4-BE49-F238E27FC236}">
                    <a16:creationId xmlns:a16="http://schemas.microsoft.com/office/drawing/2014/main" id="{1490ED1B-CE39-22A6-7740-C12520C5083D}"/>
                  </a:ext>
                </a:extLst>
              </p:cNvPr>
              <p:cNvCxnSpPr>
                <a:cxnSpLocks/>
                <a:stCxn id="88" idx="3"/>
                <a:endCxn id="82" idx="0"/>
              </p:cNvCxnSpPr>
              <p:nvPr/>
            </p:nvCxnSpPr>
            <p:spPr>
              <a:xfrm>
                <a:off x="2904113" y="4791147"/>
                <a:ext cx="676555" cy="802263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4" name="直接连接符 323">
                <a:extLst>
                  <a:ext uri="{FF2B5EF4-FFF2-40B4-BE49-F238E27FC236}">
                    <a16:creationId xmlns:a16="http://schemas.microsoft.com/office/drawing/2014/main" id="{BA127B58-145B-F137-FDB1-5A94E7CC6107}"/>
                  </a:ext>
                </a:extLst>
              </p:cNvPr>
              <p:cNvCxnSpPr>
                <a:cxnSpLocks/>
                <a:stCxn id="142" idx="3"/>
                <a:endCxn id="88" idx="0"/>
              </p:cNvCxnSpPr>
              <p:nvPr/>
            </p:nvCxnSpPr>
            <p:spPr>
              <a:xfrm>
                <a:off x="1902811" y="3397125"/>
                <a:ext cx="785302" cy="1178022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7" name="直接连接符 326">
                <a:extLst>
                  <a:ext uri="{FF2B5EF4-FFF2-40B4-BE49-F238E27FC236}">
                    <a16:creationId xmlns:a16="http://schemas.microsoft.com/office/drawing/2014/main" id="{B43194DE-BB0E-BA91-FA0B-93020C5B5003}"/>
                  </a:ext>
                </a:extLst>
              </p:cNvPr>
              <p:cNvCxnSpPr>
                <a:cxnSpLocks/>
                <a:stCxn id="145" idx="3"/>
                <a:endCxn id="142" idx="1"/>
              </p:cNvCxnSpPr>
              <p:nvPr/>
            </p:nvCxnSpPr>
            <p:spPr>
              <a:xfrm>
                <a:off x="620111" y="2636040"/>
                <a:ext cx="850700" cy="761085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0" name="直接连接符 329">
                <a:extLst>
                  <a:ext uri="{FF2B5EF4-FFF2-40B4-BE49-F238E27FC236}">
                    <a16:creationId xmlns:a16="http://schemas.microsoft.com/office/drawing/2014/main" id="{315BB3FA-C7E1-677A-78B6-491126DAC3D3}"/>
                  </a:ext>
                </a:extLst>
              </p:cNvPr>
              <p:cNvCxnSpPr>
                <a:cxnSpLocks/>
                <a:stCxn id="40" idx="3"/>
                <a:endCxn id="43" idx="0"/>
              </p:cNvCxnSpPr>
              <p:nvPr/>
            </p:nvCxnSpPr>
            <p:spPr>
              <a:xfrm>
                <a:off x="8176062" y="7718292"/>
                <a:ext cx="1498500" cy="79862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3" name="直接连接符 332">
                <a:extLst>
                  <a:ext uri="{FF2B5EF4-FFF2-40B4-BE49-F238E27FC236}">
                    <a16:creationId xmlns:a16="http://schemas.microsoft.com/office/drawing/2014/main" id="{B99A098D-E6C0-2C42-1CA0-9B666117FCAB}"/>
                  </a:ext>
                </a:extLst>
              </p:cNvPr>
              <p:cNvCxnSpPr>
                <a:cxnSpLocks/>
                <a:stCxn id="61" idx="2"/>
                <a:endCxn id="34" idx="0"/>
              </p:cNvCxnSpPr>
              <p:nvPr/>
            </p:nvCxnSpPr>
            <p:spPr>
              <a:xfrm flipH="1">
                <a:off x="11483954" y="5405147"/>
                <a:ext cx="528414" cy="365845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6" name="直接连接符 335">
                <a:extLst>
                  <a:ext uri="{FF2B5EF4-FFF2-40B4-BE49-F238E27FC236}">
                    <a16:creationId xmlns:a16="http://schemas.microsoft.com/office/drawing/2014/main" id="{C4F2B0AD-65A5-7A5A-D32A-207B12FABFA2}"/>
                  </a:ext>
                </a:extLst>
              </p:cNvPr>
              <p:cNvCxnSpPr>
                <a:cxnSpLocks/>
                <a:stCxn id="64" idx="2"/>
                <a:endCxn id="61" idx="0"/>
              </p:cNvCxnSpPr>
              <p:nvPr/>
            </p:nvCxnSpPr>
            <p:spPr>
              <a:xfrm flipH="1">
                <a:off x="12012368" y="4428416"/>
                <a:ext cx="101805" cy="544731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9" name="直接连接符 338">
                <a:extLst>
                  <a:ext uri="{FF2B5EF4-FFF2-40B4-BE49-F238E27FC236}">
                    <a16:creationId xmlns:a16="http://schemas.microsoft.com/office/drawing/2014/main" id="{8365AA9D-7E5D-A4E4-743E-AFFEEFE8521C}"/>
                  </a:ext>
                </a:extLst>
              </p:cNvPr>
              <p:cNvCxnSpPr>
                <a:cxnSpLocks/>
                <a:stCxn id="112" idx="3"/>
                <a:endCxn id="64" idx="1"/>
              </p:cNvCxnSpPr>
              <p:nvPr/>
            </p:nvCxnSpPr>
            <p:spPr>
              <a:xfrm>
                <a:off x="11637847" y="4078141"/>
                <a:ext cx="260326" cy="134275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2" name="直接连接符 341">
                <a:extLst>
                  <a:ext uri="{FF2B5EF4-FFF2-40B4-BE49-F238E27FC236}">
                    <a16:creationId xmlns:a16="http://schemas.microsoft.com/office/drawing/2014/main" id="{976814CE-6AA4-7CF5-124B-4A1AFF4CE15E}"/>
                  </a:ext>
                </a:extLst>
              </p:cNvPr>
              <p:cNvCxnSpPr>
                <a:cxnSpLocks/>
                <a:stCxn id="112" idx="2"/>
                <a:endCxn id="151" idx="3"/>
              </p:cNvCxnSpPr>
              <p:nvPr/>
            </p:nvCxnSpPr>
            <p:spPr>
              <a:xfrm flipH="1">
                <a:off x="10954711" y="4294141"/>
                <a:ext cx="467136" cy="617114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5" name="直接连接符 344">
                <a:extLst>
                  <a:ext uri="{FF2B5EF4-FFF2-40B4-BE49-F238E27FC236}">
                    <a16:creationId xmlns:a16="http://schemas.microsoft.com/office/drawing/2014/main" id="{3361DAB8-EE2B-7D64-9357-CD2CAB3D7B01}"/>
                  </a:ext>
                </a:extLst>
              </p:cNvPr>
              <p:cNvCxnSpPr>
                <a:cxnSpLocks/>
                <a:stCxn id="133" idx="3"/>
                <a:endCxn id="112" idx="1"/>
              </p:cNvCxnSpPr>
              <p:nvPr/>
            </p:nvCxnSpPr>
            <p:spPr>
              <a:xfrm>
                <a:off x="10857754" y="3481983"/>
                <a:ext cx="348093" cy="59615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8" name="直接连接符 347">
                <a:extLst>
                  <a:ext uri="{FF2B5EF4-FFF2-40B4-BE49-F238E27FC236}">
                    <a16:creationId xmlns:a16="http://schemas.microsoft.com/office/drawing/2014/main" id="{0C7570F3-F9B4-A586-CF88-694FCACA20F9}"/>
                  </a:ext>
                </a:extLst>
              </p:cNvPr>
              <p:cNvCxnSpPr>
                <a:cxnSpLocks/>
                <a:stCxn id="151" idx="3"/>
                <a:endCxn id="61" idx="1"/>
              </p:cNvCxnSpPr>
              <p:nvPr/>
            </p:nvCxnSpPr>
            <p:spPr>
              <a:xfrm>
                <a:off x="10954711" y="4911255"/>
                <a:ext cx="841657" cy="277892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2" name="直接连接符 351">
                <a:extLst>
                  <a:ext uri="{FF2B5EF4-FFF2-40B4-BE49-F238E27FC236}">
                    <a16:creationId xmlns:a16="http://schemas.microsoft.com/office/drawing/2014/main" id="{E9045A2C-0B1E-CA13-54C8-DBDE6E176816}"/>
                  </a:ext>
                </a:extLst>
              </p:cNvPr>
              <p:cNvCxnSpPr>
                <a:cxnSpLocks/>
                <a:stCxn id="115" idx="3"/>
                <a:endCxn id="151" idx="1"/>
              </p:cNvCxnSpPr>
              <p:nvPr/>
            </p:nvCxnSpPr>
            <p:spPr>
              <a:xfrm>
                <a:off x="9890562" y="4398082"/>
                <a:ext cx="632149" cy="513173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5" name="直接连接符 354">
                <a:extLst>
                  <a:ext uri="{FF2B5EF4-FFF2-40B4-BE49-F238E27FC236}">
                    <a16:creationId xmlns:a16="http://schemas.microsoft.com/office/drawing/2014/main" id="{DD71CB10-C708-B7D0-0999-2D62DDE42E33}"/>
                  </a:ext>
                </a:extLst>
              </p:cNvPr>
              <p:cNvCxnSpPr>
                <a:cxnSpLocks/>
                <a:stCxn id="67" idx="0"/>
                <a:endCxn id="103" idx="2"/>
              </p:cNvCxnSpPr>
              <p:nvPr/>
            </p:nvCxnSpPr>
            <p:spPr>
              <a:xfrm flipV="1">
                <a:off x="7468413" y="4911255"/>
                <a:ext cx="7116" cy="533552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95" name="组合 94">
                <a:extLst>
                  <a:ext uri="{FF2B5EF4-FFF2-40B4-BE49-F238E27FC236}">
                    <a16:creationId xmlns:a16="http://schemas.microsoft.com/office/drawing/2014/main" id="{DB7C7733-8BD4-5788-E63A-942081838F43}"/>
                  </a:ext>
                </a:extLst>
              </p:cNvPr>
              <p:cNvGrpSpPr/>
              <p:nvPr/>
            </p:nvGrpSpPr>
            <p:grpSpPr>
              <a:xfrm>
                <a:off x="4758240" y="1314300"/>
                <a:ext cx="97200" cy="184320"/>
                <a:chOff x="4758240" y="1314300"/>
                <a:chExt cx="97200" cy="184320"/>
              </a:xfrm>
            </p:grpSpPr>
            <mc:AlternateContent xmlns:mc="http://schemas.openxmlformats.org/markup-compatibility/2006" xmlns:p14="http://schemas.microsoft.com/office/powerpoint/2010/main" xmlns:aink="http://schemas.microsoft.com/office/drawing/2016/ink">
              <mc:Choice Requires="p14 aink">
                <p:contentPart p14:bwMode="auto" r:id="rId48">
                  <p14:nvContentPartPr>
                    <p14:cNvPr id="90" name="墨迹 89">
                      <a:extLst>
                        <a:ext uri="{FF2B5EF4-FFF2-40B4-BE49-F238E27FC236}">
                          <a16:creationId xmlns:a16="http://schemas.microsoft.com/office/drawing/2014/main" id="{EEC070DD-4F05-E75F-F01C-D2905AC7285B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4809720" y="1397820"/>
                    <a:ext cx="45720" cy="16200"/>
                  </p14:xfrm>
                </p:contentPart>
              </mc:Choice>
              <mc:Fallback xmlns="">
                <p:pic>
                  <p:nvPicPr>
                    <p:cNvPr id="90" name="墨迹 89">
                      <a:extLst>
                        <a:ext uri="{FF2B5EF4-FFF2-40B4-BE49-F238E27FC236}">
                          <a16:creationId xmlns:a16="http://schemas.microsoft.com/office/drawing/2014/main" id="{CF20C5CB-AC84-1062-713E-36D612B7DB0A}"/>
                        </a:ext>
                      </a:extLst>
                    </p:cNvPr>
                    <p:cNvPicPr/>
                    <p:nvPr/>
                  </p:nvPicPr>
                  <p:blipFill>
                    <a:blip r:embed="rId49"/>
                    <a:stretch>
                      <a:fillRect/>
                    </a:stretch>
                  </p:blipFill>
                  <p:spPr>
                    <a:xfrm>
                      <a:off x="4800720" y="1343820"/>
                      <a:ext cx="63360" cy="12384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 xmlns:aink="http://schemas.microsoft.com/office/drawing/2016/ink">
              <mc:Choice Requires="p14 aink">
                <p:contentPart p14:bwMode="auto" r:id="rId50">
                  <p14:nvContentPartPr>
                    <p14:cNvPr id="91" name="墨迹 90">
                      <a:extLst>
                        <a:ext uri="{FF2B5EF4-FFF2-40B4-BE49-F238E27FC236}">
                          <a16:creationId xmlns:a16="http://schemas.microsoft.com/office/drawing/2014/main" id="{797F5290-EA1F-E59D-76F6-3E5D8183066C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4758240" y="1495020"/>
                    <a:ext cx="2160" cy="3600"/>
                  </p14:xfrm>
                </p:contentPart>
              </mc:Choice>
              <mc:Fallback xmlns="">
                <p:pic>
                  <p:nvPicPr>
                    <p:cNvPr id="91" name="墨迹 90">
                      <a:extLst>
                        <a:ext uri="{FF2B5EF4-FFF2-40B4-BE49-F238E27FC236}">
                          <a16:creationId xmlns:a16="http://schemas.microsoft.com/office/drawing/2014/main" id="{58F12E4B-F09A-E66D-0574-9F1C6E6774E0}"/>
                        </a:ext>
                      </a:extLst>
                    </p:cNvPr>
                    <p:cNvPicPr/>
                    <p:nvPr/>
                  </p:nvPicPr>
                  <p:blipFill>
                    <a:blip r:embed="rId51"/>
                    <a:stretch>
                      <a:fillRect/>
                    </a:stretch>
                  </p:blipFill>
                  <p:spPr>
                    <a:xfrm>
                      <a:off x="4749240" y="1441380"/>
                      <a:ext cx="19800" cy="11124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 xmlns:aink="http://schemas.microsoft.com/office/drawing/2016/ink">
              <mc:Choice Requires="p14 aink">
                <p:contentPart p14:bwMode="auto" r:id="rId52">
                  <p14:nvContentPartPr>
                    <p14:cNvPr id="93" name="墨迹 92">
                      <a:extLst>
                        <a:ext uri="{FF2B5EF4-FFF2-40B4-BE49-F238E27FC236}">
                          <a16:creationId xmlns:a16="http://schemas.microsoft.com/office/drawing/2014/main" id="{5B8CCE80-14B8-F6D2-3BA3-26FB6005993B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4786320" y="1314300"/>
                    <a:ext cx="720" cy="360"/>
                  </p14:xfrm>
                </p:contentPart>
              </mc:Choice>
              <mc:Fallback xmlns="">
                <p:pic>
                  <p:nvPicPr>
                    <p:cNvPr id="93" name="墨迹 92">
                      <a:extLst>
                        <a:ext uri="{FF2B5EF4-FFF2-40B4-BE49-F238E27FC236}">
                          <a16:creationId xmlns:a16="http://schemas.microsoft.com/office/drawing/2014/main" id="{6A777156-BDDE-A04C-CC1F-5BE64D6C33CA}"/>
                        </a:ext>
                      </a:extLst>
                    </p:cNvPr>
                    <p:cNvPicPr/>
                    <p:nvPr/>
                  </p:nvPicPr>
                  <p:blipFill>
                    <a:blip r:embed="rId53"/>
                    <a:stretch>
                      <a:fillRect/>
                    </a:stretch>
                  </p:blipFill>
                  <p:spPr>
                    <a:xfrm>
                      <a:off x="4777320" y="1260300"/>
                      <a:ext cx="18360" cy="108000"/>
                    </a:xfrm>
                    <a:prstGeom prst="rect">
                      <a:avLst/>
                    </a:prstGeom>
                  </p:spPr>
                </p:pic>
              </mc:Fallback>
            </mc:AlternateContent>
          </p:grpSp>
        </p:grpSp>
        <p:grpSp>
          <p:nvGrpSpPr>
            <p:cNvPr id="47" name="组合 46">
              <a:extLst>
                <a:ext uri="{FF2B5EF4-FFF2-40B4-BE49-F238E27FC236}">
                  <a16:creationId xmlns:a16="http://schemas.microsoft.com/office/drawing/2014/main" id="{3064D7C2-718B-BBF5-7845-AFAADD21E12F}"/>
                </a:ext>
              </a:extLst>
            </p:cNvPr>
            <p:cNvGrpSpPr/>
            <p:nvPr/>
          </p:nvGrpSpPr>
          <p:grpSpPr>
            <a:xfrm>
              <a:off x="1428813" y="437286"/>
              <a:ext cx="4929629" cy="410802"/>
              <a:chOff x="864000" y="4365450"/>
              <a:chExt cx="6912000" cy="576000"/>
            </a:xfrm>
          </p:grpSpPr>
          <p:sp>
            <p:nvSpPr>
              <p:cNvPr id="213" name="矩形: 圆角 212">
                <a:extLst>
                  <a:ext uri="{FF2B5EF4-FFF2-40B4-BE49-F238E27FC236}">
                    <a16:creationId xmlns:a16="http://schemas.microsoft.com/office/drawing/2014/main" id="{7BC6D354-95DA-32F7-9B37-5266758CA5B0}"/>
                  </a:ext>
                </a:extLst>
              </p:cNvPr>
              <p:cNvSpPr/>
              <p:nvPr/>
            </p:nvSpPr>
            <p:spPr>
              <a:xfrm>
                <a:off x="1440000" y="436545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0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15" name="矩形: 圆角 214">
                <a:extLst>
                  <a:ext uri="{FF2B5EF4-FFF2-40B4-BE49-F238E27FC236}">
                    <a16:creationId xmlns:a16="http://schemas.microsoft.com/office/drawing/2014/main" id="{B34F9EAC-8E1F-12E5-ED47-F3978777FADE}"/>
                  </a:ext>
                </a:extLst>
              </p:cNvPr>
              <p:cNvSpPr/>
              <p:nvPr/>
            </p:nvSpPr>
            <p:spPr>
              <a:xfrm>
                <a:off x="2016000" y="436545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1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16" name="矩形: 圆角 215">
                <a:extLst>
                  <a:ext uri="{FF2B5EF4-FFF2-40B4-BE49-F238E27FC236}">
                    <a16:creationId xmlns:a16="http://schemas.microsoft.com/office/drawing/2014/main" id="{C6718367-DCB1-2815-3B97-9EC284D41BE4}"/>
                  </a:ext>
                </a:extLst>
              </p:cNvPr>
              <p:cNvSpPr/>
              <p:nvPr/>
            </p:nvSpPr>
            <p:spPr>
              <a:xfrm>
                <a:off x="2592000" y="436545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2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17" name="矩形: 圆角 216">
                <a:extLst>
                  <a:ext uri="{FF2B5EF4-FFF2-40B4-BE49-F238E27FC236}">
                    <a16:creationId xmlns:a16="http://schemas.microsoft.com/office/drawing/2014/main" id="{9467C6A4-0167-D651-73C1-F0874E485FCB}"/>
                  </a:ext>
                </a:extLst>
              </p:cNvPr>
              <p:cNvSpPr/>
              <p:nvPr/>
            </p:nvSpPr>
            <p:spPr>
              <a:xfrm>
                <a:off x="3168000" y="436545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3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19" name="矩形: 圆角 218">
                <a:extLst>
                  <a:ext uri="{FF2B5EF4-FFF2-40B4-BE49-F238E27FC236}">
                    <a16:creationId xmlns:a16="http://schemas.microsoft.com/office/drawing/2014/main" id="{E5A593F4-807D-86B6-1DBA-D273A872834D}"/>
                  </a:ext>
                </a:extLst>
              </p:cNvPr>
              <p:cNvSpPr/>
              <p:nvPr/>
            </p:nvSpPr>
            <p:spPr>
              <a:xfrm>
                <a:off x="3744000" y="436545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4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20" name="矩形: 圆角 219">
                <a:extLst>
                  <a:ext uri="{FF2B5EF4-FFF2-40B4-BE49-F238E27FC236}">
                    <a16:creationId xmlns:a16="http://schemas.microsoft.com/office/drawing/2014/main" id="{6F50A07D-FF53-E808-92BC-E8AE4AD6E50C}"/>
                  </a:ext>
                </a:extLst>
              </p:cNvPr>
              <p:cNvSpPr/>
              <p:nvPr/>
            </p:nvSpPr>
            <p:spPr>
              <a:xfrm>
                <a:off x="4320000" y="436545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5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22" name="矩形: 圆角 221">
                <a:extLst>
                  <a:ext uri="{FF2B5EF4-FFF2-40B4-BE49-F238E27FC236}">
                    <a16:creationId xmlns:a16="http://schemas.microsoft.com/office/drawing/2014/main" id="{F67A07B8-E0AE-69B4-220E-DF34E130D919}"/>
                  </a:ext>
                </a:extLst>
              </p:cNvPr>
              <p:cNvSpPr/>
              <p:nvPr/>
            </p:nvSpPr>
            <p:spPr>
              <a:xfrm>
                <a:off x="4896000" y="436545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6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23" name="矩形: 圆角 222">
                <a:extLst>
                  <a:ext uri="{FF2B5EF4-FFF2-40B4-BE49-F238E27FC236}">
                    <a16:creationId xmlns:a16="http://schemas.microsoft.com/office/drawing/2014/main" id="{FD4B419A-F9DC-9B65-D16E-EAC62B0402FD}"/>
                  </a:ext>
                </a:extLst>
              </p:cNvPr>
              <p:cNvSpPr/>
              <p:nvPr/>
            </p:nvSpPr>
            <p:spPr>
              <a:xfrm>
                <a:off x="5472000" y="436545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7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25" name="矩形: 圆角 224">
                <a:extLst>
                  <a:ext uri="{FF2B5EF4-FFF2-40B4-BE49-F238E27FC236}">
                    <a16:creationId xmlns:a16="http://schemas.microsoft.com/office/drawing/2014/main" id="{61A7ABDF-3094-CD9F-4FC4-A78CF5BA4B2A}"/>
                  </a:ext>
                </a:extLst>
              </p:cNvPr>
              <p:cNvSpPr/>
              <p:nvPr/>
            </p:nvSpPr>
            <p:spPr>
              <a:xfrm>
                <a:off x="6048000" y="436545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8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26" name="矩形: 圆角 225">
                <a:extLst>
                  <a:ext uri="{FF2B5EF4-FFF2-40B4-BE49-F238E27FC236}">
                    <a16:creationId xmlns:a16="http://schemas.microsoft.com/office/drawing/2014/main" id="{C1268146-7F04-A416-BD79-8E59D9D18A27}"/>
                  </a:ext>
                </a:extLst>
              </p:cNvPr>
              <p:cNvSpPr/>
              <p:nvPr/>
            </p:nvSpPr>
            <p:spPr>
              <a:xfrm>
                <a:off x="6624000" y="436545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9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28" name="矩形: 圆角 227">
                <a:extLst>
                  <a:ext uri="{FF2B5EF4-FFF2-40B4-BE49-F238E27FC236}">
                    <a16:creationId xmlns:a16="http://schemas.microsoft.com/office/drawing/2014/main" id="{77C3FFCE-AECC-2E2E-DE53-36FFE20F0334}"/>
                  </a:ext>
                </a:extLst>
              </p:cNvPr>
              <p:cNvSpPr/>
              <p:nvPr/>
            </p:nvSpPr>
            <p:spPr>
              <a:xfrm>
                <a:off x="7200000" y="436545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200" dirty="0">
                    <a:solidFill>
                      <a:schemeClr val="tx1"/>
                    </a:solidFill>
                  </a:rPr>
                  <a:t>10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29" name="矩形: 圆角 228">
                <a:extLst>
                  <a:ext uri="{FF2B5EF4-FFF2-40B4-BE49-F238E27FC236}">
                    <a16:creationId xmlns:a16="http://schemas.microsoft.com/office/drawing/2014/main" id="{F52D3404-B698-5B19-79E8-D8B65A2B7AB5}"/>
                  </a:ext>
                </a:extLst>
              </p:cNvPr>
              <p:cNvSpPr/>
              <p:nvPr/>
            </p:nvSpPr>
            <p:spPr>
              <a:xfrm>
                <a:off x="864000" y="436545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400" dirty="0">
                    <a:solidFill>
                      <a:schemeClr val="tx1"/>
                    </a:solidFill>
                  </a:rPr>
                  <a:t>儒</a:t>
                </a:r>
              </a:p>
            </p:txBody>
          </p:sp>
        </p:grpSp>
        <p:grpSp>
          <p:nvGrpSpPr>
            <p:cNvPr id="69" name="组合 68">
              <a:extLst>
                <a:ext uri="{FF2B5EF4-FFF2-40B4-BE49-F238E27FC236}">
                  <a16:creationId xmlns:a16="http://schemas.microsoft.com/office/drawing/2014/main" id="{3BA3A63A-272D-7D0B-3DFA-ED3C6BEC3717}"/>
                </a:ext>
              </a:extLst>
            </p:cNvPr>
            <p:cNvGrpSpPr/>
            <p:nvPr/>
          </p:nvGrpSpPr>
          <p:grpSpPr>
            <a:xfrm>
              <a:off x="1428813" y="1258891"/>
              <a:ext cx="4929629" cy="410802"/>
              <a:chOff x="864000" y="4365450"/>
              <a:chExt cx="6912000" cy="576000"/>
            </a:xfrm>
          </p:grpSpPr>
          <p:sp>
            <p:nvSpPr>
              <p:cNvPr id="196" name="矩形: 圆角 195">
                <a:extLst>
                  <a:ext uri="{FF2B5EF4-FFF2-40B4-BE49-F238E27FC236}">
                    <a16:creationId xmlns:a16="http://schemas.microsoft.com/office/drawing/2014/main" id="{97A39AE9-01BB-050A-25F2-3DEE3CC289B2}"/>
                  </a:ext>
                </a:extLst>
              </p:cNvPr>
              <p:cNvSpPr/>
              <p:nvPr/>
            </p:nvSpPr>
            <p:spPr>
              <a:xfrm>
                <a:off x="1440000" y="436545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0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97" name="矩形: 圆角 196">
                <a:extLst>
                  <a:ext uri="{FF2B5EF4-FFF2-40B4-BE49-F238E27FC236}">
                    <a16:creationId xmlns:a16="http://schemas.microsoft.com/office/drawing/2014/main" id="{2E4E01E1-F11F-B470-B374-88F4454A565F}"/>
                  </a:ext>
                </a:extLst>
              </p:cNvPr>
              <p:cNvSpPr/>
              <p:nvPr/>
            </p:nvSpPr>
            <p:spPr>
              <a:xfrm>
                <a:off x="2016000" y="436545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1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99" name="矩形: 圆角 198">
                <a:extLst>
                  <a:ext uri="{FF2B5EF4-FFF2-40B4-BE49-F238E27FC236}">
                    <a16:creationId xmlns:a16="http://schemas.microsoft.com/office/drawing/2014/main" id="{19474945-5671-A033-9065-2F66D4F9E84E}"/>
                  </a:ext>
                </a:extLst>
              </p:cNvPr>
              <p:cNvSpPr/>
              <p:nvPr/>
            </p:nvSpPr>
            <p:spPr>
              <a:xfrm>
                <a:off x="2592000" y="436545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2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00" name="矩形: 圆角 199">
                <a:extLst>
                  <a:ext uri="{FF2B5EF4-FFF2-40B4-BE49-F238E27FC236}">
                    <a16:creationId xmlns:a16="http://schemas.microsoft.com/office/drawing/2014/main" id="{487C6BD3-B5C7-70B4-2116-A9BE49C438CE}"/>
                  </a:ext>
                </a:extLst>
              </p:cNvPr>
              <p:cNvSpPr/>
              <p:nvPr/>
            </p:nvSpPr>
            <p:spPr>
              <a:xfrm>
                <a:off x="3168000" y="436545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3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01" name="矩形: 圆角 200">
                <a:extLst>
                  <a:ext uri="{FF2B5EF4-FFF2-40B4-BE49-F238E27FC236}">
                    <a16:creationId xmlns:a16="http://schemas.microsoft.com/office/drawing/2014/main" id="{C966EFAC-C320-285F-D40D-B9CAC624F390}"/>
                  </a:ext>
                </a:extLst>
              </p:cNvPr>
              <p:cNvSpPr/>
              <p:nvPr/>
            </p:nvSpPr>
            <p:spPr>
              <a:xfrm>
                <a:off x="3744000" y="436545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4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03" name="矩形: 圆角 202">
                <a:extLst>
                  <a:ext uri="{FF2B5EF4-FFF2-40B4-BE49-F238E27FC236}">
                    <a16:creationId xmlns:a16="http://schemas.microsoft.com/office/drawing/2014/main" id="{F7EC5DFF-4342-4C34-BB5E-DFA53582F181}"/>
                  </a:ext>
                </a:extLst>
              </p:cNvPr>
              <p:cNvSpPr/>
              <p:nvPr/>
            </p:nvSpPr>
            <p:spPr>
              <a:xfrm>
                <a:off x="4320000" y="436545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5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04" name="矩形: 圆角 203">
                <a:extLst>
                  <a:ext uri="{FF2B5EF4-FFF2-40B4-BE49-F238E27FC236}">
                    <a16:creationId xmlns:a16="http://schemas.microsoft.com/office/drawing/2014/main" id="{CDE30495-D622-72EC-E356-99B93496ADDB}"/>
                  </a:ext>
                </a:extLst>
              </p:cNvPr>
              <p:cNvSpPr/>
              <p:nvPr/>
            </p:nvSpPr>
            <p:spPr>
              <a:xfrm>
                <a:off x="4896000" y="436545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6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06" name="矩形: 圆角 205">
                <a:extLst>
                  <a:ext uri="{FF2B5EF4-FFF2-40B4-BE49-F238E27FC236}">
                    <a16:creationId xmlns:a16="http://schemas.microsoft.com/office/drawing/2014/main" id="{7401E658-C9A5-C21D-3600-569E1B7EAF5C}"/>
                  </a:ext>
                </a:extLst>
              </p:cNvPr>
              <p:cNvSpPr/>
              <p:nvPr/>
            </p:nvSpPr>
            <p:spPr>
              <a:xfrm>
                <a:off x="5472000" y="436545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7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07" name="矩形: 圆角 206">
                <a:extLst>
                  <a:ext uri="{FF2B5EF4-FFF2-40B4-BE49-F238E27FC236}">
                    <a16:creationId xmlns:a16="http://schemas.microsoft.com/office/drawing/2014/main" id="{33143C88-E510-0704-7F92-045034F8447E}"/>
                  </a:ext>
                </a:extLst>
              </p:cNvPr>
              <p:cNvSpPr/>
              <p:nvPr/>
            </p:nvSpPr>
            <p:spPr>
              <a:xfrm>
                <a:off x="6048000" y="436545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8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09" name="矩形: 圆角 208">
                <a:extLst>
                  <a:ext uri="{FF2B5EF4-FFF2-40B4-BE49-F238E27FC236}">
                    <a16:creationId xmlns:a16="http://schemas.microsoft.com/office/drawing/2014/main" id="{CDA97918-80AD-2398-A7BE-C57C781E9BEF}"/>
                  </a:ext>
                </a:extLst>
              </p:cNvPr>
              <p:cNvSpPr/>
              <p:nvPr/>
            </p:nvSpPr>
            <p:spPr>
              <a:xfrm>
                <a:off x="6624000" y="436545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9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10" name="矩形: 圆角 209">
                <a:extLst>
                  <a:ext uri="{FF2B5EF4-FFF2-40B4-BE49-F238E27FC236}">
                    <a16:creationId xmlns:a16="http://schemas.microsoft.com/office/drawing/2014/main" id="{B8525495-5101-C060-600E-D36793596DA4}"/>
                  </a:ext>
                </a:extLst>
              </p:cNvPr>
              <p:cNvSpPr/>
              <p:nvPr/>
            </p:nvSpPr>
            <p:spPr>
              <a:xfrm>
                <a:off x="7200000" y="436545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200" dirty="0">
                    <a:solidFill>
                      <a:schemeClr val="tx1"/>
                    </a:solidFill>
                  </a:rPr>
                  <a:t>10</a:t>
                </a:r>
                <a:endParaRPr lang="zh-CN" altLang="en-US" sz="12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12" name="矩形: 圆角 211">
                <a:extLst>
                  <a:ext uri="{FF2B5EF4-FFF2-40B4-BE49-F238E27FC236}">
                    <a16:creationId xmlns:a16="http://schemas.microsoft.com/office/drawing/2014/main" id="{7816E7B9-FF5F-2395-7990-638FE84F4CCE}"/>
                  </a:ext>
                </a:extLst>
              </p:cNvPr>
              <p:cNvSpPr/>
              <p:nvPr/>
            </p:nvSpPr>
            <p:spPr>
              <a:xfrm>
                <a:off x="864000" y="436545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400" dirty="0">
                    <a:solidFill>
                      <a:schemeClr val="tx1"/>
                    </a:solidFill>
                  </a:rPr>
                  <a:t>佛</a:t>
                </a:r>
              </a:p>
            </p:txBody>
          </p:sp>
        </p:grpSp>
        <p:grpSp>
          <p:nvGrpSpPr>
            <p:cNvPr id="70" name="组合 69">
              <a:extLst>
                <a:ext uri="{FF2B5EF4-FFF2-40B4-BE49-F238E27FC236}">
                  <a16:creationId xmlns:a16="http://schemas.microsoft.com/office/drawing/2014/main" id="{7B833867-E49A-C722-A89E-160E3B137A81}"/>
                </a:ext>
              </a:extLst>
            </p:cNvPr>
            <p:cNvGrpSpPr/>
            <p:nvPr/>
          </p:nvGrpSpPr>
          <p:grpSpPr>
            <a:xfrm>
              <a:off x="1428813" y="852617"/>
              <a:ext cx="4929629" cy="410802"/>
              <a:chOff x="864000" y="4365450"/>
              <a:chExt cx="6912000" cy="576000"/>
            </a:xfrm>
          </p:grpSpPr>
          <p:sp>
            <p:nvSpPr>
              <p:cNvPr id="117" name="矩形: 圆角 116">
                <a:extLst>
                  <a:ext uri="{FF2B5EF4-FFF2-40B4-BE49-F238E27FC236}">
                    <a16:creationId xmlns:a16="http://schemas.microsoft.com/office/drawing/2014/main" id="{53C871A0-B200-A632-F726-24955186B760}"/>
                  </a:ext>
                </a:extLst>
              </p:cNvPr>
              <p:cNvSpPr/>
              <p:nvPr/>
            </p:nvSpPr>
            <p:spPr>
              <a:xfrm>
                <a:off x="1440000" y="436545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0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18" name="矩形: 圆角 117">
                <a:extLst>
                  <a:ext uri="{FF2B5EF4-FFF2-40B4-BE49-F238E27FC236}">
                    <a16:creationId xmlns:a16="http://schemas.microsoft.com/office/drawing/2014/main" id="{8EE8AE52-262C-C576-17CB-16306F2E688A}"/>
                  </a:ext>
                </a:extLst>
              </p:cNvPr>
              <p:cNvSpPr/>
              <p:nvPr/>
            </p:nvSpPr>
            <p:spPr>
              <a:xfrm>
                <a:off x="2016000" y="436545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1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80" name="矩形: 圆角 179">
                <a:extLst>
                  <a:ext uri="{FF2B5EF4-FFF2-40B4-BE49-F238E27FC236}">
                    <a16:creationId xmlns:a16="http://schemas.microsoft.com/office/drawing/2014/main" id="{80282DEA-C2C1-C94E-AE1D-B5F53D9A9273}"/>
                  </a:ext>
                </a:extLst>
              </p:cNvPr>
              <p:cNvSpPr/>
              <p:nvPr/>
            </p:nvSpPr>
            <p:spPr>
              <a:xfrm>
                <a:off x="2592000" y="436545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2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83" name="矩形: 圆角 182">
                <a:extLst>
                  <a:ext uri="{FF2B5EF4-FFF2-40B4-BE49-F238E27FC236}">
                    <a16:creationId xmlns:a16="http://schemas.microsoft.com/office/drawing/2014/main" id="{AEA722D9-C71C-0801-2C28-BB354F2E4648}"/>
                  </a:ext>
                </a:extLst>
              </p:cNvPr>
              <p:cNvSpPr/>
              <p:nvPr/>
            </p:nvSpPr>
            <p:spPr>
              <a:xfrm>
                <a:off x="3168000" y="436545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3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84" name="矩形: 圆角 183">
                <a:extLst>
                  <a:ext uri="{FF2B5EF4-FFF2-40B4-BE49-F238E27FC236}">
                    <a16:creationId xmlns:a16="http://schemas.microsoft.com/office/drawing/2014/main" id="{66EF2CE7-D11A-F064-C0FB-6A715CBAEEE4}"/>
                  </a:ext>
                </a:extLst>
              </p:cNvPr>
              <p:cNvSpPr/>
              <p:nvPr/>
            </p:nvSpPr>
            <p:spPr>
              <a:xfrm>
                <a:off x="3744000" y="436545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4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85" name="矩形: 圆角 184">
                <a:extLst>
                  <a:ext uri="{FF2B5EF4-FFF2-40B4-BE49-F238E27FC236}">
                    <a16:creationId xmlns:a16="http://schemas.microsoft.com/office/drawing/2014/main" id="{2ABAF066-8EE4-37EF-5131-221B8A64B4DD}"/>
                  </a:ext>
                </a:extLst>
              </p:cNvPr>
              <p:cNvSpPr/>
              <p:nvPr/>
            </p:nvSpPr>
            <p:spPr>
              <a:xfrm>
                <a:off x="4320000" y="436545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5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87" name="矩形: 圆角 186">
                <a:extLst>
                  <a:ext uri="{FF2B5EF4-FFF2-40B4-BE49-F238E27FC236}">
                    <a16:creationId xmlns:a16="http://schemas.microsoft.com/office/drawing/2014/main" id="{D809DA15-25E0-A519-1F4F-BB41FDCE7B02}"/>
                  </a:ext>
                </a:extLst>
              </p:cNvPr>
              <p:cNvSpPr/>
              <p:nvPr/>
            </p:nvSpPr>
            <p:spPr>
              <a:xfrm>
                <a:off x="4896000" y="436545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6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88" name="矩形: 圆角 187">
                <a:extLst>
                  <a:ext uri="{FF2B5EF4-FFF2-40B4-BE49-F238E27FC236}">
                    <a16:creationId xmlns:a16="http://schemas.microsoft.com/office/drawing/2014/main" id="{11D5DE4E-3D01-FCD2-4CEF-8325712C07BB}"/>
                  </a:ext>
                </a:extLst>
              </p:cNvPr>
              <p:cNvSpPr/>
              <p:nvPr/>
            </p:nvSpPr>
            <p:spPr>
              <a:xfrm>
                <a:off x="5472000" y="436545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7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90" name="矩形: 圆角 189">
                <a:extLst>
                  <a:ext uri="{FF2B5EF4-FFF2-40B4-BE49-F238E27FC236}">
                    <a16:creationId xmlns:a16="http://schemas.microsoft.com/office/drawing/2014/main" id="{51F46936-4D58-6E02-3180-6C60BF25935C}"/>
                  </a:ext>
                </a:extLst>
              </p:cNvPr>
              <p:cNvSpPr/>
              <p:nvPr/>
            </p:nvSpPr>
            <p:spPr>
              <a:xfrm>
                <a:off x="6048000" y="436545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8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91" name="矩形: 圆角 190">
                <a:extLst>
                  <a:ext uri="{FF2B5EF4-FFF2-40B4-BE49-F238E27FC236}">
                    <a16:creationId xmlns:a16="http://schemas.microsoft.com/office/drawing/2014/main" id="{D602C318-2FF5-DAE1-64BB-D817D22287B1}"/>
                  </a:ext>
                </a:extLst>
              </p:cNvPr>
              <p:cNvSpPr/>
              <p:nvPr/>
            </p:nvSpPr>
            <p:spPr>
              <a:xfrm>
                <a:off x="6624000" y="436545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9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93" name="矩形: 圆角 192">
                <a:extLst>
                  <a:ext uri="{FF2B5EF4-FFF2-40B4-BE49-F238E27FC236}">
                    <a16:creationId xmlns:a16="http://schemas.microsoft.com/office/drawing/2014/main" id="{E8C80FEC-E7BA-C07C-6B7A-5DB180975BF2}"/>
                  </a:ext>
                </a:extLst>
              </p:cNvPr>
              <p:cNvSpPr/>
              <p:nvPr/>
            </p:nvSpPr>
            <p:spPr>
              <a:xfrm>
                <a:off x="7200000" y="436545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200" dirty="0">
                    <a:solidFill>
                      <a:schemeClr val="tx1"/>
                    </a:solidFill>
                  </a:rPr>
                  <a:t>10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94" name="矩形: 圆角 193">
                <a:extLst>
                  <a:ext uri="{FF2B5EF4-FFF2-40B4-BE49-F238E27FC236}">
                    <a16:creationId xmlns:a16="http://schemas.microsoft.com/office/drawing/2014/main" id="{31F75A88-BD92-C952-123B-98FCDB1772A0}"/>
                  </a:ext>
                </a:extLst>
              </p:cNvPr>
              <p:cNvSpPr/>
              <p:nvPr/>
            </p:nvSpPr>
            <p:spPr>
              <a:xfrm>
                <a:off x="864000" y="436545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400" dirty="0">
                    <a:solidFill>
                      <a:schemeClr val="tx1"/>
                    </a:solidFill>
                  </a:rPr>
                  <a:t>玄</a:t>
                </a:r>
              </a:p>
            </p:txBody>
          </p:sp>
        </p:grpSp>
        <p:grpSp>
          <p:nvGrpSpPr>
            <p:cNvPr id="232" name="组合 231">
              <a:extLst>
                <a:ext uri="{FF2B5EF4-FFF2-40B4-BE49-F238E27FC236}">
                  <a16:creationId xmlns:a16="http://schemas.microsoft.com/office/drawing/2014/main" id="{E51861D9-FA30-F9A4-B112-B30798E4EB00}"/>
                </a:ext>
              </a:extLst>
            </p:cNvPr>
            <p:cNvGrpSpPr/>
            <p:nvPr/>
          </p:nvGrpSpPr>
          <p:grpSpPr>
            <a:xfrm>
              <a:off x="2099583" y="2248033"/>
              <a:ext cx="4308354" cy="391669"/>
              <a:chOff x="864000" y="4365450"/>
              <a:chExt cx="6336000" cy="576000"/>
            </a:xfrm>
          </p:grpSpPr>
          <p:sp>
            <p:nvSpPr>
              <p:cNvPr id="253" name="矩形: 圆角 252">
                <a:extLst>
                  <a:ext uri="{FF2B5EF4-FFF2-40B4-BE49-F238E27FC236}">
                    <a16:creationId xmlns:a16="http://schemas.microsoft.com/office/drawing/2014/main" id="{35F9062F-AEC7-3360-B744-16DDF64FB96C}"/>
                  </a:ext>
                </a:extLst>
              </p:cNvPr>
              <p:cNvSpPr/>
              <p:nvPr/>
            </p:nvSpPr>
            <p:spPr>
              <a:xfrm>
                <a:off x="1440000" y="436545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0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55" name="矩形: 圆角 254">
                <a:extLst>
                  <a:ext uri="{FF2B5EF4-FFF2-40B4-BE49-F238E27FC236}">
                    <a16:creationId xmlns:a16="http://schemas.microsoft.com/office/drawing/2014/main" id="{B2C2E67E-D8E6-BCAE-24CF-A239670F3C1E}"/>
                  </a:ext>
                </a:extLst>
              </p:cNvPr>
              <p:cNvSpPr/>
              <p:nvPr/>
            </p:nvSpPr>
            <p:spPr>
              <a:xfrm>
                <a:off x="2016000" y="436545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1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56" name="矩形: 圆角 255">
                <a:extLst>
                  <a:ext uri="{FF2B5EF4-FFF2-40B4-BE49-F238E27FC236}">
                    <a16:creationId xmlns:a16="http://schemas.microsoft.com/office/drawing/2014/main" id="{CA3C083D-6404-692F-7D17-B47A33AC1A7D}"/>
                  </a:ext>
                </a:extLst>
              </p:cNvPr>
              <p:cNvSpPr/>
              <p:nvPr/>
            </p:nvSpPr>
            <p:spPr>
              <a:xfrm>
                <a:off x="2592000" y="436545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2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58" name="矩形: 圆角 257">
                <a:extLst>
                  <a:ext uri="{FF2B5EF4-FFF2-40B4-BE49-F238E27FC236}">
                    <a16:creationId xmlns:a16="http://schemas.microsoft.com/office/drawing/2014/main" id="{82BB0CC9-C2DC-1873-B936-E58581213BE8}"/>
                  </a:ext>
                </a:extLst>
              </p:cNvPr>
              <p:cNvSpPr/>
              <p:nvPr/>
            </p:nvSpPr>
            <p:spPr>
              <a:xfrm>
                <a:off x="3168000" y="436545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3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59" name="矩形: 圆角 258">
                <a:extLst>
                  <a:ext uri="{FF2B5EF4-FFF2-40B4-BE49-F238E27FC236}">
                    <a16:creationId xmlns:a16="http://schemas.microsoft.com/office/drawing/2014/main" id="{3ACB7002-B8C7-FCE1-83D0-434D7DDF2F57}"/>
                  </a:ext>
                </a:extLst>
              </p:cNvPr>
              <p:cNvSpPr/>
              <p:nvPr/>
            </p:nvSpPr>
            <p:spPr>
              <a:xfrm>
                <a:off x="3744000" y="436545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4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61" name="矩形: 圆角 260">
                <a:extLst>
                  <a:ext uri="{FF2B5EF4-FFF2-40B4-BE49-F238E27FC236}">
                    <a16:creationId xmlns:a16="http://schemas.microsoft.com/office/drawing/2014/main" id="{3F588D84-1CF0-92F2-8991-D7AA45811BC1}"/>
                  </a:ext>
                </a:extLst>
              </p:cNvPr>
              <p:cNvSpPr/>
              <p:nvPr/>
            </p:nvSpPr>
            <p:spPr>
              <a:xfrm>
                <a:off x="4320000" y="436545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5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62" name="矩形: 圆角 261">
                <a:extLst>
                  <a:ext uri="{FF2B5EF4-FFF2-40B4-BE49-F238E27FC236}">
                    <a16:creationId xmlns:a16="http://schemas.microsoft.com/office/drawing/2014/main" id="{0302AB24-64D1-7C85-C636-561D44DAEC0C}"/>
                  </a:ext>
                </a:extLst>
              </p:cNvPr>
              <p:cNvSpPr/>
              <p:nvPr/>
            </p:nvSpPr>
            <p:spPr>
              <a:xfrm>
                <a:off x="4896000" y="436545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6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63" name="矩形: 圆角 262">
                <a:extLst>
                  <a:ext uri="{FF2B5EF4-FFF2-40B4-BE49-F238E27FC236}">
                    <a16:creationId xmlns:a16="http://schemas.microsoft.com/office/drawing/2014/main" id="{B2D5962C-1CC9-D7E6-0A92-96B059F4519B}"/>
                  </a:ext>
                </a:extLst>
              </p:cNvPr>
              <p:cNvSpPr/>
              <p:nvPr/>
            </p:nvSpPr>
            <p:spPr>
              <a:xfrm>
                <a:off x="5472000" y="436545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7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65" name="矩形: 圆角 264">
                <a:extLst>
                  <a:ext uri="{FF2B5EF4-FFF2-40B4-BE49-F238E27FC236}">
                    <a16:creationId xmlns:a16="http://schemas.microsoft.com/office/drawing/2014/main" id="{9746E795-D23D-9ABC-9F00-A11D5C481793}"/>
                  </a:ext>
                </a:extLst>
              </p:cNvPr>
              <p:cNvSpPr/>
              <p:nvPr/>
            </p:nvSpPr>
            <p:spPr>
              <a:xfrm>
                <a:off x="6048000" y="436545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8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66" name="矩形: 圆角 265">
                <a:extLst>
                  <a:ext uri="{FF2B5EF4-FFF2-40B4-BE49-F238E27FC236}">
                    <a16:creationId xmlns:a16="http://schemas.microsoft.com/office/drawing/2014/main" id="{F5728841-F2E7-737C-2C27-E79942F89158}"/>
                  </a:ext>
                </a:extLst>
              </p:cNvPr>
              <p:cNvSpPr/>
              <p:nvPr/>
            </p:nvSpPr>
            <p:spPr>
              <a:xfrm>
                <a:off x="6624000" y="436545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9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69" name="矩形: 圆角 268">
                <a:extLst>
                  <a:ext uri="{FF2B5EF4-FFF2-40B4-BE49-F238E27FC236}">
                    <a16:creationId xmlns:a16="http://schemas.microsoft.com/office/drawing/2014/main" id="{F85C6BA1-7F7E-DA16-20AC-56D1059A41AC}"/>
                  </a:ext>
                </a:extLst>
              </p:cNvPr>
              <p:cNvSpPr/>
              <p:nvPr/>
            </p:nvSpPr>
            <p:spPr>
              <a:xfrm>
                <a:off x="864000" y="436545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100" dirty="0">
                    <a:solidFill>
                      <a:schemeClr val="tx1"/>
                    </a:solidFill>
                  </a:rPr>
                  <a:t>VP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234" name="组合 233">
              <a:extLst>
                <a:ext uri="{FF2B5EF4-FFF2-40B4-BE49-F238E27FC236}">
                  <a16:creationId xmlns:a16="http://schemas.microsoft.com/office/drawing/2014/main" id="{96F152BF-D31C-9FCB-913F-0BACFF893D67}"/>
                </a:ext>
              </a:extLst>
            </p:cNvPr>
            <p:cNvGrpSpPr/>
            <p:nvPr/>
          </p:nvGrpSpPr>
          <p:grpSpPr>
            <a:xfrm>
              <a:off x="2103901" y="2649595"/>
              <a:ext cx="4700022" cy="391669"/>
              <a:chOff x="864000" y="4365450"/>
              <a:chExt cx="6912000" cy="576000"/>
            </a:xfrm>
          </p:grpSpPr>
          <p:sp>
            <p:nvSpPr>
              <p:cNvPr id="235" name="矩形: 圆角 234">
                <a:extLst>
                  <a:ext uri="{FF2B5EF4-FFF2-40B4-BE49-F238E27FC236}">
                    <a16:creationId xmlns:a16="http://schemas.microsoft.com/office/drawing/2014/main" id="{33715DF5-05B5-7B64-7D0A-7D621DC1E192}"/>
                  </a:ext>
                </a:extLst>
              </p:cNvPr>
              <p:cNvSpPr/>
              <p:nvPr/>
            </p:nvSpPr>
            <p:spPr>
              <a:xfrm>
                <a:off x="1440000" y="436545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0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37" name="矩形: 圆角 236">
                <a:extLst>
                  <a:ext uri="{FF2B5EF4-FFF2-40B4-BE49-F238E27FC236}">
                    <a16:creationId xmlns:a16="http://schemas.microsoft.com/office/drawing/2014/main" id="{715D1589-5783-1F1A-5E42-9FC7D5A396E2}"/>
                  </a:ext>
                </a:extLst>
              </p:cNvPr>
              <p:cNvSpPr/>
              <p:nvPr/>
            </p:nvSpPr>
            <p:spPr>
              <a:xfrm>
                <a:off x="2016000" y="436545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1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38" name="矩形: 圆角 237">
                <a:extLst>
                  <a:ext uri="{FF2B5EF4-FFF2-40B4-BE49-F238E27FC236}">
                    <a16:creationId xmlns:a16="http://schemas.microsoft.com/office/drawing/2014/main" id="{46AA86F2-28B5-6B12-A069-E54712C825EF}"/>
                  </a:ext>
                </a:extLst>
              </p:cNvPr>
              <p:cNvSpPr/>
              <p:nvPr/>
            </p:nvSpPr>
            <p:spPr>
              <a:xfrm>
                <a:off x="2592000" y="436545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2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39" name="矩形: 圆角 238">
                <a:extLst>
                  <a:ext uri="{FF2B5EF4-FFF2-40B4-BE49-F238E27FC236}">
                    <a16:creationId xmlns:a16="http://schemas.microsoft.com/office/drawing/2014/main" id="{B526245A-55FB-A992-EDAE-3F6A96855A66}"/>
                  </a:ext>
                </a:extLst>
              </p:cNvPr>
              <p:cNvSpPr/>
              <p:nvPr/>
            </p:nvSpPr>
            <p:spPr>
              <a:xfrm>
                <a:off x="3168000" y="436545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3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42" name="矩形: 圆角 241">
                <a:extLst>
                  <a:ext uri="{FF2B5EF4-FFF2-40B4-BE49-F238E27FC236}">
                    <a16:creationId xmlns:a16="http://schemas.microsoft.com/office/drawing/2014/main" id="{308F3DAC-31F1-CC68-0CED-E0B1FDD77BE3}"/>
                  </a:ext>
                </a:extLst>
              </p:cNvPr>
              <p:cNvSpPr/>
              <p:nvPr/>
            </p:nvSpPr>
            <p:spPr>
              <a:xfrm>
                <a:off x="3744000" y="436545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4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43" name="矩形: 圆角 242">
                <a:extLst>
                  <a:ext uri="{FF2B5EF4-FFF2-40B4-BE49-F238E27FC236}">
                    <a16:creationId xmlns:a16="http://schemas.microsoft.com/office/drawing/2014/main" id="{D8801F25-42B2-92C4-D66A-6385E28F313E}"/>
                  </a:ext>
                </a:extLst>
              </p:cNvPr>
              <p:cNvSpPr/>
              <p:nvPr/>
            </p:nvSpPr>
            <p:spPr>
              <a:xfrm>
                <a:off x="4320000" y="436545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5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45" name="矩形: 圆角 244">
                <a:extLst>
                  <a:ext uri="{FF2B5EF4-FFF2-40B4-BE49-F238E27FC236}">
                    <a16:creationId xmlns:a16="http://schemas.microsoft.com/office/drawing/2014/main" id="{59F9D2BE-E4C0-AA4E-598A-3579C8A918E1}"/>
                  </a:ext>
                </a:extLst>
              </p:cNvPr>
              <p:cNvSpPr/>
              <p:nvPr/>
            </p:nvSpPr>
            <p:spPr>
              <a:xfrm>
                <a:off x="4896000" y="436545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6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46" name="矩形: 圆角 245">
                <a:extLst>
                  <a:ext uri="{FF2B5EF4-FFF2-40B4-BE49-F238E27FC236}">
                    <a16:creationId xmlns:a16="http://schemas.microsoft.com/office/drawing/2014/main" id="{6AF1F486-A7CB-F723-A3FA-E70C7A3F1F80}"/>
                  </a:ext>
                </a:extLst>
              </p:cNvPr>
              <p:cNvSpPr/>
              <p:nvPr/>
            </p:nvSpPr>
            <p:spPr>
              <a:xfrm>
                <a:off x="5472000" y="436545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7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48" name="矩形: 圆角 247">
                <a:extLst>
                  <a:ext uri="{FF2B5EF4-FFF2-40B4-BE49-F238E27FC236}">
                    <a16:creationId xmlns:a16="http://schemas.microsoft.com/office/drawing/2014/main" id="{EBE825EA-784D-A681-ECAC-117026E904BE}"/>
                  </a:ext>
                </a:extLst>
              </p:cNvPr>
              <p:cNvSpPr/>
              <p:nvPr/>
            </p:nvSpPr>
            <p:spPr>
              <a:xfrm>
                <a:off x="6048000" y="436545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8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49" name="矩形: 圆角 248">
                <a:extLst>
                  <a:ext uri="{FF2B5EF4-FFF2-40B4-BE49-F238E27FC236}">
                    <a16:creationId xmlns:a16="http://schemas.microsoft.com/office/drawing/2014/main" id="{78C6BA96-5FC7-899C-B7C0-AE034BB5B050}"/>
                  </a:ext>
                </a:extLst>
              </p:cNvPr>
              <p:cNvSpPr/>
              <p:nvPr/>
            </p:nvSpPr>
            <p:spPr>
              <a:xfrm>
                <a:off x="6624000" y="436545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9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51" name="矩形: 圆角 250">
                <a:extLst>
                  <a:ext uri="{FF2B5EF4-FFF2-40B4-BE49-F238E27FC236}">
                    <a16:creationId xmlns:a16="http://schemas.microsoft.com/office/drawing/2014/main" id="{FCDCC360-76B3-A944-D1F2-6A6BFE472667}"/>
                  </a:ext>
                </a:extLst>
              </p:cNvPr>
              <p:cNvSpPr/>
              <p:nvPr/>
            </p:nvSpPr>
            <p:spPr>
              <a:xfrm>
                <a:off x="7200000" y="436545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200" dirty="0">
                    <a:solidFill>
                      <a:schemeClr val="tx1"/>
                    </a:solidFill>
                  </a:rPr>
                  <a:t>10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52" name="矩形: 圆角 251">
                <a:extLst>
                  <a:ext uri="{FF2B5EF4-FFF2-40B4-BE49-F238E27FC236}">
                    <a16:creationId xmlns:a16="http://schemas.microsoft.com/office/drawing/2014/main" id="{3FF800B9-6B8C-5161-A1CD-013858B91ACA}"/>
                  </a:ext>
                </a:extLst>
              </p:cNvPr>
              <p:cNvSpPr/>
              <p:nvPr/>
            </p:nvSpPr>
            <p:spPr>
              <a:xfrm>
                <a:off x="864000" y="436545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400" dirty="0">
                    <a:solidFill>
                      <a:schemeClr val="tx1"/>
                    </a:solidFill>
                  </a:rPr>
                  <a:t>十</a:t>
                </a:r>
                <a:endParaRPr lang="en-US" altLang="zh-CN" sz="140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277" name="组合 276">
              <a:extLst>
                <a:ext uri="{FF2B5EF4-FFF2-40B4-BE49-F238E27FC236}">
                  <a16:creationId xmlns:a16="http://schemas.microsoft.com/office/drawing/2014/main" id="{C050CF88-1653-4467-A8B9-0123F82949FE}"/>
                </a:ext>
              </a:extLst>
            </p:cNvPr>
            <p:cNvGrpSpPr/>
            <p:nvPr/>
          </p:nvGrpSpPr>
          <p:grpSpPr>
            <a:xfrm>
              <a:off x="11829338" y="8723438"/>
              <a:ext cx="543739" cy="540000"/>
              <a:chOff x="11829338" y="8723438"/>
              <a:chExt cx="543739" cy="540000"/>
            </a:xfrm>
          </p:grpSpPr>
          <p:sp>
            <p:nvSpPr>
              <p:cNvPr id="274" name="椭圆 273">
                <a:extLst>
                  <a:ext uri="{FF2B5EF4-FFF2-40B4-BE49-F238E27FC236}">
                    <a16:creationId xmlns:a16="http://schemas.microsoft.com/office/drawing/2014/main" id="{DE760A6E-3F72-6546-0F9C-70B9B364379A}"/>
                  </a:ext>
                </a:extLst>
              </p:cNvPr>
              <p:cNvSpPr/>
              <p:nvPr/>
            </p:nvSpPr>
            <p:spPr>
              <a:xfrm>
                <a:off x="11831208" y="8723438"/>
                <a:ext cx="540000" cy="54000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75" name="文本框 274">
                <a:extLst>
                  <a:ext uri="{FF2B5EF4-FFF2-40B4-BE49-F238E27FC236}">
                    <a16:creationId xmlns:a16="http://schemas.microsoft.com/office/drawing/2014/main" id="{2452F898-3C04-3D73-E65F-6939EBF6652E}"/>
                  </a:ext>
                </a:extLst>
              </p:cNvPr>
              <p:cNvSpPr txBox="1"/>
              <p:nvPr/>
            </p:nvSpPr>
            <p:spPr>
              <a:xfrm>
                <a:off x="11829338" y="8824161"/>
                <a:ext cx="543739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3vp</a:t>
                </a:r>
                <a:endPara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78" name="组合 277">
              <a:extLst>
                <a:ext uri="{FF2B5EF4-FFF2-40B4-BE49-F238E27FC236}">
                  <a16:creationId xmlns:a16="http://schemas.microsoft.com/office/drawing/2014/main" id="{8CFA2A98-BEF4-F378-1809-7690033464E6}"/>
                </a:ext>
              </a:extLst>
            </p:cNvPr>
            <p:cNvGrpSpPr/>
            <p:nvPr/>
          </p:nvGrpSpPr>
          <p:grpSpPr>
            <a:xfrm>
              <a:off x="9181414" y="658381"/>
              <a:ext cx="540000" cy="540000"/>
              <a:chOff x="11831208" y="8723438"/>
              <a:chExt cx="540000" cy="540000"/>
            </a:xfrm>
          </p:grpSpPr>
          <p:sp>
            <p:nvSpPr>
              <p:cNvPr id="280" name="椭圆 279">
                <a:extLst>
                  <a:ext uri="{FF2B5EF4-FFF2-40B4-BE49-F238E27FC236}">
                    <a16:creationId xmlns:a16="http://schemas.microsoft.com/office/drawing/2014/main" id="{7F565FA5-918A-02F5-85F3-53CCB239A36E}"/>
                  </a:ext>
                </a:extLst>
              </p:cNvPr>
              <p:cNvSpPr/>
              <p:nvPr/>
            </p:nvSpPr>
            <p:spPr>
              <a:xfrm>
                <a:off x="11831208" y="8723438"/>
                <a:ext cx="540000" cy="54000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81" name="文本框 280">
                <a:extLst>
                  <a:ext uri="{FF2B5EF4-FFF2-40B4-BE49-F238E27FC236}">
                    <a16:creationId xmlns:a16="http://schemas.microsoft.com/office/drawing/2014/main" id="{5F88E631-829A-DBEE-4B13-52363AF4CB21}"/>
                  </a:ext>
                </a:extLst>
              </p:cNvPr>
              <p:cNvSpPr txBox="1"/>
              <p:nvPr/>
            </p:nvSpPr>
            <p:spPr>
              <a:xfrm>
                <a:off x="11846168" y="8824161"/>
                <a:ext cx="510076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军</a:t>
                </a:r>
                <a:endPara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83" name="组合 282">
              <a:extLst>
                <a:ext uri="{FF2B5EF4-FFF2-40B4-BE49-F238E27FC236}">
                  <a16:creationId xmlns:a16="http://schemas.microsoft.com/office/drawing/2014/main" id="{6B952D4A-0154-C78A-FA96-4A2BAB5E405D}"/>
                </a:ext>
              </a:extLst>
            </p:cNvPr>
            <p:cNvGrpSpPr/>
            <p:nvPr/>
          </p:nvGrpSpPr>
          <p:grpSpPr>
            <a:xfrm>
              <a:off x="11727195" y="1499039"/>
              <a:ext cx="540000" cy="540000"/>
              <a:chOff x="11831208" y="8723438"/>
              <a:chExt cx="540000" cy="540000"/>
            </a:xfrm>
          </p:grpSpPr>
          <p:sp>
            <p:nvSpPr>
              <p:cNvPr id="284" name="椭圆 283">
                <a:extLst>
                  <a:ext uri="{FF2B5EF4-FFF2-40B4-BE49-F238E27FC236}">
                    <a16:creationId xmlns:a16="http://schemas.microsoft.com/office/drawing/2014/main" id="{E2461E98-A293-E939-5F3F-FFAE5A6B1BC3}"/>
                  </a:ext>
                </a:extLst>
              </p:cNvPr>
              <p:cNvSpPr/>
              <p:nvPr/>
            </p:nvSpPr>
            <p:spPr>
              <a:xfrm>
                <a:off x="11831208" y="8723438"/>
                <a:ext cx="540000" cy="54000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86" name="文本框 285">
                <a:extLst>
                  <a:ext uri="{FF2B5EF4-FFF2-40B4-BE49-F238E27FC236}">
                    <a16:creationId xmlns:a16="http://schemas.microsoft.com/office/drawing/2014/main" id="{23F3B9D7-37A5-A9AF-751F-827D7C996C1E}"/>
                  </a:ext>
                </a:extLst>
              </p:cNvPr>
              <p:cNvSpPr txBox="1"/>
              <p:nvPr/>
            </p:nvSpPr>
            <p:spPr>
              <a:xfrm>
                <a:off x="11846168" y="8824161"/>
                <a:ext cx="510076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军</a:t>
                </a:r>
                <a:endPara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87" name="组合 286">
              <a:extLst>
                <a:ext uri="{FF2B5EF4-FFF2-40B4-BE49-F238E27FC236}">
                  <a16:creationId xmlns:a16="http://schemas.microsoft.com/office/drawing/2014/main" id="{DBFAC92A-B3C0-5BB4-0E1B-18A5008F8BE0}"/>
                </a:ext>
              </a:extLst>
            </p:cNvPr>
            <p:cNvGrpSpPr/>
            <p:nvPr/>
          </p:nvGrpSpPr>
          <p:grpSpPr>
            <a:xfrm>
              <a:off x="6314537" y="7049348"/>
              <a:ext cx="540000" cy="540000"/>
              <a:chOff x="11831208" y="8723438"/>
              <a:chExt cx="540000" cy="540000"/>
            </a:xfrm>
          </p:grpSpPr>
          <p:sp>
            <p:nvSpPr>
              <p:cNvPr id="289" name="椭圆 288">
                <a:extLst>
                  <a:ext uri="{FF2B5EF4-FFF2-40B4-BE49-F238E27FC236}">
                    <a16:creationId xmlns:a16="http://schemas.microsoft.com/office/drawing/2014/main" id="{739336D0-D168-B500-0868-216DD32F1B7B}"/>
                  </a:ext>
                </a:extLst>
              </p:cNvPr>
              <p:cNvSpPr/>
              <p:nvPr/>
            </p:nvSpPr>
            <p:spPr>
              <a:xfrm>
                <a:off x="11831208" y="8723438"/>
                <a:ext cx="540000" cy="54000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90" name="文本框 289">
                <a:extLst>
                  <a:ext uri="{FF2B5EF4-FFF2-40B4-BE49-F238E27FC236}">
                    <a16:creationId xmlns:a16="http://schemas.microsoft.com/office/drawing/2014/main" id="{04038B22-D19B-AAAA-B5EC-82668AFF5271}"/>
                  </a:ext>
                </a:extLst>
              </p:cNvPr>
              <p:cNvSpPr txBox="1"/>
              <p:nvPr/>
            </p:nvSpPr>
            <p:spPr>
              <a:xfrm>
                <a:off x="11846169" y="8824161"/>
                <a:ext cx="51007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牌</a:t>
                </a:r>
                <a:endPara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93" name="组合 292">
              <a:extLst>
                <a:ext uri="{FF2B5EF4-FFF2-40B4-BE49-F238E27FC236}">
                  <a16:creationId xmlns:a16="http://schemas.microsoft.com/office/drawing/2014/main" id="{7693ECDC-BB57-331C-34BE-ADFDBC4631E4}"/>
                </a:ext>
              </a:extLst>
            </p:cNvPr>
            <p:cNvGrpSpPr/>
            <p:nvPr/>
          </p:nvGrpSpPr>
          <p:grpSpPr>
            <a:xfrm>
              <a:off x="4155260" y="5493541"/>
              <a:ext cx="543739" cy="540000"/>
              <a:chOff x="11829338" y="8723438"/>
              <a:chExt cx="543739" cy="540000"/>
            </a:xfrm>
          </p:grpSpPr>
          <p:sp>
            <p:nvSpPr>
              <p:cNvPr id="295" name="椭圆 294">
                <a:extLst>
                  <a:ext uri="{FF2B5EF4-FFF2-40B4-BE49-F238E27FC236}">
                    <a16:creationId xmlns:a16="http://schemas.microsoft.com/office/drawing/2014/main" id="{A83DE25F-4DB1-8D34-A455-38AECC6F2171}"/>
                  </a:ext>
                </a:extLst>
              </p:cNvPr>
              <p:cNvSpPr/>
              <p:nvPr/>
            </p:nvSpPr>
            <p:spPr>
              <a:xfrm>
                <a:off x="11831208" y="8723438"/>
                <a:ext cx="540000" cy="54000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96" name="文本框 295">
                <a:extLst>
                  <a:ext uri="{FF2B5EF4-FFF2-40B4-BE49-F238E27FC236}">
                    <a16:creationId xmlns:a16="http://schemas.microsoft.com/office/drawing/2014/main" id="{DCF30386-56BD-6640-2A21-E9FE7775BBF5}"/>
                  </a:ext>
                </a:extLst>
              </p:cNvPr>
              <p:cNvSpPr txBox="1"/>
              <p:nvPr/>
            </p:nvSpPr>
            <p:spPr>
              <a:xfrm>
                <a:off x="11829338" y="8824161"/>
                <a:ext cx="543739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3vp</a:t>
                </a:r>
                <a:endPara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98" name="组合 297">
              <a:extLst>
                <a:ext uri="{FF2B5EF4-FFF2-40B4-BE49-F238E27FC236}">
                  <a16:creationId xmlns:a16="http://schemas.microsoft.com/office/drawing/2014/main" id="{42211581-0E7C-2C6D-6F2E-4098DC95A49F}"/>
                </a:ext>
              </a:extLst>
            </p:cNvPr>
            <p:cNvGrpSpPr/>
            <p:nvPr/>
          </p:nvGrpSpPr>
          <p:grpSpPr>
            <a:xfrm>
              <a:off x="2618382" y="7091283"/>
              <a:ext cx="540000" cy="540000"/>
              <a:chOff x="11831208" y="8723438"/>
              <a:chExt cx="540000" cy="540000"/>
            </a:xfrm>
          </p:grpSpPr>
          <p:sp>
            <p:nvSpPr>
              <p:cNvPr id="299" name="椭圆 298">
                <a:extLst>
                  <a:ext uri="{FF2B5EF4-FFF2-40B4-BE49-F238E27FC236}">
                    <a16:creationId xmlns:a16="http://schemas.microsoft.com/office/drawing/2014/main" id="{8B76F92B-76AF-7F9A-1786-F3E94A9FBE66}"/>
                  </a:ext>
                </a:extLst>
              </p:cNvPr>
              <p:cNvSpPr/>
              <p:nvPr/>
            </p:nvSpPr>
            <p:spPr>
              <a:xfrm>
                <a:off x="11831208" y="8723438"/>
                <a:ext cx="540000" cy="54000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01" name="文本框 300">
                <a:extLst>
                  <a:ext uri="{FF2B5EF4-FFF2-40B4-BE49-F238E27FC236}">
                    <a16:creationId xmlns:a16="http://schemas.microsoft.com/office/drawing/2014/main" id="{001FCE4E-4476-E055-88ED-58F23B18CE9F}"/>
                  </a:ext>
                </a:extLst>
              </p:cNvPr>
              <p:cNvSpPr txBox="1"/>
              <p:nvPr/>
            </p:nvSpPr>
            <p:spPr>
              <a:xfrm>
                <a:off x="11846170" y="8824161"/>
                <a:ext cx="51007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军</a:t>
                </a:r>
              </a:p>
            </p:txBody>
          </p:sp>
        </p:grpSp>
        <p:grpSp>
          <p:nvGrpSpPr>
            <p:cNvPr id="302" name="组合 301">
              <a:extLst>
                <a:ext uri="{FF2B5EF4-FFF2-40B4-BE49-F238E27FC236}">
                  <a16:creationId xmlns:a16="http://schemas.microsoft.com/office/drawing/2014/main" id="{5A6CBB17-FD32-0C1D-7046-036462777598}"/>
                </a:ext>
              </a:extLst>
            </p:cNvPr>
            <p:cNvGrpSpPr/>
            <p:nvPr/>
          </p:nvGrpSpPr>
          <p:grpSpPr>
            <a:xfrm>
              <a:off x="9243454" y="6304703"/>
              <a:ext cx="543739" cy="540000"/>
              <a:chOff x="11829338" y="8723438"/>
              <a:chExt cx="543739" cy="540000"/>
            </a:xfrm>
          </p:grpSpPr>
          <p:sp>
            <p:nvSpPr>
              <p:cNvPr id="304" name="椭圆 303">
                <a:extLst>
                  <a:ext uri="{FF2B5EF4-FFF2-40B4-BE49-F238E27FC236}">
                    <a16:creationId xmlns:a16="http://schemas.microsoft.com/office/drawing/2014/main" id="{B1963A1A-C548-8504-F097-70FCA99A01A5}"/>
                  </a:ext>
                </a:extLst>
              </p:cNvPr>
              <p:cNvSpPr/>
              <p:nvPr/>
            </p:nvSpPr>
            <p:spPr>
              <a:xfrm>
                <a:off x="11831208" y="8723438"/>
                <a:ext cx="540000" cy="54000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05" name="文本框 304">
                <a:extLst>
                  <a:ext uri="{FF2B5EF4-FFF2-40B4-BE49-F238E27FC236}">
                    <a16:creationId xmlns:a16="http://schemas.microsoft.com/office/drawing/2014/main" id="{E8A22105-6BF3-BA3E-01A4-7C8963A12965}"/>
                  </a:ext>
                </a:extLst>
              </p:cNvPr>
              <p:cNvSpPr txBox="1"/>
              <p:nvPr/>
            </p:nvSpPr>
            <p:spPr>
              <a:xfrm>
                <a:off x="11829338" y="8824161"/>
                <a:ext cx="543739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2vp</a:t>
                </a:r>
                <a:endPara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309" name="组合 308">
              <a:extLst>
                <a:ext uri="{FF2B5EF4-FFF2-40B4-BE49-F238E27FC236}">
                  <a16:creationId xmlns:a16="http://schemas.microsoft.com/office/drawing/2014/main" id="{9A2FF422-1C8E-06F3-8839-08EADE0FE39E}"/>
                </a:ext>
              </a:extLst>
            </p:cNvPr>
            <p:cNvGrpSpPr/>
            <p:nvPr/>
          </p:nvGrpSpPr>
          <p:grpSpPr>
            <a:xfrm>
              <a:off x="9791015" y="3375076"/>
              <a:ext cx="540000" cy="540000"/>
              <a:chOff x="11831208" y="8723438"/>
              <a:chExt cx="540000" cy="540000"/>
            </a:xfrm>
          </p:grpSpPr>
          <p:sp>
            <p:nvSpPr>
              <p:cNvPr id="312" name="椭圆 311">
                <a:extLst>
                  <a:ext uri="{FF2B5EF4-FFF2-40B4-BE49-F238E27FC236}">
                    <a16:creationId xmlns:a16="http://schemas.microsoft.com/office/drawing/2014/main" id="{592AC2D6-5C4C-6F7F-33A4-009827D4A417}"/>
                  </a:ext>
                </a:extLst>
              </p:cNvPr>
              <p:cNvSpPr/>
              <p:nvPr/>
            </p:nvSpPr>
            <p:spPr>
              <a:xfrm>
                <a:off x="11831208" y="8723438"/>
                <a:ext cx="540000" cy="54000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13" name="文本框 312">
                <a:extLst>
                  <a:ext uri="{FF2B5EF4-FFF2-40B4-BE49-F238E27FC236}">
                    <a16:creationId xmlns:a16="http://schemas.microsoft.com/office/drawing/2014/main" id="{CED546EE-5B9A-2B42-E671-1AB797F41515}"/>
                  </a:ext>
                </a:extLst>
              </p:cNvPr>
              <p:cNvSpPr txBox="1"/>
              <p:nvPr/>
            </p:nvSpPr>
            <p:spPr>
              <a:xfrm>
                <a:off x="11846169" y="8824161"/>
                <a:ext cx="51007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军</a:t>
                </a:r>
              </a:p>
            </p:txBody>
          </p:sp>
        </p:grpSp>
        <p:grpSp>
          <p:nvGrpSpPr>
            <p:cNvPr id="315" name="组合 314">
              <a:extLst>
                <a:ext uri="{FF2B5EF4-FFF2-40B4-BE49-F238E27FC236}">
                  <a16:creationId xmlns:a16="http://schemas.microsoft.com/office/drawing/2014/main" id="{838DB670-8250-21A3-6C7D-8FD848B4264D}"/>
                </a:ext>
              </a:extLst>
            </p:cNvPr>
            <p:cNvGrpSpPr/>
            <p:nvPr/>
          </p:nvGrpSpPr>
          <p:grpSpPr>
            <a:xfrm>
              <a:off x="7019675" y="3242728"/>
              <a:ext cx="540000" cy="540000"/>
              <a:chOff x="11831208" y="8723438"/>
              <a:chExt cx="540000" cy="540000"/>
            </a:xfrm>
          </p:grpSpPr>
          <p:sp>
            <p:nvSpPr>
              <p:cNvPr id="316" name="椭圆 315">
                <a:extLst>
                  <a:ext uri="{FF2B5EF4-FFF2-40B4-BE49-F238E27FC236}">
                    <a16:creationId xmlns:a16="http://schemas.microsoft.com/office/drawing/2014/main" id="{1C1F721F-7B83-2731-CC1B-232E130E4C35}"/>
                  </a:ext>
                </a:extLst>
              </p:cNvPr>
              <p:cNvSpPr/>
              <p:nvPr/>
            </p:nvSpPr>
            <p:spPr>
              <a:xfrm>
                <a:off x="11831208" y="8723438"/>
                <a:ext cx="540000" cy="54000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17" name="文本框 316">
                <a:extLst>
                  <a:ext uri="{FF2B5EF4-FFF2-40B4-BE49-F238E27FC236}">
                    <a16:creationId xmlns:a16="http://schemas.microsoft.com/office/drawing/2014/main" id="{B90E59BE-8A0E-2189-C5D1-3FC77F167D1F}"/>
                  </a:ext>
                </a:extLst>
              </p:cNvPr>
              <p:cNvSpPr txBox="1"/>
              <p:nvPr/>
            </p:nvSpPr>
            <p:spPr>
              <a:xfrm>
                <a:off x="11846169" y="8824161"/>
                <a:ext cx="51007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牌</a:t>
                </a:r>
                <a:endPara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320" name="组合 319">
              <a:extLst>
                <a:ext uri="{FF2B5EF4-FFF2-40B4-BE49-F238E27FC236}">
                  <a16:creationId xmlns:a16="http://schemas.microsoft.com/office/drawing/2014/main" id="{08005AA8-9B9D-138C-CC8C-6C44070B4051}"/>
                </a:ext>
              </a:extLst>
            </p:cNvPr>
            <p:cNvGrpSpPr/>
            <p:nvPr/>
          </p:nvGrpSpPr>
          <p:grpSpPr>
            <a:xfrm>
              <a:off x="11197027" y="8728355"/>
              <a:ext cx="540000" cy="540000"/>
              <a:chOff x="11831208" y="8723438"/>
              <a:chExt cx="540000" cy="540000"/>
            </a:xfrm>
          </p:grpSpPr>
          <p:sp>
            <p:nvSpPr>
              <p:cNvPr id="322" name="椭圆 321">
                <a:extLst>
                  <a:ext uri="{FF2B5EF4-FFF2-40B4-BE49-F238E27FC236}">
                    <a16:creationId xmlns:a16="http://schemas.microsoft.com/office/drawing/2014/main" id="{E73D8AE1-3073-9EE1-B073-0609D70A1B51}"/>
                  </a:ext>
                </a:extLst>
              </p:cNvPr>
              <p:cNvSpPr/>
              <p:nvPr/>
            </p:nvSpPr>
            <p:spPr>
              <a:xfrm>
                <a:off x="11831208" y="8723438"/>
                <a:ext cx="540000" cy="54000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23" name="文本框 322">
                <a:extLst>
                  <a:ext uri="{FF2B5EF4-FFF2-40B4-BE49-F238E27FC236}">
                    <a16:creationId xmlns:a16="http://schemas.microsoft.com/office/drawing/2014/main" id="{859C4A9D-C772-6609-3E1A-48A8172D06AB}"/>
                  </a:ext>
                </a:extLst>
              </p:cNvPr>
              <p:cNvSpPr txBox="1"/>
              <p:nvPr/>
            </p:nvSpPr>
            <p:spPr>
              <a:xfrm>
                <a:off x="11906283" y="8824161"/>
                <a:ext cx="389850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玄</a:t>
                </a:r>
              </a:p>
            </p:txBody>
          </p:sp>
        </p:grpSp>
        <p:grpSp>
          <p:nvGrpSpPr>
            <p:cNvPr id="325" name="组合 324">
              <a:extLst>
                <a:ext uri="{FF2B5EF4-FFF2-40B4-BE49-F238E27FC236}">
                  <a16:creationId xmlns:a16="http://schemas.microsoft.com/office/drawing/2014/main" id="{0FCFEC2E-90A2-1BE2-4BAA-1DB50DCE56AF}"/>
                </a:ext>
              </a:extLst>
            </p:cNvPr>
            <p:cNvGrpSpPr/>
            <p:nvPr/>
          </p:nvGrpSpPr>
          <p:grpSpPr>
            <a:xfrm>
              <a:off x="12902924" y="3673799"/>
              <a:ext cx="540000" cy="540000"/>
              <a:chOff x="11831208" y="8723438"/>
              <a:chExt cx="540000" cy="540000"/>
            </a:xfrm>
          </p:grpSpPr>
          <p:sp>
            <p:nvSpPr>
              <p:cNvPr id="326" name="椭圆 325">
                <a:extLst>
                  <a:ext uri="{FF2B5EF4-FFF2-40B4-BE49-F238E27FC236}">
                    <a16:creationId xmlns:a16="http://schemas.microsoft.com/office/drawing/2014/main" id="{BBF04A4F-0079-9FFE-29F6-F4F0E5C9262D}"/>
                  </a:ext>
                </a:extLst>
              </p:cNvPr>
              <p:cNvSpPr/>
              <p:nvPr/>
            </p:nvSpPr>
            <p:spPr>
              <a:xfrm>
                <a:off x="11831208" y="8723438"/>
                <a:ext cx="540000" cy="54000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28" name="文本框 327">
                <a:extLst>
                  <a:ext uri="{FF2B5EF4-FFF2-40B4-BE49-F238E27FC236}">
                    <a16:creationId xmlns:a16="http://schemas.microsoft.com/office/drawing/2014/main" id="{3CEBA2BB-D4A2-61FA-C23D-2610596DAF8D}"/>
                  </a:ext>
                </a:extLst>
              </p:cNvPr>
              <p:cNvSpPr txBox="1"/>
              <p:nvPr/>
            </p:nvSpPr>
            <p:spPr>
              <a:xfrm>
                <a:off x="11906285" y="8824161"/>
                <a:ext cx="389850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儒</a:t>
                </a:r>
              </a:p>
            </p:txBody>
          </p:sp>
        </p:grpSp>
        <p:grpSp>
          <p:nvGrpSpPr>
            <p:cNvPr id="329" name="组合 328">
              <a:extLst>
                <a:ext uri="{FF2B5EF4-FFF2-40B4-BE49-F238E27FC236}">
                  <a16:creationId xmlns:a16="http://schemas.microsoft.com/office/drawing/2014/main" id="{0C34743D-0769-2C41-7247-F8FC95F17A80}"/>
                </a:ext>
              </a:extLst>
            </p:cNvPr>
            <p:cNvGrpSpPr/>
            <p:nvPr/>
          </p:nvGrpSpPr>
          <p:grpSpPr>
            <a:xfrm>
              <a:off x="1177957" y="3787257"/>
              <a:ext cx="540000" cy="540000"/>
              <a:chOff x="11831208" y="8723438"/>
              <a:chExt cx="540000" cy="540000"/>
            </a:xfrm>
          </p:grpSpPr>
          <p:sp>
            <p:nvSpPr>
              <p:cNvPr id="331" name="椭圆 330">
                <a:extLst>
                  <a:ext uri="{FF2B5EF4-FFF2-40B4-BE49-F238E27FC236}">
                    <a16:creationId xmlns:a16="http://schemas.microsoft.com/office/drawing/2014/main" id="{8651449D-82E3-1AC0-9F4D-309EED9DBEA2}"/>
                  </a:ext>
                </a:extLst>
              </p:cNvPr>
              <p:cNvSpPr/>
              <p:nvPr/>
            </p:nvSpPr>
            <p:spPr>
              <a:xfrm>
                <a:off x="11831208" y="8723438"/>
                <a:ext cx="540000" cy="54000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32" name="文本框 331">
                <a:extLst>
                  <a:ext uri="{FF2B5EF4-FFF2-40B4-BE49-F238E27FC236}">
                    <a16:creationId xmlns:a16="http://schemas.microsoft.com/office/drawing/2014/main" id="{3D65E5F4-49B9-BE1A-0625-1EECE88C741A}"/>
                  </a:ext>
                </a:extLst>
              </p:cNvPr>
              <p:cNvSpPr txBox="1"/>
              <p:nvPr/>
            </p:nvSpPr>
            <p:spPr>
              <a:xfrm>
                <a:off x="11906286" y="8824161"/>
                <a:ext cx="389850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佛</a:t>
                </a:r>
              </a:p>
            </p:txBody>
          </p:sp>
        </p:grpSp>
        <p:grpSp>
          <p:nvGrpSpPr>
            <p:cNvPr id="358" name="组合 357">
              <a:extLst>
                <a:ext uri="{FF2B5EF4-FFF2-40B4-BE49-F238E27FC236}">
                  <a16:creationId xmlns:a16="http://schemas.microsoft.com/office/drawing/2014/main" id="{149449EA-69F3-4947-2C85-A718EFC11506}"/>
                </a:ext>
              </a:extLst>
            </p:cNvPr>
            <p:cNvGrpSpPr/>
            <p:nvPr/>
          </p:nvGrpSpPr>
          <p:grpSpPr>
            <a:xfrm>
              <a:off x="285133" y="4851303"/>
              <a:ext cx="391672" cy="3896729"/>
              <a:chOff x="-3" y="5251787"/>
              <a:chExt cx="391672" cy="3896729"/>
            </a:xfrm>
          </p:grpSpPr>
          <p:sp>
            <p:nvSpPr>
              <p:cNvPr id="337" name="矩形: 圆角 336">
                <a:extLst>
                  <a:ext uri="{FF2B5EF4-FFF2-40B4-BE49-F238E27FC236}">
                    <a16:creationId xmlns:a16="http://schemas.microsoft.com/office/drawing/2014/main" id="{EA83ABAC-2472-5763-EF6B-FA824D80D3BB}"/>
                  </a:ext>
                </a:extLst>
              </p:cNvPr>
              <p:cNvSpPr/>
              <p:nvPr/>
            </p:nvSpPr>
            <p:spPr>
              <a:xfrm>
                <a:off x="0" y="5644819"/>
                <a:ext cx="391669" cy="391669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1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38" name="矩形: 圆角 337">
                <a:extLst>
                  <a:ext uri="{FF2B5EF4-FFF2-40B4-BE49-F238E27FC236}">
                    <a16:creationId xmlns:a16="http://schemas.microsoft.com/office/drawing/2014/main" id="{490127DD-FDFA-01BA-8018-F5885C9CB3D2}"/>
                  </a:ext>
                </a:extLst>
              </p:cNvPr>
              <p:cNvSpPr/>
              <p:nvPr/>
            </p:nvSpPr>
            <p:spPr>
              <a:xfrm>
                <a:off x="-1" y="6036488"/>
                <a:ext cx="391669" cy="391669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2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40" name="矩形: 圆角 339">
                <a:extLst>
                  <a:ext uri="{FF2B5EF4-FFF2-40B4-BE49-F238E27FC236}">
                    <a16:creationId xmlns:a16="http://schemas.microsoft.com/office/drawing/2014/main" id="{72EC3127-6155-5BFA-1F3E-666DDF64B178}"/>
                  </a:ext>
                </a:extLst>
              </p:cNvPr>
              <p:cNvSpPr/>
              <p:nvPr/>
            </p:nvSpPr>
            <p:spPr>
              <a:xfrm>
                <a:off x="-3" y="6421049"/>
                <a:ext cx="391669" cy="391669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4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41" name="矩形: 圆角 340">
                <a:extLst>
                  <a:ext uri="{FF2B5EF4-FFF2-40B4-BE49-F238E27FC236}">
                    <a16:creationId xmlns:a16="http://schemas.microsoft.com/office/drawing/2014/main" id="{3AD51E66-C1E2-8B1C-4AC3-9498DD1B828B}"/>
                  </a:ext>
                </a:extLst>
              </p:cNvPr>
              <p:cNvSpPr/>
              <p:nvPr/>
            </p:nvSpPr>
            <p:spPr>
              <a:xfrm>
                <a:off x="-3" y="6812718"/>
                <a:ext cx="391669" cy="391669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7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43" name="矩形: 圆角 342">
                <a:extLst>
                  <a:ext uri="{FF2B5EF4-FFF2-40B4-BE49-F238E27FC236}">
                    <a16:creationId xmlns:a16="http://schemas.microsoft.com/office/drawing/2014/main" id="{D8D5390C-27C3-19B2-ED9D-3194022C906B}"/>
                  </a:ext>
                </a:extLst>
              </p:cNvPr>
              <p:cNvSpPr/>
              <p:nvPr/>
            </p:nvSpPr>
            <p:spPr>
              <a:xfrm>
                <a:off x="0" y="7204387"/>
                <a:ext cx="391669" cy="391669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200" dirty="0">
                    <a:solidFill>
                      <a:schemeClr val="tx1"/>
                    </a:solidFill>
                  </a:rPr>
                  <a:t>11</a:t>
                </a:r>
                <a:endParaRPr lang="zh-CN" altLang="en-US" sz="12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51" name="矩形: 圆角 350">
                <a:extLst>
                  <a:ext uri="{FF2B5EF4-FFF2-40B4-BE49-F238E27FC236}">
                    <a16:creationId xmlns:a16="http://schemas.microsoft.com/office/drawing/2014/main" id="{B24F2ECD-B8C9-0423-C3B3-849045E11C7B}"/>
                  </a:ext>
                </a:extLst>
              </p:cNvPr>
              <p:cNvSpPr/>
              <p:nvPr/>
            </p:nvSpPr>
            <p:spPr>
              <a:xfrm>
                <a:off x="0" y="5251787"/>
                <a:ext cx="391669" cy="391669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100" dirty="0">
                    <a:solidFill>
                      <a:schemeClr val="tx1"/>
                    </a:solidFill>
                  </a:rPr>
                  <a:t>儒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53" name="矩形: 圆角 352">
                <a:extLst>
                  <a:ext uri="{FF2B5EF4-FFF2-40B4-BE49-F238E27FC236}">
                    <a16:creationId xmlns:a16="http://schemas.microsoft.com/office/drawing/2014/main" id="{4CFD302F-AC9A-F62C-0E68-BC6A5AA3C7B8}"/>
                  </a:ext>
                </a:extLst>
              </p:cNvPr>
              <p:cNvSpPr/>
              <p:nvPr/>
            </p:nvSpPr>
            <p:spPr>
              <a:xfrm>
                <a:off x="0" y="7588948"/>
                <a:ext cx="391669" cy="391669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200" dirty="0">
                    <a:solidFill>
                      <a:schemeClr val="tx1"/>
                    </a:solidFill>
                  </a:rPr>
                  <a:t>16</a:t>
                </a:r>
                <a:endParaRPr lang="zh-CN" altLang="en-US" sz="12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54" name="矩形: 圆角 353">
                <a:extLst>
                  <a:ext uri="{FF2B5EF4-FFF2-40B4-BE49-F238E27FC236}">
                    <a16:creationId xmlns:a16="http://schemas.microsoft.com/office/drawing/2014/main" id="{2AED7A84-1935-22D7-EF75-7BF6DBCF3893}"/>
                  </a:ext>
                </a:extLst>
              </p:cNvPr>
              <p:cNvSpPr/>
              <p:nvPr/>
            </p:nvSpPr>
            <p:spPr>
              <a:xfrm>
                <a:off x="0" y="7980617"/>
                <a:ext cx="391669" cy="391669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200" dirty="0">
                    <a:solidFill>
                      <a:schemeClr val="tx1"/>
                    </a:solidFill>
                  </a:rPr>
                  <a:t>22</a:t>
                </a:r>
                <a:endParaRPr lang="zh-CN" altLang="en-US" sz="12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56" name="矩形: 圆角 355">
                <a:extLst>
                  <a:ext uri="{FF2B5EF4-FFF2-40B4-BE49-F238E27FC236}">
                    <a16:creationId xmlns:a16="http://schemas.microsoft.com/office/drawing/2014/main" id="{1C17F4CE-240C-6E9C-7117-4EA89D4CC418}"/>
                  </a:ext>
                </a:extLst>
              </p:cNvPr>
              <p:cNvSpPr/>
              <p:nvPr/>
            </p:nvSpPr>
            <p:spPr>
              <a:xfrm>
                <a:off x="0" y="8372286"/>
                <a:ext cx="391669" cy="391669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200" dirty="0">
                    <a:solidFill>
                      <a:schemeClr val="tx1"/>
                    </a:solidFill>
                  </a:rPr>
                  <a:t>29</a:t>
                </a:r>
                <a:endParaRPr lang="zh-CN" altLang="en-US" sz="12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57" name="矩形: 圆角 356">
                <a:extLst>
                  <a:ext uri="{FF2B5EF4-FFF2-40B4-BE49-F238E27FC236}">
                    <a16:creationId xmlns:a16="http://schemas.microsoft.com/office/drawing/2014/main" id="{0728D039-D6B4-49E0-E348-6930DA4BA8DE}"/>
                  </a:ext>
                </a:extLst>
              </p:cNvPr>
              <p:cNvSpPr/>
              <p:nvPr/>
            </p:nvSpPr>
            <p:spPr>
              <a:xfrm>
                <a:off x="0" y="8756847"/>
                <a:ext cx="391669" cy="391669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200" dirty="0">
                    <a:solidFill>
                      <a:schemeClr val="tx1"/>
                    </a:solidFill>
                  </a:rPr>
                  <a:t>37</a:t>
                </a:r>
                <a:endParaRPr lang="zh-CN" altLang="en-US" sz="120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359" name="组合 358">
              <a:extLst>
                <a:ext uri="{FF2B5EF4-FFF2-40B4-BE49-F238E27FC236}">
                  <a16:creationId xmlns:a16="http://schemas.microsoft.com/office/drawing/2014/main" id="{9C96C448-03CA-19B2-D604-4F91724218F4}"/>
                </a:ext>
              </a:extLst>
            </p:cNvPr>
            <p:cNvGrpSpPr/>
            <p:nvPr/>
          </p:nvGrpSpPr>
          <p:grpSpPr>
            <a:xfrm>
              <a:off x="683339" y="4851304"/>
              <a:ext cx="391672" cy="3896729"/>
              <a:chOff x="-3" y="5251787"/>
              <a:chExt cx="391672" cy="3896729"/>
            </a:xfrm>
          </p:grpSpPr>
          <p:sp>
            <p:nvSpPr>
              <p:cNvPr id="360" name="矩形: 圆角 359">
                <a:extLst>
                  <a:ext uri="{FF2B5EF4-FFF2-40B4-BE49-F238E27FC236}">
                    <a16:creationId xmlns:a16="http://schemas.microsoft.com/office/drawing/2014/main" id="{17F0232E-A8FC-4178-45DC-1CEB75D7046A}"/>
                  </a:ext>
                </a:extLst>
              </p:cNvPr>
              <p:cNvSpPr/>
              <p:nvPr/>
            </p:nvSpPr>
            <p:spPr>
              <a:xfrm>
                <a:off x="0" y="5644819"/>
                <a:ext cx="391669" cy="391669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1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61" name="矩形: 圆角 360">
                <a:extLst>
                  <a:ext uri="{FF2B5EF4-FFF2-40B4-BE49-F238E27FC236}">
                    <a16:creationId xmlns:a16="http://schemas.microsoft.com/office/drawing/2014/main" id="{99A1C180-DBB4-B1C2-733E-0D14F6EBEFED}"/>
                  </a:ext>
                </a:extLst>
              </p:cNvPr>
              <p:cNvSpPr/>
              <p:nvPr/>
            </p:nvSpPr>
            <p:spPr>
              <a:xfrm>
                <a:off x="-1" y="6036488"/>
                <a:ext cx="391669" cy="391669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2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62" name="矩形: 圆角 361">
                <a:extLst>
                  <a:ext uri="{FF2B5EF4-FFF2-40B4-BE49-F238E27FC236}">
                    <a16:creationId xmlns:a16="http://schemas.microsoft.com/office/drawing/2014/main" id="{C61DBE18-DFFB-6122-64B1-936CB2840ED1}"/>
                  </a:ext>
                </a:extLst>
              </p:cNvPr>
              <p:cNvSpPr/>
              <p:nvPr/>
            </p:nvSpPr>
            <p:spPr>
              <a:xfrm>
                <a:off x="-3" y="6421049"/>
                <a:ext cx="391669" cy="391669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4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63" name="矩形: 圆角 362">
                <a:extLst>
                  <a:ext uri="{FF2B5EF4-FFF2-40B4-BE49-F238E27FC236}">
                    <a16:creationId xmlns:a16="http://schemas.microsoft.com/office/drawing/2014/main" id="{8AD9A77D-0E8C-1E8E-89CB-CEFE3E6C8A8E}"/>
                  </a:ext>
                </a:extLst>
              </p:cNvPr>
              <p:cNvSpPr/>
              <p:nvPr/>
            </p:nvSpPr>
            <p:spPr>
              <a:xfrm>
                <a:off x="-3" y="6812718"/>
                <a:ext cx="391669" cy="391669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7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64" name="矩形: 圆角 363">
                <a:extLst>
                  <a:ext uri="{FF2B5EF4-FFF2-40B4-BE49-F238E27FC236}">
                    <a16:creationId xmlns:a16="http://schemas.microsoft.com/office/drawing/2014/main" id="{75C577A9-9B4B-73D2-7115-C8F580396C82}"/>
                  </a:ext>
                </a:extLst>
              </p:cNvPr>
              <p:cNvSpPr/>
              <p:nvPr/>
            </p:nvSpPr>
            <p:spPr>
              <a:xfrm>
                <a:off x="0" y="7204387"/>
                <a:ext cx="391669" cy="391669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200" dirty="0">
                    <a:solidFill>
                      <a:schemeClr val="tx1"/>
                    </a:solidFill>
                  </a:rPr>
                  <a:t>11</a:t>
                </a:r>
                <a:endParaRPr lang="zh-CN" altLang="en-US" sz="12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65" name="矩形: 圆角 364">
                <a:extLst>
                  <a:ext uri="{FF2B5EF4-FFF2-40B4-BE49-F238E27FC236}">
                    <a16:creationId xmlns:a16="http://schemas.microsoft.com/office/drawing/2014/main" id="{1AD6A830-6EEB-830A-56F8-F70D95B1A55B}"/>
                  </a:ext>
                </a:extLst>
              </p:cNvPr>
              <p:cNvSpPr/>
              <p:nvPr/>
            </p:nvSpPr>
            <p:spPr>
              <a:xfrm>
                <a:off x="0" y="5251787"/>
                <a:ext cx="391669" cy="391669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100" dirty="0">
                    <a:solidFill>
                      <a:schemeClr val="tx1"/>
                    </a:solidFill>
                  </a:rPr>
                  <a:t>玄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66" name="矩形: 圆角 365">
                <a:extLst>
                  <a:ext uri="{FF2B5EF4-FFF2-40B4-BE49-F238E27FC236}">
                    <a16:creationId xmlns:a16="http://schemas.microsoft.com/office/drawing/2014/main" id="{AB58F59D-1832-53D0-D9D5-C8CB0156F9F9}"/>
                  </a:ext>
                </a:extLst>
              </p:cNvPr>
              <p:cNvSpPr/>
              <p:nvPr/>
            </p:nvSpPr>
            <p:spPr>
              <a:xfrm>
                <a:off x="0" y="7588948"/>
                <a:ext cx="391669" cy="391669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200" dirty="0">
                    <a:solidFill>
                      <a:schemeClr val="tx1"/>
                    </a:solidFill>
                  </a:rPr>
                  <a:t>16</a:t>
                </a:r>
                <a:endParaRPr lang="zh-CN" altLang="en-US" sz="12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67" name="矩形: 圆角 366">
                <a:extLst>
                  <a:ext uri="{FF2B5EF4-FFF2-40B4-BE49-F238E27FC236}">
                    <a16:creationId xmlns:a16="http://schemas.microsoft.com/office/drawing/2014/main" id="{D1A19AC2-B7CE-B5F3-20B7-F200C5C9A9C8}"/>
                  </a:ext>
                </a:extLst>
              </p:cNvPr>
              <p:cNvSpPr/>
              <p:nvPr/>
            </p:nvSpPr>
            <p:spPr>
              <a:xfrm>
                <a:off x="0" y="7980617"/>
                <a:ext cx="391669" cy="391669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200" dirty="0">
                    <a:solidFill>
                      <a:schemeClr val="tx1"/>
                    </a:solidFill>
                  </a:rPr>
                  <a:t>22</a:t>
                </a:r>
                <a:endParaRPr lang="zh-CN" altLang="en-US" sz="12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68" name="矩形: 圆角 367">
                <a:extLst>
                  <a:ext uri="{FF2B5EF4-FFF2-40B4-BE49-F238E27FC236}">
                    <a16:creationId xmlns:a16="http://schemas.microsoft.com/office/drawing/2014/main" id="{10FB44B8-169C-606E-64C8-3D6EAC3B6B5D}"/>
                  </a:ext>
                </a:extLst>
              </p:cNvPr>
              <p:cNvSpPr/>
              <p:nvPr/>
            </p:nvSpPr>
            <p:spPr>
              <a:xfrm>
                <a:off x="0" y="8372286"/>
                <a:ext cx="391669" cy="391669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200" dirty="0">
                    <a:solidFill>
                      <a:schemeClr val="tx1"/>
                    </a:solidFill>
                  </a:rPr>
                  <a:t>29</a:t>
                </a:r>
                <a:endParaRPr lang="zh-CN" altLang="en-US" sz="12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69" name="矩形: 圆角 368">
                <a:extLst>
                  <a:ext uri="{FF2B5EF4-FFF2-40B4-BE49-F238E27FC236}">
                    <a16:creationId xmlns:a16="http://schemas.microsoft.com/office/drawing/2014/main" id="{798F5B70-2A19-DDCC-ED01-2F62E6106531}"/>
                  </a:ext>
                </a:extLst>
              </p:cNvPr>
              <p:cNvSpPr/>
              <p:nvPr/>
            </p:nvSpPr>
            <p:spPr>
              <a:xfrm>
                <a:off x="0" y="8756847"/>
                <a:ext cx="391669" cy="391669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200" dirty="0">
                    <a:solidFill>
                      <a:schemeClr val="tx1"/>
                    </a:solidFill>
                  </a:rPr>
                  <a:t>37</a:t>
                </a:r>
                <a:endParaRPr lang="zh-CN" altLang="en-US" sz="120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370" name="组合 369">
              <a:extLst>
                <a:ext uri="{FF2B5EF4-FFF2-40B4-BE49-F238E27FC236}">
                  <a16:creationId xmlns:a16="http://schemas.microsoft.com/office/drawing/2014/main" id="{CB9D392A-8D2E-04C6-5083-E299C53298A4}"/>
                </a:ext>
              </a:extLst>
            </p:cNvPr>
            <p:cNvGrpSpPr/>
            <p:nvPr/>
          </p:nvGrpSpPr>
          <p:grpSpPr>
            <a:xfrm>
              <a:off x="1078303" y="4851304"/>
              <a:ext cx="391672" cy="3896729"/>
              <a:chOff x="-3" y="5251787"/>
              <a:chExt cx="391672" cy="3896729"/>
            </a:xfrm>
          </p:grpSpPr>
          <p:sp>
            <p:nvSpPr>
              <p:cNvPr id="371" name="矩形: 圆角 370">
                <a:extLst>
                  <a:ext uri="{FF2B5EF4-FFF2-40B4-BE49-F238E27FC236}">
                    <a16:creationId xmlns:a16="http://schemas.microsoft.com/office/drawing/2014/main" id="{651E67BC-0D2B-72E3-D9AB-4BB9B8243079}"/>
                  </a:ext>
                </a:extLst>
              </p:cNvPr>
              <p:cNvSpPr/>
              <p:nvPr/>
            </p:nvSpPr>
            <p:spPr>
              <a:xfrm>
                <a:off x="0" y="5644819"/>
                <a:ext cx="391669" cy="391669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1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72" name="矩形: 圆角 371">
                <a:extLst>
                  <a:ext uri="{FF2B5EF4-FFF2-40B4-BE49-F238E27FC236}">
                    <a16:creationId xmlns:a16="http://schemas.microsoft.com/office/drawing/2014/main" id="{63B50670-32E1-B7E9-01D5-B3A95E6E579C}"/>
                  </a:ext>
                </a:extLst>
              </p:cNvPr>
              <p:cNvSpPr/>
              <p:nvPr/>
            </p:nvSpPr>
            <p:spPr>
              <a:xfrm>
                <a:off x="-1" y="6036488"/>
                <a:ext cx="391669" cy="391669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2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73" name="矩形: 圆角 372">
                <a:extLst>
                  <a:ext uri="{FF2B5EF4-FFF2-40B4-BE49-F238E27FC236}">
                    <a16:creationId xmlns:a16="http://schemas.microsoft.com/office/drawing/2014/main" id="{715D84E8-1F4F-2C99-147C-86F711D8DFEE}"/>
                  </a:ext>
                </a:extLst>
              </p:cNvPr>
              <p:cNvSpPr/>
              <p:nvPr/>
            </p:nvSpPr>
            <p:spPr>
              <a:xfrm>
                <a:off x="-3" y="6421049"/>
                <a:ext cx="391669" cy="391669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4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74" name="矩形: 圆角 373">
                <a:extLst>
                  <a:ext uri="{FF2B5EF4-FFF2-40B4-BE49-F238E27FC236}">
                    <a16:creationId xmlns:a16="http://schemas.microsoft.com/office/drawing/2014/main" id="{5BBBFFB9-BA7A-7510-361B-6B77C8FADF3D}"/>
                  </a:ext>
                </a:extLst>
              </p:cNvPr>
              <p:cNvSpPr/>
              <p:nvPr/>
            </p:nvSpPr>
            <p:spPr>
              <a:xfrm>
                <a:off x="-3" y="6812718"/>
                <a:ext cx="391669" cy="391669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7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75" name="矩形: 圆角 374">
                <a:extLst>
                  <a:ext uri="{FF2B5EF4-FFF2-40B4-BE49-F238E27FC236}">
                    <a16:creationId xmlns:a16="http://schemas.microsoft.com/office/drawing/2014/main" id="{546F306E-AC7C-7DD9-0019-FF09215A765F}"/>
                  </a:ext>
                </a:extLst>
              </p:cNvPr>
              <p:cNvSpPr/>
              <p:nvPr/>
            </p:nvSpPr>
            <p:spPr>
              <a:xfrm>
                <a:off x="0" y="7204387"/>
                <a:ext cx="391669" cy="391669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200" dirty="0">
                    <a:solidFill>
                      <a:schemeClr val="tx1"/>
                    </a:solidFill>
                  </a:rPr>
                  <a:t>11</a:t>
                </a:r>
                <a:endParaRPr lang="zh-CN" altLang="en-US" sz="12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76" name="矩形: 圆角 375">
                <a:extLst>
                  <a:ext uri="{FF2B5EF4-FFF2-40B4-BE49-F238E27FC236}">
                    <a16:creationId xmlns:a16="http://schemas.microsoft.com/office/drawing/2014/main" id="{F194E800-AE2F-C12E-32E7-97F2AAE8928F}"/>
                  </a:ext>
                </a:extLst>
              </p:cNvPr>
              <p:cNvSpPr/>
              <p:nvPr/>
            </p:nvSpPr>
            <p:spPr>
              <a:xfrm>
                <a:off x="0" y="5251787"/>
                <a:ext cx="391669" cy="391669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100" dirty="0">
                    <a:solidFill>
                      <a:schemeClr val="tx1"/>
                    </a:solidFill>
                  </a:rPr>
                  <a:t>佛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77" name="矩形: 圆角 376">
                <a:extLst>
                  <a:ext uri="{FF2B5EF4-FFF2-40B4-BE49-F238E27FC236}">
                    <a16:creationId xmlns:a16="http://schemas.microsoft.com/office/drawing/2014/main" id="{4B896E0E-764F-B870-4411-DAFBC6EBD657}"/>
                  </a:ext>
                </a:extLst>
              </p:cNvPr>
              <p:cNvSpPr/>
              <p:nvPr/>
            </p:nvSpPr>
            <p:spPr>
              <a:xfrm>
                <a:off x="0" y="7588948"/>
                <a:ext cx="391669" cy="391669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200" dirty="0">
                    <a:solidFill>
                      <a:schemeClr val="tx1"/>
                    </a:solidFill>
                  </a:rPr>
                  <a:t>16</a:t>
                </a:r>
                <a:endParaRPr lang="zh-CN" altLang="en-US" sz="12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78" name="矩形: 圆角 377">
                <a:extLst>
                  <a:ext uri="{FF2B5EF4-FFF2-40B4-BE49-F238E27FC236}">
                    <a16:creationId xmlns:a16="http://schemas.microsoft.com/office/drawing/2014/main" id="{7951FEC1-0C83-7E65-DFBE-7C5797C21AA3}"/>
                  </a:ext>
                </a:extLst>
              </p:cNvPr>
              <p:cNvSpPr/>
              <p:nvPr/>
            </p:nvSpPr>
            <p:spPr>
              <a:xfrm>
                <a:off x="0" y="7980617"/>
                <a:ext cx="391669" cy="391669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200" dirty="0">
                    <a:solidFill>
                      <a:schemeClr val="tx1"/>
                    </a:solidFill>
                  </a:rPr>
                  <a:t>22</a:t>
                </a:r>
                <a:endParaRPr lang="zh-CN" altLang="en-US" sz="12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79" name="矩形: 圆角 378">
                <a:extLst>
                  <a:ext uri="{FF2B5EF4-FFF2-40B4-BE49-F238E27FC236}">
                    <a16:creationId xmlns:a16="http://schemas.microsoft.com/office/drawing/2014/main" id="{EC5A2105-B806-D65B-E27A-FBE2F2E42F68}"/>
                  </a:ext>
                </a:extLst>
              </p:cNvPr>
              <p:cNvSpPr/>
              <p:nvPr/>
            </p:nvSpPr>
            <p:spPr>
              <a:xfrm>
                <a:off x="0" y="8372286"/>
                <a:ext cx="391669" cy="391669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200" dirty="0">
                    <a:solidFill>
                      <a:schemeClr val="tx1"/>
                    </a:solidFill>
                  </a:rPr>
                  <a:t>29</a:t>
                </a:r>
                <a:endParaRPr lang="zh-CN" altLang="en-US" sz="12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0" name="矩形: 圆角 379">
                <a:extLst>
                  <a:ext uri="{FF2B5EF4-FFF2-40B4-BE49-F238E27FC236}">
                    <a16:creationId xmlns:a16="http://schemas.microsoft.com/office/drawing/2014/main" id="{7856C45F-E525-514F-C92C-E7D88F97F62E}"/>
                  </a:ext>
                </a:extLst>
              </p:cNvPr>
              <p:cNvSpPr/>
              <p:nvPr/>
            </p:nvSpPr>
            <p:spPr>
              <a:xfrm>
                <a:off x="0" y="8756847"/>
                <a:ext cx="391669" cy="391669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200" dirty="0">
                    <a:solidFill>
                      <a:schemeClr val="tx1"/>
                    </a:solidFill>
                  </a:rPr>
                  <a:t>37</a:t>
                </a:r>
                <a:endParaRPr lang="zh-CN" altLang="en-US" sz="120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46" name="组合 45">
              <a:extLst>
                <a:ext uri="{FF2B5EF4-FFF2-40B4-BE49-F238E27FC236}">
                  <a16:creationId xmlns:a16="http://schemas.microsoft.com/office/drawing/2014/main" id="{EA7D6EF7-18A8-613F-C919-E37B6EA38873}"/>
                </a:ext>
              </a:extLst>
            </p:cNvPr>
            <p:cNvGrpSpPr/>
            <p:nvPr/>
          </p:nvGrpSpPr>
          <p:grpSpPr>
            <a:xfrm>
              <a:off x="12506607" y="6483997"/>
              <a:ext cx="543739" cy="540000"/>
              <a:chOff x="11829338" y="8723438"/>
              <a:chExt cx="543739" cy="540000"/>
            </a:xfrm>
          </p:grpSpPr>
          <p:sp>
            <p:nvSpPr>
              <p:cNvPr id="94" name="椭圆 93">
                <a:extLst>
                  <a:ext uri="{FF2B5EF4-FFF2-40B4-BE49-F238E27FC236}">
                    <a16:creationId xmlns:a16="http://schemas.microsoft.com/office/drawing/2014/main" id="{1BF37502-AE05-3825-122B-4B429B1ABFD3}"/>
                  </a:ext>
                </a:extLst>
              </p:cNvPr>
              <p:cNvSpPr/>
              <p:nvPr/>
            </p:nvSpPr>
            <p:spPr>
              <a:xfrm>
                <a:off x="11831208" y="8723438"/>
                <a:ext cx="540000" cy="54000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31" name="文本框 230">
                <a:extLst>
                  <a:ext uri="{FF2B5EF4-FFF2-40B4-BE49-F238E27FC236}">
                    <a16:creationId xmlns:a16="http://schemas.microsoft.com/office/drawing/2014/main" id="{A140A16B-BEFA-A66D-F499-CACB09A8D220}"/>
                  </a:ext>
                </a:extLst>
              </p:cNvPr>
              <p:cNvSpPr txBox="1"/>
              <p:nvPr/>
            </p:nvSpPr>
            <p:spPr>
              <a:xfrm>
                <a:off x="11829338" y="8824161"/>
                <a:ext cx="543739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2vp</a:t>
                </a:r>
                <a:endPara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6120724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3" name="组合 352">
            <a:extLst>
              <a:ext uri="{FF2B5EF4-FFF2-40B4-BE49-F238E27FC236}">
                <a16:creationId xmlns:a16="http://schemas.microsoft.com/office/drawing/2014/main" id="{E99FFE9D-4B01-4269-3AC1-54075D4476E6}"/>
              </a:ext>
            </a:extLst>
          </p:cNvPr>
          <p:cNvGrpSpPr/>
          <p:nvPr/>
        </p:nvGrpSpPr>
        <p:grpSpPr>
          <a:xfrm>
            <a:off x="550745" y="733920"/>
            <a:ext cx="6912000" cy="4465419"/>
            <a:chOff x="756933" y="1782790"/>
            <a:chExt cx="6912000" cy="4465419"/>
          </a:xfrm>
        </p:grpSpPr>
        <p:grpSp>
          <p:nvGrpSpPr>
            <p:cNvPr id="2" name="组合 1">
              <a:extLst>
                <a:ext uri="{FF2B5EF4-FFF2-40B4-BE49-F238E27FC236}">
                  <a16:creationId xmlns:a16="http://schemas.microsoft.com/office/drawing/2014/main" id="{AC4D755C-982A-8C9F-4E5A-A4B07E644D4E}"/>
                </a:ext>
              </a:extLst>
            </p:cNvPr>
            <p:cNvGrpSpPr/>
            <p:nvPr/>
          </p:nvGrpSpPr>
          <p:grpSpPr>
            <a:xfrm>
              <a:off x="756933" y="3696541"/>
              <a:ext cx="4608000" cy="1152000"/>
              <a:chOff x="1440000" y="6480000"/>
              <a:chExt cx="4608000" cy="1152000"/>
            </a:xfrm>
          </p:grpSpPr>
          <p:sp>
            <p:nvSpPr>
              <p:cNvPr id="3" name="矩形: 圆角 2">
                <a:extLst>
                  <a:ext uri="{FF2B5EF4-FFF2-40B4-BE49-F238E27FC236}">
                    <a16:creationId xmlns:a16="http://schemas.microsoft.com/office/drawing/2014/main" id="{734EBF7B-20A3-1A4B-654E-FB228AEDF781}"/>
                  </a:ext>
                </a:extLst>
              </p:cNvPr>
              <p:cNvSpPr/>
              <p:nvPr/>
            </p:nvSpPr>
            <p:spPr>
              <a:xfrm>
                <a:off x="1440000" y="648000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1VP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" name="矩形: 圆角 3">
                <a:extLst>
                  <a:ext uri="{FF2B5EF4-FFF2-40B4-BE49-F238E27FC236}">
                    <a16:creationId xmlns:a16="http://schemas.microsoft.com/office/drawing/2014/main" id="{75A45E31-BBD8-BE66-4D08-F540A5D62724}"/>
                  </a:ext>
                </a:extLst>
              </p:cNvPr>
              <p:cNvSpPr/>
              <p:nvPr/>
            </p:nvSpPr>
            <p:spPr>
              <a:xfrm>
                <a:off x="2016000" y="648000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1J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" name="矩形: 圆角 4">
                <a:extLst>
                  <a:ext uri="{FF2B5EF4-FFF2-40B4-BE49-F238E27FC236}">
                    <a16:creationId xmlns:a16="http://schemas.microsoft.com/office/drawing/2014/main" id="{EBA279D8-12CE-36AC-471B-56BFF95F091A}"/>
                  </a:ext>
                </a:extLst>
              </p:cNvPr>
              <p:cNvSpPr/>
              <p:nvPr/>
            </p:nvSpPr>
            <p:spPr>
              <a:xfrm>
                <a:off x="2592000" y="648000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2VP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" name="矩形: 圆角 5">
                <a:extLst>
                  <a:ext uri="{FF2B5EF4-FFF2-40B4-BE49-F238E27FC236}">
                    <a16:creationId xmlns:a16="http://schemas.microsoft.com/office/drawing/2014/main" id="{C6331322-C37E-5BA7-9ECF-728D5442DD40}"/>
                  </a:ext>
                </a:extLst>
              </p:cNvPr>
              <p:cNvSpPr/>
              <p:nvPr/>
            </p:nvSpPr>
            <p:spPr>
              <a:xfrm>
                <a:off x="3168000" y="648000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3VP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" name="矩形: 圆角 6">
                <a:extLst>
                  <a:ext uri="{FF2B5EF4-FFF2-40B4-BE49-F238E27FC236}">
                    <a16:creationId xmlns:a16="http://schemas.microsoft.com/office/drawing/2014/main" id="{1786A820-3589-7B21-0095-BF0A1793F119}"/>
                  </a:ext>
                </a:extLst>
              </p:cNvPr>
              <p:cNvSpPr/>
              <p:nvPr/>
            </p:nvSpPr>
            <p:spPr>
              <a:xfrm>
                <a:off x="3744000" y="648000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2J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" name="矩形: 圆角 7">
                <a:extLst>
                  <a:ext uri="{FF2B5EF4-FFF2-40B4-BE49-F238E27FC236}">
                    <a16:creationId xmlns:a16="http://schemas.microsoft.com/office/drawing/2014/main" id="{D678BF29-E9C5-6899-B0A0-9D9A3B9CCD37}"/>
                  </a:ext>
                </a:extLst>
              </p:cNvPr>
              <p:cNvSpPr/>
              <p:nvPr/>
            </p:nvSpPr>
            <p:spPr>
              <a:xfrm>
                <a:off x="4320000" y="648000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4VP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" name="矩形: 圆角 8">
                <a:extLst>
                  <a:ext uri="{FF2B5EF4-FFF2-40B4-BE49-F238E27FC236}">
                    <a16:creationId xmlns:a16="http://schemas.microsoft.com/office/drawing/2014/main" id="{5626F76E-D700-66D2-83A6-5BFBBC37C343}"/>
                  </a:ext>
                </a:extLst>
              </p:cNvPr>
              <p:cNvSpPr/>
              <p:nvPr/>
            </p:nvSpPr>
            <p:spPr>
              <a:xfrm>
                <a:off x="4896000" y="648000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5VP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" name="矩形: 圆角 9">
                <a:extLst>
                  <a:ext uri="{FF2B5EF4-FFF2-40B4-BE49-F238E27FC236}">
                    <a16:creationId xmlns:a16="http://schemas.microsoft.com/office/drawing/2014/main" id="{49745A39-FB43-AF52-176C-F6E268CC8664}"/>
                  </a:ext>
                </a:extLst>
              </p:cNvPr>
              <p:cNvSpPr/>
              <p:nvPr/>
            </p:nvSpPr>
            <p:spPr>
              <a:xfrm>
                <a:off x="5472000" y="648000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6VP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1" name="矩形: 圆角 10">
                <a:extLst>
                  <a:ext uri="{FF2B5EF4-FFF2-40B4-BE49-F238E27FC236}">
                    <a16:creationId xmlns:a16="http://schemas.microsoft.com/office/drawing/2014/main" id="{6664AD1C-71B8-E8BF-D1B6-0FB9AAAA5623}"/>
                  </a:ext>
                </a:extLst>
              </p:cNvPr>
              <p:cNvSpPr/>
              <p:nvPr/>
            </p:nvSpPr>
            <p:spPr>
              <a:xfrm>
                <a:off x="1440000" y="705600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3J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2" name="矩形: 圆角 11">
                <a:extLst>
                  <a:ext uri="{FF2B5EF4-FFF2-40B4-BE49-F238E27FC236}">
                    <a16:creationId xmlns:a16="http://schemas.microsoft.com/office/drawing/2014/main" id="{3B52C52B-FB19-D7D8-E205-D5006682C21F}"/>
                  </a:ext>
                </a:extLst>
              </p:cNvPr>
              <p:cNvSpPr/>
              <p:nvPr/>
            </p:nvSpPr>
            <p:spPr>
              <a:xfrm>
                <a:off x="2016000" y="705600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7VP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3" name="矩形: 圆角 12">
                <a:extLst>
                  <a:ext uri="{FF2B5EF4-FFF2-40B4-BE49-F238E27FC236}">
                    <a16:creationId xmlns:a16="http://schemas.microsoft.com/office/drawing/2014/main" id="{C58DE154-75C3-DE46-5636-AC868A568D02}"/>
                  </a:ext>
                </a:extLst>
              </p:cNvPr>
              <p:cNvSpPr/>
              <p:nvPr/>
            </p:nvSpPr>
            <p:spPr>
              <a:xfrm>
                <a:off x="2592000" y="705600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8VP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4" name="矩形: 圆角 13">
                <a:extLst>
                  <a:ext uri="{FF2B5EF4-FFF2-40B4-BE49-F238E27FC236}">
                    <a16:creationId xmlns:a16="http://schemas.microsoft.com/office/drawing/2014/main" id="{951673E2-0509-E923-1D2E-64B8F1EB6EC4}"/>
                  </a:ext>
                </a:extLst>
              </p:cNvPr>
              <p:cNvSpPr/>
              <p:nvPr/>
            </p:nvSpPr>
            <p:spPr>
              <a:xfrm>
                <a:off x="3168000" y="705600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9VP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5" name="矩形: 圆角 14">
                <a:extLst>
                  <a:ext uri="{FF2B5EF4-FFF2-40B4-BE49-F238E27FC236}">
                    <a16:creationId xmlns:a16="http://schemas.microsoft.com/office/drawing/2014/main" id="{874E2217-2311-2347-D941-9082143F903B}"/>
                  </a:ext>
                </a:extLst>
              </p:cNvPr>
              <p:cNvSpPr/>
              <p:nvPr/>
            </p:nvSpPr>
            <p:spPr>
              <a:xfrm>
                <a:off x="3744000" y="705600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10</a:t>
                </a:r>
              </a:p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VP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" name="矩形: 圆角 15">
                <a:extLst>
                  <a:ext uri="{FF2B5EF4-FFF2-40B4-BE49-F238E27FC236}">
                    <a16:creationId xmlns:a16="http://schemas.microsoft.com/office/drawing/2014/main" id="{B424F677-131E-275C-2986-A94F2310B83A}"/>
                  </a:ext>
                </a:extLst>
              </p:cNvPr>
              <p:cNvSpPr/>
              <p:nvPr/>
            </p:nvSpPr>
            <p:spPr>
              <a:xfrm>
                <a:off x="4320000" y="705600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4J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7" name="矩形: 圆角 16">
                <a:extLst>
                  <a:ext uri="{FF2B5EF4-FFF2-40B4-BE49-F238E27FC236}">
                    <a16:creationId xmlns:a16="http://schemas.microsoft.com/office/drawing/2014/main" id="{E3299138-2242-FC5F-9314-DB5D2213515F}"/>
                  </a:ext>
                </a:extLst>
              </p:cNvPr>
              <p:cNvSpPr/>
              <p:nvPr/>
            </p:nvSpPr>
            <p:spPr>
              <a:xfrm>
                <a:off x="4896000" y="705600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11</a:t>
                </a:r>
              </a:p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VP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8" name="矩形: 圆角 17">
                <a:extLst>
                  <a:ext uri="{FF2B5EF4-FFF2-40B4-BE49-F238E27FC236}">
                    <a16:creationId xmlns:a16="http://schemas.microsoft.com/office/drawing/2014/main" id="{C0660F84-4F73-AA98-E807-8CB6277447FF}"/>
                  </a:ext>
                </a:extLst>
              </p:cNvPr>
              <p:cNvSpPr/>
              <p:nvPr/>
            </p:nvSpPr>
            <p:spPr>
              <a:xfrm>
                <a:off x="5472000" y="705600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12</a:t>
                </a:r>
              </a:p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VP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9" name="组合 18">
              <a:extLst>
                <a:ext uri="{FF2B5EF4-FFF2-40B4-BE49-F238E27FC236}">
                  <a16:creationId xmlns:a16="http://schemas.microsoft.com/office/drawing/2014/main" id="{AC766CA8-25B3-DAE7-1CA8-9330679D2698}"/>
                </a:ext>
              </a:extLst>
            </p:cNvPr>
            <p:cNvGrpSpPr/>
            <p:nvPr/>
          </p:nvGrpSpPr>
          <p:grpSpPr>
            <a:xfrm>
              <a:off x="756933" y="4972375"/>
              <a:ext cx="6912000" cy="576000"/>
              <a:chOff x="864000" y="4365450"/>
              <a:chExt cx="6912000" cy="576000"/>
            </a:xfrm>
          </p:grpSpPr>
          <p:sp>
            <p:nvSpPr>
              <p:cNvPr id="20" name="矩形: 圆角 19">
                <a:extLst>
                  <a:ext uri="{FF2B5EF4-FFF2-40B4-BE49-F238E27FC236}">
                    <a16:creationId xmlns:a16="http://schemas.microsoft.com/office/drawing/2014/main" id="{5ABC3B6D-4002-8EE3-392F-1903DD1ED86B}"/>
                  </a:ext>
                </a:extLst>
              </p:cNvPr>
              <p:cNvSpPr/>
              <p:nvPr/>
            </p:nvSpPr>
            <p:spPr>
              <a:xfrm>
                <a:off x="1440000" y="436545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0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1" name="矩形: 圆角 20">
                <a:extLst>
                  <a:ext uri="{FF2B5EF4-FFF2-40B4-BE49-F238E27FC236}">
                    <a16:creationId xmlns:a16="http://schemas.microsoft.com/office/drawing/2014/main" id="{CFBF0DC6-BD70-51E9-A3DC-3D23AF2949A3}"/>
                  </a:ext>
                </a:extLst>
              </p:cNvPr>
              <p:cNvSpPr/>
              <p:nvPr/>
            </p:nvSpPr>
            <p:spPr>
              <a:xfrm>
                <a:off x="2016000" y="436545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1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2" name="矩形: 圆角 21">
                <a:extLst>
                  <a:ext uri="{FF2B5EF4-FFF2-40B4-BE49-F238E27FC236}">
                    <a16:creationId xmlns:a16="http://schemas.microsoft.com/office/drawing/2014/main" id="{C8691CE8-F771-0D27-BCD6-9FE2D6A140FA}"/>
                  </a:ext>
                </a:extLst>
              </p:cNvPr>
              <p:cNvSpPr/>
              <p:nvPr/>
            </p:nvSpPr>
            <p:spPr>
              <a:xfrm>
                <a:off x="2592000" y="436545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2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3" name="矩形: 圆角 22">
                <a:extLst>
                  <a:ext uri="{FF2B5EF4-FFF2-40B4-BE49-F238E27FC236}">
                    <a16:creationId xmlns:a16="http://schemas.microsoft.com/office/drawing/2014/main" id="{DB4787A6-D87A-3FD7-CBE2-339F729E863A}"/>
                  </a:ext>
                </a:extLst>
              </p:cNvPr>
              <p:cNvSpPr/>
              <p:nvPr/>
            </p:nvSpPr>
            <p:spPr>
              <a:xfrm>
                <a:off x="3168000" y="436545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3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矩形: 圆角 23">
                <a:extLst>
                  <a:ext uri="{FF2B5EF4-FFF2-40B4-BE49-F238E27FC236}">
                    <a16:creationId xmlns:a16="http://schemas.microsoft.com/office/drawing/2014/main" id="{670AC9A1-5F3A-E6B8-634B-A7EE83C8A4DF}"/>
                  </a:ext>
                </a:extLst>
              </p:cNvPr>
              <p:cNvSpPr/>
              <p:nvPr/>
            </p:nvSpPr>
            <p:spPr>
              <a:xfrm>
                <a:off x="3744000" y="436545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4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5" name="矩形: 圆角 24">
                <a:extLst>
                  <a:ext uri="{FF2B5EF4-FFF2-40B4-BE49-F238E27FC236}">
                    <a16:creationId xmlns:a16="http://schemas.microsoft.com/office/drawing/2014/main" id="{15D6B9B1-1517-7936-8AE6-3FF4A31259BF}"/>
                  </a:ext>
                </a:extLst>
              </p:cNvPr>
              <p:cNvSpPr/>
              <p:nvPr/>
            </p:nvSpPr>
            <p:spPr>
              <a:xfrm>
                <a:off x="4320000" y="436545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5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6" name="矩形: 圆角 25">
                <a:extLst>
                  <a:ext uri="{FF2B5EF4-FFF2-40B4-BE49-F238E27FC236}">
                    <a16:creationId xmlns:a16="http://schemas.microsoft.com/office/drawing/2014/main" id="{8373CC09-7B5F-E5AE-3151-2F5A06CAD195}"/>
                  </a:ext>
                </a:extLst>
              </p:cNvPr>
              <p:cNvSpPr/>
              <p:nvPr/>
            </p:nvSpPr>
            <p:spPr>
              <a:xfrm>
                <a:off x="4896000" y="436545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6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7" name="矩形: 圆角 26">
                <a:extLst>
                  <a:ext uri="{FF2B5EF4-FFF2-40B4-BE49-F238E27FC236}">
                    <a16:creationId xmlns:a16="http://schemas.microsoft.com/office/drawing/2014/main" id="{8A1DA2CF-AFFA-5CE8-7433-20B820BFF9D8}"/>
                  </a:ext>
                </a:extLst>
              </p:cNvPr>
              <p:cNvSpPr/>
              <p:nvPr/>
            </p:nvSpPr>
            <p:spPr>
              <a:xfrm>
                <a:off x="5472000" y="436545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7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8" name="矩形: 圆角 27">
                <a:extLst>
                  <a:ext uri="{FF2B5EF4-FFF2-40B4-BE49-F238E27FC236}">
                    <a16:creationId xmlns:a16="http://schemas.microsoft.com/office/drawing/2014/main" id="{5F2EEADD-5DDE-42C2-C2CB-1C923C36E16C}"/>
                  </a:ext>
                </a:extLst>
              </p:cNvPr>
              <p:cNvSpPr/>
              <p:nvPr/>
            </p:nvSpPr>
            <p:spPr>
              <a:xfrm>
                <a:off x="6048000" y="436545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8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9" name="矩形: 圆角 28">
                <a:extLst>
                  <a:ext uri="{FF2B5EF4-FFF2-40B4-BE49-F238E27FC236}">
                    <a16:creationId xmlns:a16="http://schemas.microsoft.com/office/drawing/2014/main" id="{C079AA9D-3F00-C0F3-2626-E800E4DC0742}"/>
                  </a:ext>
                </a:extLst>
              </p:cNvPr>
              <p:cNvSpPr/>
              <p:nvPr/>
            </p:nvSpPr>
            <p:spPr>
              <a:xfrm>
                <a:off x="6624000" y="436545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9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0" name="矩形: 圆角 29">
                <a:extLst>
                  <a:ext uri="{FF2B5EF4-FFF2-40B4-BE49-F238E27FC236}">
                    <a16:creationId xmlns:a16="http://schemas.microsoft.com/office/drawing/2014/main" id="{55A7C9F4-4B64-F78D-E753-F2CE18E08226}"/>
                  </a:ext>
                </a:extLst>
              </p:cNvPr>
              <p:cNvSpPr/>
              <p:nvPr/>
            </p:nvSpPr>
            <p:spPr>
              <a:xfrm>
                <a:off x="7200000" y="436545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10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1" name="矩形: 圆角 30">
                <a:extLst>
                  <a:ext uri="{FF2B5EF4-FFF2-40B4-BE49-F238E27FC236}">
                    <a16:creationId xmlns:a16="http://schemas.microsoft.com/office/drawing/2014/main" id="{F14630B1-7881-509E-962F-091AE650C985}"/>
                  </a:ext>
                </a:extLst>
              </p:cNvPr>
              <p:cNvSpPr/>
              <p:nvPr/>
            </p:nvSpPr>
            <p:spPr>
              <a:xfrm>
                <a:off x="864000" y="436545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400" dirty="0">
                    <a:solidFill>
                      <a:schemeClr val="tx1"/>
                    </a:solidFill>
                  </a:rPr>
                  <a:t>军</a:t>
                </a:r>
              </a:p>
            </p:txBody>
          </p:sp>
        </p:grpSp>
        <p:grpSp>
          <p:nvGrpSpPr>
            <p:cNvPr id="32" name="组合 31">
              <a:extLst>
                <a:ext uri="{FF2B5EF4-FFF2-40B4-BE49-F238E27FC236}">
                  <a16:creationId xmlns:a16="http://schemas.microsoft.com/office/drawing/2014/main" id="{D9184485-39D8-03A5-36F8-22D28B12E242}"/>
                </a:ext>
              </a:extLst>
            </p:cNvPr>
            <p:cNvGrpSpPr/>
            <p:nvPr/>
          </p:nvGrpSpPr>
          <p:grpSpPr>
            <a:xfrm>
              <a:off x="756933" y="2420707"/>
              <a:ext cx="6912000" cy="1152000"/>
              <a:chOff x="940200" y="9360000"/>
              <a:chExt cx="6912000" cy="1152000"/>
            </a:xfrm>
          </p:grpSpPr>
          <p:grpSp>
            <p:nvGrpSpPr>
              <p:cNvPr id="33" name="组合 32">
                <a:extLst>
                  <a:ext uri="{FF2B5EF4-FFF2-40B4-BE49-F238E27FC236}">
                    <a16:creationId xmlns:a16="http://schemas.microsoft.com/office/drawing/2014/main" id="{CB6A9836-E52B-E0F9-06B3-4373CBB6AF4B}"/>
                  </a:ext>
                </a:extLst>
              </p:cNvPr>
              <p:cNvGrpSpPr/>
              <p:nvPr/>
            </p:nvGrpSpPr>
            <p:grpSpPr>
              <a:xfrm>
                <a:off x="940200" y="9360000"/>
                <a:ext cx="6912000" cy="576000"/>
                <a:chOff x="864000" y="4365450"/>
                <a:chExt cx="6912000" cy="576000"/>
              </a:xfrm>
            </p:grpSpPr>
            <p:sp>
              <p:nvSpPr>
                <p:cNvPr id="47" name="矩形: 圆角 46">
                  <a:extLst>
                    <a:ext uri="{FF2B5EF4-FFF2-40B4-BE49-F238E27FC236}">
                      <a16:creationId xmlns:a16="http://schemas.microsoft.com/office/drawing/2014/main" id="{E28FB979-1890-F95F-7743-06E6B112D345}"/>
                    </a:ext>
                  </a:extLst>
                </p:cNvPr>
                <p:cNvSpPr/>
                <p:nvPr/>
              </p:nvSpPr>
              <p:spPr>
                <a:xfrm>
                  <a:off x="1440000" y="4365450"/>
                  <a:ext cx="576000" cy="576000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400" dirty="0">
                      <a:solidFill>
                        <a:schemeClr val="tx1"/>
                      </a:solidFill>
                    </a:rPr>
                    <a:t>0</a:t>
                  </a:r>
                  <a:endParaRPr lang="zh-CN" altLang="en-US" sz="14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8" name="矩形: 圆角 47">
                  <a:extLst>
                    <a:ext uri="{FF2B5EF4-FFF2-40B4-BE49-F238E27FC236}">
                      <a16:creationId xmlns:a16="http://schemas.microsoft.com/office/drawing/2014/main" id="{FF34A3DD-2DC7-D24B-3BDC-3756C5246712}"/>
                    </a:ext>
                  </a:extLst>
                </p:cNvPr>
                <p:cNvSpPr/>
                <p:nvPr/>
              </p:nvSpPr>
              <p:spPr>
                <a:xfrm>
                  <a:off x="2016000" y="4365450"/>
                  <a:ext cx="576000" cy="576000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400" dirty="0">
                      <a:solidFill>
                        <a:schemeClr val="tx1"/>
                      </a:solidFill>
                    </a:rPr>
                    <a:t>1</a:t>
                  </a:r>
                  <a:endParaRPr lang="zh-CN" altLang="en-US" sz="14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9" name="矩形: 圆角 48">
                  <a:extLst>
                    <a:ext uri="{FF2B5EF4-FFF2-40B4-BE49-F238E27FC236}">
                      <a16:creationId xmlns:a16="http://schemas.microsoft.com/office/drawing/2014/main" id="{CACFADCE-595B-B63C-3C07-07D638E75339}"/>
                    </a:ext>
                  </a:extLst>
                </p:cNvPr>
                <p:cNvSpPr/>
                <p:nvPr/>
              </p:nvSpPr>
              <p:spPr>
                <a:xfrm>
                  <a:off x="2592000" y="4365450"/>
                  <a:ext cx="576000" cy="576000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400" dirty="0">
                      <a:solidFill>
                        <a:schemeClr val="tx1"/>
                      </a:solidFill>
                    </a:rPr>
                    <a:t>2</a:t>
                  </a:r>
                  <a:endParaRPr lang="zh-CN" altLang="en-US" sz="14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0" name="矩形: 圆角 49">
                  <a:extLst>
                    <a:ext uri="{FF2B5EF4-FFF2-40B4-BE49-F238E27FC236}">
                      <a16:creationId xmlns:a16="http://schemas.microsoft.com/office/drawing/2014/main" id="{2B91C77B-66FA-CFC9-39D5-44F41257F971}"/>
                    </a:ext>
                  </a:extLst>
                </p:cNvPr>
                <p:cNvSpPr/>
                <p:nvPr/>
              </p:nvSpPr>
              <p:spPr>
                <a:xfrm>
                  <a:off x="3168000" y="4365450"/>
                  <a:ext cx="576000" cy="576000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400" dirty="0">
                      <a:solidFill>
                        <a:schemeClr val="tx1"/>
                      </a:solidFill>
                    </a:rPr>
                    <a:t>3</a:t>
                  </a:r>
                  <a:endParaRPr lang="zh-CN" altLang="en-US" sz="14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1" name="矩形: 圆角 50">
                  <a:extLst>
                    <a:ext uri="{FF2B5EF4-FFF2-40B4-BE49-F238E27FC236}">
                      <a16:creationId xmlns:a16="http://schemas.microsoft.com/office/drawing/2014/main" id="{8CADFC4F-E689-9E3B-1A71-E7D215FD6537}"/>
                    </a:ext>
                  </a:extLst>
                </p:cNvPr>
                <p:cNvSpPr/>
                <p:nvPr/>
              </p:nvSpPr>
              <p:spPr>
                <a:xfrm>
                  <a:off x="3744000" y="4365450"/>
                  <a:ext cx="576000" cy="576000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400" dirty="0">
                      <a:solidFill>
                        <a:schemeClr val="tx1"/>
                      </a:solidFill>
                    </a:rPr>
                    <a:t>4</a:t>
                  </a:r>
                  <a:endParaRPr lang="zh-CN" altLang="en-US" sz="14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2" name="矩形: 圆角 51">
                  <a:extLst>
                    <a:ext uri="{FF2B5EF4-FFF2-40B4-BE49-F238E27FC236}">
                      <a16:creationId xmlns:a16="http://schemas.microsoft.com/office/drawing/2014/main" id="{DA7EE0F9-2A0B-CB61-F6AA-0D3A17B4B4C6}"/>
                    </a:ext>
                  </a:extLst>
                </p:cNvPr>
                <p:cNvSpPr/>
                <p:nvPr/>
              </p:nvSpPr>
              <p:spPr>
                <a:xfrm>
                  <a:off x="4320000" y="4365450"/>
                  <a:ext cx="576000" cy="576000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400" dirty="0">
                      <a:solidFill>
                        <a:schemeClr val="tx1"/>
                      </a:solidFill>
                    </a:rPr>
                    <a:t>5</a:t>
                  </a:r>
                  <a:endParaRPr lang="zh-CN" altLang="en-US" sz="14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3" name="矩形: 圆角 52">
                  <a:extLst>
                    <a:ext uri="{FF2B5EF4-FFF2-40B4-BE49-F238E27FC236}">
                      <a16:creationId xmlns:a16="http://schemas.microsoft.com/office/drawing/2014/main" id="{8B801CBB-8CB4-8986-6099-CFEB91B98D71}"/>
                    </a:ext>
                  </a:extLst>
                </p:cNvPr>
                <p:cNvSpPr/>
                <p:nvPr/>
              </p:nvSpPr>
              <p:spPr>
                <a:xfrm>
                  <a:off x="4896000" y="4365450"/>
                  <a:ext cx="576000" cy="576000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400" dirty="0">
                      <a:solidFill>
                        <a:schemeClr val="tx1"/>
                      </a:solidFill>
                    </a:rPr>
                    <a:t>6</a:t>
                  </a:r>
                  <a:endParaRPr lang="zh-CN" altLang="en-US" sz="14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4" name="矩形: 圆角 53">
                  <a:extLst>
                    <a:ext uri="{FF2B5EF4-FFF2-40B4-BE49-F238E27FC236}">
                      <a16:creationId xmlns:a16="http://schemas.microsoft.com/office/drawing/2014/main" id="{ADF3E94E-1CD2-6778-1C2C-88F6F6C38909}"/>
                    </a:ext>
                  </a:extLst>
                </p:cNvPr>
                <p:cNvSpPr/>
                <p:nvPr/>
              </p:nvSpPr>
              <p:spPr>
                <a:xfrm>
                  <a:off x="5472000" y="4365450"/>
                  <a:ext cx="576000" cy="576000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400" dirty="0">
                      <a:solidFill>
                        <a:schemeClr val="tx1"/>
                      </a:solidFill>
                    </a:rPr>
                    <a:t>7</a:t>
                  </a:r>
                  <a:endParaRPr lang="zh-CN" altLang="en-US" sz="14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5" name="矩形: 圆角 54">
                  <a:extLst>
                    <a:ext uri="{FF2B5EF4-FFF2-40B4-BE49-F238E27FC236}">
                      <a16:creationId xmlns:a16="http://schemas.microsoft.com/office/drawing/2014/main" id="{7C7C1D5B-4BC7-75DF-F9D9-D24D1AA4DB72}"/>
                    </a:ext>
                  </a:extLst>
                </p:cNvPr>
                <p:cNvSpPr/>
                <p:nvPr/>
              </p:nvSpPr>
              <p:spPr>
                <a:xfrm>
                  <a:off x="6048000" y="4365450"/>
                  <a:ext cx="576000" cy="576000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400" dirty="0">
                      <a:solidFill>
                        <a:schemeClr val="tx1"/>
                      </a:solidFill>
                    </a:rPr>
                    <a:t>8</a:t>
                  </a:r>
                  <a:endParaRPr lang="zh-CN" altLang="en-US" sz="14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6" name="矩形: 圆角 55">
                  <a:extLst>
                    <a:ext uri="{FF2B5EF4-FFF2-40B4-BE49-F238E27FC236}">
                      <a16:creationId xmlns:a16="http://schemas.microsoft.com/office/drawing/2014/main" id="{ADFABA4E-8756-B9EC-1688-3249AC2337C9}"/>
                    </a:ext>
                  </a:extLst>
                </p:cNvPr>
                <p:cNvSpPr/>
                <p:nvPr/>
              </p:nvSpPr>
              <p:spPr>
                <a:xfrm>
                  <a:off x="6624000" y="4365450"/>
                  <a:ext cx="576000" cy="576000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400" dirty="0">
                      <a:solidFill>
                        <a:schemeClr val="tx1"/>
                      </a:solidFill>
                    </a:rPr>
                    <a:t>9</a:t>
                  </a:r>
                  <a:endParaRPr lang="zh-CN" altLang="en-US" sz="14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7" name="矩形: 圆角 56">
                  <a:extLst>
                    <a:ext uri="{FF2B5EF4-FFF2-40B4-BE49-F238E27FC236}">
                      <a16:creationId xmlns:a16="http://schemas.microsoft.com/office/drawing/2014/main" id="{080073D1-D6D4-6FAC-F3CA-8BD9F8FCB744}"/>
                    </a:ext>
                  </a:extLst>
                </p:cNvPr>
                <p:cNvSpPr/>
                <p:nvPr/>
              </p:nvSpPr>
              <p:spPr>
                <a:xfrm>
                  <a:off x="7200000" y="4365450"/>
                  <a:ext cx="576000" cy="576000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400" dirty="0">
                      <a:solidFill>
                        <a:schemeClr val="tx1"/>
                      </a:solidFill>
                    </a:rPr>
                    <a:t>10</a:t>
                  </a:r>
                  <a:endParaRPr lang="zh-CN" altLang="en-US" sz="14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8" name="矩形: 圆角 57">
                  <a:extLst>
                    <a:ext uri="{FF2B5EF4-FFF2-40B4-BE49-F238E27FC236}">
                      <a16:creationId xmlns:a16="http://schemas.microsoft.com/office/drawing/2014/main" id="{BB191B85-9346-27D3-B3FE-898742551212}"/>
                    </a:ext>
                  </a:extLst>
                </p:cNvPr>
                <p:cNvSpPr/>
                <p:nvPr/>
              </p:nvSpPr>
              <p:spPr>
                <a:xfrm>
                  <a:off x="864000" y="4365450"/>
                  <a:ext cx="576000" cy="576000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zh-CN" altLang="en-US" sz="1400" dirty="0">
                      <a:solidFill>
                        <a:schemeClr val="tx1"/>
                      </a:solidFill>
                    </a:rPr>
                    <a:t>功</a:t>
                  </a:r>
                </a:p>
              </p:txBody>
            </p:sp>
          </p:grpSp>
          <p:grpSp>
            <p:nvGrpSpPr>
              <p:cNvPr id="34" name="组合 33">
                <a:extLst>
                  <a:ext uri="{FF2B5EF4-FFF2-40B4-BE49-F238E27FC236}">
                    <a16:creationId xmlns:a16="http://schemas.microsoft.com/office/drawing/2014/main" id="{1CDD48EC-20D1-71F5-8AE6-2BCCD4FE5BFA}"/>
                  </a:ext>
                </a:extLst>
              </p:cNvPr>
              <p:cNvGrpSpPr/>
              <p:nvPr/>
            </p:nvGrpSpPr>
            <p:grpSpPr>
              <a:xfrm>
                <a:off x="940200" y="9936000"/>
                <a:ext cx="6912000" cy="576000"/>
                <a:chOff x="864000" y="4365450"/>
                <a:chExt cx="6912000" cy="576000"/>
              </a:xfrm>
            </p:grpSpPr>
            <p:sp>
              <p:nvSpPr>
                <p:cNvPr id="35" name="矩形: 圆角 34">
                  <a:extLst>
                    <a:ext uri="{FF2B5EF4-FFF2-40B4-BE49-F238E27FC236}">
                      <a16:creationId xmlns:a16="http://schemas.microsoft.com/office/drawing/2014/main" id="{F6EB2FE9-7C1E-FA52-A1A2-71F748414ACD}"/>
                    </a:ext>
                  </a:extLst>
                </p:cNvPr>
                <p:cNvSpPr/>
                <p:nvPr/>
              </p:nvSpPr>
              <p:spPr>
                <a:xfrm>
                  <a:off x="1440000" y="4365450"/>
                  <a:ext cx="576000" cy="576000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400" dirty="0">
                      <a:solidFill>
                        <a:schemeClr val="tx1"/>
                      </a:solidFill>
                    </a:rPr>
                    <a:t>0</a:t>
                  </a:r>
                  <a:endParaRPr lang="zh-CN" altLang="en-US" sz="14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6" name="矩形: 圆角 35">
                  <a:extLst>
                    <a:ext uri="{FF2B5EF4-FFF2-40B4-BE49-F238E27FC236}">
                      <a16:creationId xmlns:a16="http://schemas.microsoft.com/office/drawing/2014/main" id="{8392E97B-C513-AAC7-CD6D-80AA008D7997}"/>
                    </a:ext>
                  </a:extLst>
                </p:cNvPr>
                <p:cNvSpPr/>
                <p:nvPr/>
              </p:nvSpPr>
              <p:spPr>
                <a:xfrm>
                  <a:off x="2016000" y="4365450"/>
                  <a:ext cx="576000" cy="576000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400" dirty="0">
                      <a:solidFill>
                        <a:schemeClr val="tx1"/>
                      </a:solidFill>
                    </a:rPr>
                    <a:t>1</a:t>
                  </a:r>
                  <a:endParaRPr lang="zh-CN" altLang="en-US" sz="14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7" name="矩形: 圆角 36">
                  <a:extLst>
                    <a:ext uri="{FF2B5EF4-FFF2-40B4-BE49-F238E27FC236}">
                      <a16:creationId xmlns:a16="http://schemas.microsoft.com/office/drawing/2014/main" id="{C819D8B6-34D3-242A-D2A3-745076173948}"/>
                    </a:ext>
                  </a:extLst>
                </p:cNvPr>
                <p:cNvSpPr/>
                <p:nvPr/>
              </p:nvSpPr>
              <p:spPr>
                <a:xfrm>
                  <a:off x="2592000" y="4365450"/>
                  <a:ext cx="576000" cy="576000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400" dirty="0">
                      <a:solidFill>
                        <a:schemeClr val="tx1"/>
                      </a:solidFill>
                    </a:rPr>
                    <a:t>2</a:t>
                  </a:r>
                  <a:endParaRPr lang="zh-CN" altLang="en-US" sz="14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8" name="矩形: 圆角 37">
                  <a:extLst>
                    <a:ext uri="{FF2B5EF4-FFF2-40B4-BE49-F238E27FC236}">
                      <a16:creationId xmlns:a16="http://schemas.microsoft.com/office/drawing/2014/main" id="{9E240F62-E4DF-FADF-52F1-FAACDF1BDD6C}"/>
                    </a:ext>
                  </a:extLst>
                </p:cNvPr>
                <p:cNvSpPr/>
                <p:nvPr/>
              </p:nvSpPr>
              <p:spPr>
                <a:xfrm>
                  <a:off x="3168000" y="4365450"/>
                  <a:ext cx="576000" cy="576000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400" dirty="0">
                      <a:solidFill>
                        <a:schemeClr val="tx1"/>
                      </a:solidFill>
                    </a:rPr>
                    <a:t>3</a:t>
                  </a:r>
                  <a:endParaRPr lang="zh-CN" altLang="en-US" sz="14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9" name="矩形: 圆角 38">
                  <a:extLst>
                    <a:ext uri="{FF2B5EF4-FFF2-40B4-BE49-F238E27FC236}">
                      <a16:creationId xmlns:a16="http://schemas.microsoft.com/office/drawing/2014/main" id="{3F7F7A84-023E-762F-72EB-D03A8171AEC3}"/>
                    </a:ext>
                  </a:extLst>
                </p:cNvPr>
                <p:cNvSpPr/>
                <p:nvPr/>
              </p:nvSpPr>
              <p:spPr>
                <a:xfrm>
                  <a:off x="3744000" y="4365450"/>
                  <a:ext cx="576000" cy="576000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400" dirty="0">
                      <a:solidFill>
                        <a:schemeClr val="tx1"/>
                      </a:solidFill>
                    </a:rPr>
                    <a:t>4</a:t>
                  </a:r>
                  <a:endParaRPr lang="zh-CN" altLang="en-US" sz="14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0" name="矩形: 圆角 39">
                  <a:extLst>
                    <a:ext uri="{FF2B5EF4-FFF2-40B4-BE49-F238E27FC236}">
                      <a16:creationId xmlns:a16="http://schemas.microsoft.com/office/drawing/2014/main" id="{ADEE5059-E69F-8B20-EF97-8C1D9658F64D}"/>
                    </a:ext>
                  </a:extLst>
                </p:cNvPr>
                <p:cNvSpPr/>
                <p:nvPr/>
              </p:nvSpPr>
              <p:spPr>
                <a:xfrm>
                  <a:off x="4320000" y="4365450"/>
                  <a:ext cx="576000" cy="576000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400" dirty="0">
                      <a:solidFill>
                        <a:schemeClr val="tx1"/>
                      </a:solidFill>
                    </a:rPr>
                    <a:t>5</a:t>
                  </a:r>
                  <a:endParaRPr lang="zh-CN" altLang="en-US" sz="14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1" name="矩形: 圆角 40">
                  <a:extLst>
                    <a:ext uri="{FF2B5EF4-FFF2-40B4-BE49-F238E27FC236}">
                      <a16:creationId xmlns:a16="http://schemas.microsoft.com/office/drawing/2014/main" id="{73AA3E50-D1E8-331C-5E11-F1343A46510B}"/>
                    </a:ext>
                  </a:extLst>
                </p:cNvPr>
                <p:cNvSpPr/>
                <p:nvPr/>
              </p:nvSpPr>
              <p:spPr>
                <a:xfrm>
                  <a:off x="4896000" y="4365450"/>
                  <a:ext cx="576000" cy="576000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400" dirty="0">
                      <a:solidFill>
                        <a:schemeClr val="tx1"/>
                      </a:solidFill>
                    </a:rPr>
                    <a:t>6</a:t>
                  </a:r>
                  <a:endParaRPr lang="zh-CN" altLang="en-US" sz="14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2" name="矩形: 圆角 41">
                  <a:extLst>
                    <a:ext uri="{FF2B5EF4-FFF2-40B4-BE49-F238E27FC236}">
                      <a16:creationId xmlns:a16="http://schemas.microsoft.com/office/drawing/2014/main" id="{C8A74019-3DE5-70C4-B125-6F883FC74E08}"/>
                    </a:ext>
                  </a:extLst>
                </p:cNvPr>
                <p:cNvSpPr/>
                <p:nvPr/>
              </p:nvSpPr>
              <p:spPr>
                <a:xfrm>
                  <a:off x="5472000" y="4365450"/>
                  <a:ext cx="576000" cy="576000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400" dirty="0">
                      <a:solidFill>
                        <a:schemeClr val="tx1"/>
                      </a:solidFill>
                    </a:rPr>
                    <a:t>7</a:t>
                  </a:r>
                  <a:endParaRPr lang="zh-CN" altLang="en-US" sz="14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3" name="矩形: 圆角 42">
                  <a:extLst>
                    <a:ext uri="{FF2B5EF4-FFF2-40B4-BE49-F238E27FC236}">
                      <a16:creationId xmlns:a16="http://schemas.microsoft.com/office/drawing/2014/main" id="{568F8F56-2E95-22AA-826B-3E4EE179C177}"/>
                    </a:ext>
                  </a:extLst>
                </p:cNvPr>
                <p:cNvSpPr/>
                <p:nvPr/>
              </p:nvSpPr>
              <p:spPr>
                <a:xfrm>
                  <a:off x="6048000" y="4365450"/>
                  <a:ext cx="576000" cy="576000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400" dirty="0">
                      <a:solidFill>
                        <a:schemeClr val="tx1"/>
                      </a:solidFill>
                    </a:rPr>
                    <a:t>8</a:t>
                  </a:r>
                  <a:endParaRPr lang="zh-CN" altLang="en-US" sz="14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4" name="矩形: 圆角 43">
                  <a:extLst>
                    <a:ext uri="{FF2B5EF4-FFF2-40B4-BE49-F238E27FC236}">
                      <a16:creationId xmlns:a16="http://schemas.microsoft.com/office/drawing/2014/main" id="{00E51572-F215-E8A5-7229-F6730DD552F7}"/>
                    </a:ext>
                  </a:extLst>
                </p:cNvPr>
                <p:cNvSpPr/>
                <p:nvPr/>
              </p:nvSpPr>
              <p:spPr>
                <a:xfrm>
                  <a:off x="6624000" y="4365450"/>
                  <a:ext cx="576000" cy="576000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400" dirty="0">
                      <a:solidFill>
                        <a:schemeClr val="tx1"/>
                      </a:solidFill>
                    </a:rPr>
                    <a:t>9</a:t>
                  </a:r>
                  <a:endParaRPr lang="zh-CN" altLang="en-US" sz="14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5" name="矩形: 圆角 44">
                  <a:extLst>
                    <a:ext uri="{FF2B5EF4-FFF2-40B4-BE49-F238E27FC236}">
                      <a16:creationId xmlns:a16="http://schemas.microsoft.com/office/drawing/2014/main" id="{299FD922-9342-5970-846E-AAB5E6265C5F}"/>
                    </a:ext>
                  </a:extLst>
                </p:cNvPr>
                <p:cNvSpPr/>
                <p:nvPr/>
              </p:nvSpPr>
              <p:spPr>
                <a:xfrm>
                  <a:off x="7200000" y="4365450"/>
                  <a:ext cx="576000" cy="576000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400" dirty="0">
                      <a:solidFill>
                        <a:schemeClr val="tx1"/>
                      </a:solidFill>
                    </a:rPr>
                    <a:t>10</a:t>
                  </a:r>
                  <a:endParaRPr lang="zh-CN" altLang="en-US" sz="14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6" name="矩形: 圆角 45">
                  <a:extLst>
                    <a:ext uri="{FF2B5EF4-FFF2-40B4-BE49-F238E27FC236}">
                      <a16:creationId xmlns:a16="http://schemas.microsoft.com/office/drawing/2014/main" id="{3CED54E5-E8D6-5068-3FAB-F1CB6E8A6790}"/>
                    </a:ext>
                  </a:extLst>
                </p:cNvPr>
                <p:cNvSpPr/>
                <p:nvPr/>
              </p:nvSpPr>
              <p:spPr>
                <a:xfrm>
                  <a:off x="864000" y="4365450"/>
                  <a:ext cx="576000" cy="576000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zh-CN" altLang="en-US" sz="1400" dirty="0">
                      <a:solidFill>
                        <a:schemeClr val="tx1"/>
                      </a:solidFill>
                    </a:rPr>
                    <a:t>威</a:t>
                  </a:r>
                </a:p>
              </p:txBody>
            </p:sp>
          </p:grpSp>
        </p:grpSp>
        <p:sp>
          <p:nvSpPr>
            <p:cNvPr id="59" name="矩形: 圆角 58">
              <a:extLst>
                <a:ext uri="{FF2B5EF4-FFF2-40B4-BE49-F238E27FC236}">
                  <a16:creationId xmlns:a16="http://schemas.microsoft.com/office/drawing/2014/main" id="{52566A14-4C35-7AC0-64A3-E5B96A896340}"/>
                </a:ext>
              </a:extLst>
            </p:cNvPr>
            <p:cNvSpPr/>
            <p:nvPr/>
          </p:nvSpPr>
          <p:spPr>
            <a:xfrm>
              <a:off x="3636933" y="1782790"/>
              <a:ext cx="1152000" cy="576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>
                  <a:solidFill>
                    <a:schemeClr val="tx1"/>
                  </a:solidFill>
                </a:rPr>
                <a:t>东晋</a:t>
              </a:r>
            </a:p>
          </p:txBody>
        </p:sp>
        <p:grpSp>
          <p:nvGrpSpPr>
            <p:cNvPr id="340" name="组合 339">
              <a:extLst>
                <a:ext uri="{FF2B5EF4-FFF2-40B4-BE49-F238E27FC236}">
                  <a16:creationId xmlns:a16="http://schemas.microsoft.com/office/drawing/2014/main" id="{203A0E4A-530C-8789-82D1-34B0C7C75121}"/>
                </a:ext>
              </a:extLst>
            </p:cNvPr>
            <p:cNvGrpSpPr/>
            <p:nvPr/>
          </p:nvGrpSpPr>
          <p:grpSpPr>
            <a:xfrm>
              <a:off x="756933" y="5672209"/>
              <a:ext cx="6912000" cy="576000"/>
              <a:chOff x="864000" y="4365450"/>
              <a:chExt cx="6912000" cy="576000"/>
            </a:xfrm>
          </p:grpSpPr>
          <p:sp>
            <p:nvSpPr>
              <p:cNvPr id="341" name="矩形: 圆角 340">
                <a:extLst>
                  <a:ext uri="{FF2B5EF4-FFF2-40B4-BE49-F238E27FC236}">
                    <a16:creationId xmlns:a16="http://schemas.microsoft.com/office/drawing/2014/main" id="{33E98389-A44F-1BDF-677A-16162D00B3D7}"/>
                  </a:ext>
                </a:extLst>
              </p:cNvPr>
              <p:cNvSpPr/>
              <p:nvPr/>
            </p:nvSpPr>
            <p:spPr>
              <a:xfrm>
                <a:off x="1440000" y="436545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0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42" name="矩形: 圆角 341">
                <a:extLst>
                  <a:ext uri="{FF2B5EF4-FFF2-40B4-BE49-F238E27FC236}">
                    <a16:creationId xmlns:a16="http://schemas.microsoft.com/office/drawing/2014/main" id="{CC17FF93-AD9C-3D61-E233-2EC604215058}"/>
                  </a:ext>
                </a:extLst>
              </p:cNvPr>
              <p:cNvSpPr/>
              <p:nvPr/>
            </p:nvSpPr>
            <p:spPr>
              <a:xfrm>
                <a:off x="2016000" y="436545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1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43" name="矩形: 圆角 342">
                <a:extLst>
                  <a:ext uri="{FF2B5EF4-FFF2-40B4-BE49-F238E27FC236}">
                    <a16:creationId xmlns:a16="http://schemas.microsoft.com/office/drawing/2014/main" id="{D4419C3A-0917-C533-F122-B575920C2C5D}"/>
                  </a:ext>
                </a:extLst>
              </p:cNvPr>
              <p:cNvSpPr/>
              <p:nvPr/>
            </p:nvSpPr>
            <p:spPr>
              <a:xfrm>
                <a:off x="2592000" y="436545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2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44" name="矩形: 圆角 343">
                <a:extLst>
                  <a:ext uri="{FF2B5EF4-FFF2-40B4-BE49-F238E27FC236}">
                    <a16:creationId xmlns:a16="http://schemas.microsoft.com/office/drawing/2014/main" id="{FFC5712D-A218-6B2D-C302-1FE01583F534}"/>
                  </a:ext>
                </a:extLst>
              </p:cNvPr>
              <p:cNvSpPr/>
              <p:nvPr/>
            </p:nvSpPr>
            <p:spPr>
              <a:xfrm>
                <a:off x="3168000" y="436545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3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45" name="矩形: 圆角 344">
                <a:extLst>
                  <a:ext uri="{FF2B5EF4-FFF2-40B4-BE49-F238E27FC236}">
                    <a16:creationId xmlns:a16="http://schemas.microsoft.com/office/drawing/2014/main" id="{FFFE506E-0467-AC85-486C-7FCC260DE31C}"/>
                  </a:ext>
                </a:extLst>
              </p:cNvPr>
              <p:cNvSpPr/>
              <p:nvPr/>
            </p:nvSpPr>
            <p:spPr>
              <a:xfrm>
                <a:off x="3744000" y="436545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4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46" name="矩形: 圆角 345">
                <a:extLst>
                  <a:ext uri="{FF2B5EF4-FFF2-40B4-BE49-F238E27FC236}">
                    <a16:creationId xmlns:a16="http://schemas.microsoft.com/office/drawing/2014/main" id="{82D2D803-CBDD-2A43-B7F6-170FE3D7C64B}"/>
                  </a:ext>
                </a:extLst>
              </p:cNvPr>
              <p:cNvSpPr/>
              <p:nvPr/>
            </p:nvSpPr>
            <p:spPr>
              <a:xfrm>
                <a:off x="4320000" y="436545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5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47" name="矩形: 圆角 346">
                <a:extLst>
                  <a:ext uri="{FF2B5EF4-FFF2-40B4-BE49-F238E27FC236}">
                    <a16:creationId xmlns:a16="http://schemas.microsoft.com/office/drawing/2014/main" id="{D30C1BAD-004B-A2F2-3BB0-2332494E068D}"/>
                  </a:ext>
                </a:extLst>
              </p:cNvPr>
              <p:cNvSpPr/>
              <p:nvPr/>
            </p:nvSpPr>
            <p:spPr>
              <a:xfrm>
                <a:off x="4896000" y="436545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6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48" name="矩形: 圆角 347">
                <a:extLst>
                  <a:ext uri="{FF2B5EF4-FFF2-40B4-BE49-F238E27FC236}">
                    <a16:creationId xmlns:a16="http://schemas.microsoft.com/office/drawing/2014/main" id="{F84D3D5E-5B54-B977-A290-5774FADCB15A}"/>
                  </a:ext>
                </a:extLst>
              </p:cNvPr>
              <p:cNvSpPr/>
              <p:nvPr/>
            </p:nvSpPr>
            <p:spPr>
              <a:xfrm>
                <a:off x="5472000" y="436545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7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49" name="矩形: 圆角 348">
                <a:extLst>
                  <a:ext uri="{FF2B5EF4-FFF2-40B4-BE49-F238E27FC236}">
                    <a16:creationId xmlns:a16="http://schemas.microsoft.com/office/drawing/2014/main" id="{08B9D5DF-3911-5CD3-E40F-57A5E570A3CC}"/>
                  </a:ext>
                </a:extLst>
              </p:cNvPr>
              <p:cNvSpPr/>
              <p:nvPr/>
            </p:nvSpPr>
            <p:spPr>
              <a:xfrm>
                <a:off x="6048000" y="436545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8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50" name="矩形: 圆角 349">
                <a:extLst>
                  <a:ext uri="{FF2B5EF4-FFF2-40B4-BE49-F238E27FC236}">
                    <a16:creationId xmlns:a16="http://schemas.microsoft.com/office/drawing/2014/main" id="{8130CE9A-8970-72A7-51D2-7963BE8648FC}"/>
                  </a:ext>
                </a:extLst>
              </p:cNvPr>
              <p:cNvSpPr/>
              <p:nvPr/>
            </p:nvSpPr>
            <p:spPr>
              <a:xfrm>
                <a:off x="6624000" y="436545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9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51" name="矩形: 圆角 350">
                <a:extLst>
                  <a:ext uri="{FF2B5EF4-FFF2-40B4-BE49-F238E27FC236}">
                    <a16:creationId xmlns:a16="http://schemas.microsoft.com/office/drawing/2014/main" id="{4C7E2926-9E7A-F51D-9F8C-8154D4D40DF3}"/>
                  </a:ext>
                </a:extLst>
              </p:cNvPr>
              <p:cNvSpPr/>
              <p:nvPr/>
            </p:nvSpPr>
            <p:spPr>
              <a:xfrm>
                <a:off x="7200000" y="436545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10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52" name="矩形: 圆角 351">
                <a:extLst>
                  <a:ext uri="{FF2B5EF4-FFF2-40B4-BE49-F238E27FC236}">
                    <a16:creationId xmlns:a16="http://schemas.microsoft.com/office/drawing/2014/main" id="{815F71C0-6080-94BC-B8C4-0453E261D2A6}"/>
                  </a:ext>
                </a:extLst>
              </p:cNvPr>
              <p:cNvSpPr/>
              <p:nvPr/>
            </p:nvSpPr>
            <p:spPr>
              <a:xfrm>
                <a:off x="864000" y="436545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400" dirty="0">
                    <a:solidFill>
                      <a:schemeClr val="tx1"/>
                    </a:solidFill>
                  </a:rPr>
                  <a:t>顺</a:t>
                </a:r>
              </a:p>
            </p:txBody>
          </p:sp>
        </p:grpSp>
      </p:grpSp>
      <p:grpSp>
        <p:nvGrpSpPr>
          <p:cNvPr id="332" name="组合 331">
            <a:extLst>
              <a:ext uri="{FF2B5EF4-FFF2-40B4-BE49-F238E27FC236}">
                <a16:creationId xmlns:a16="http://schemas.microsoft.com/office/drawing/2014/main" id="{6B809088-2A60-3579-63DF-F73BE4C0C49A}"/>
              </a:ext>
            </a:extLst>
          </p:cNvPr>
          <p:cNvGrpSpPr/>
          <p:nvPr/>
        </p:nvGrpSpPr>
        <p:grpSpPr>
          <a:xfrm>
            <a:off x="550745" y="5426589"/>
            <a:ext cx="6912000" cy="4465419"/>
            <a:chOff x="550745" y="5426589"/>
            <a:chExt cx="6912000" cy="4465419"/>
          </a:xfrm>
        </p:grpSpPr>
        <p:grpSp>
          <p:nvGrpSpPr>
            <p:cNvPr id="61" name="组合 60">
              <a:extLst>
                <a:ext uri="{FF2B5EF4-FFF2-40B4-BE49-F238E27FC236}">
                  <a16:creationId xmlns:a16="http://schemas.microsoft.com/office/drawing/2014/main" id="{5BB2FDB8-6072-3531-DAE3-53B4D020AAF9}"/>
                </a:ext>
              </a:extLst>
            </p:cNvPr>
            <p:cNvGrpSpPr/>
            <p:nvPr/>
          </p:nvGrpSpPr>
          <p:grpSpPr>
            <a:xfrm>
              <a:off x="550745" y="7340340"/>
              <a:ext cx="4608000" cy="1152000"/>
              <a:chOff x="1440000" y="6480000"/>
              <a:chExt cx="4608000" cy="1152000"/>
            </a:xfrm>
          </p:grpSpPr>
          <p:sp>
            <p:nvSpPr>
              <p:cNvPr id="339" name="矩形: 圆角 338">
                <a:extLst>
                  <a:ext uri="{FF2B5EF4-FFF2-40B4-BE49-F238E27FC236}">
                    <a16:creationId xmlns:a16="http://schemas.microsoft.com/office/drawing/2014/main" id="{8B80DE64-2F52-1D24-A2E4-99D683DBBBB9}"/>
                  </a:ext>
                </a:extLst>
              </p:cNvPr>
              <p:cNvSpPr/>
              <p:nvPr/>
            </p:nvSpPr>
            <p:spPr>
              <a:xfrm>
                <a:off x="1440000" y="648000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2VP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72" name="矩形: 圆角 371">
                <a:extLst>
                  <a:ext uri="{FF2B5EF4-FFF2-40B4-BE49-F238E27FC236}">
                    <a16:creationId xmlns:a16="http://schemas.microsoft.com/office/drawing/2014/main" id="{1B2B90EA-C5CE-06CD-3A15-0D455B733141}"/>
                  </a:ext>
                </a:extLst>
              </p:cNvPr>
              <p:cNvSpPr/>
              <p:nvPr/>
            </p:nvSpPr>
            <p:spPr>
              <a:xfrm>
                <a:off x="2016000" y="648000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1J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73" name="矩形: 圆角 372">
                <a:extLst>
                  <a:ext uri="{FF2B5EF4-FFF2-40B4-BE49-F238E27FC236}">
                    <a16:creationId xmlns:a16="http://schemas.microsoft.com/office/drawing/2014/main" id="{84599869-7918-7F9F-A6A4-3E8336F055A4}"/>
                  </a:ext>
                </a:extLst>
              </p:cNvPr>
              <p:cNvSpPr/>
              <p:nvPr/>
            </p:nvSpPr>
            <p:spPr>
              <a:xfrm>
                <a:off x="2592000" y="648000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4VP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74" name="矩形: 圆角 373">
                <a:extLst>
                  <a:ext uri="{FF2B5EF4-FFF2-40B4-BE49-F238E27FC236}">
                    <a16:creationId xmlns:a16="http://schemas.microsoft.com/office/drawing/2014/main" id="{10EAAE3C-4421-E28D-3188-103665F73462}"/>
                  </a:ext>
                </a:extLst>
              </p:cNvPr>
              <p:cNvSpPr/>
              <p:nvPr/>
            </p:nvSpPr>
            <p:spPr>
              <a:xfrm>
                <a:off x="3168000" y="648000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6VP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75" name="矩形: 圆角 374">
                <a:extLst>
                  <a:ext uri="{FF2B5EF4-FFF2-40B4-BE49-F238E27FC236}">
                    <a16:creationId xmlns:a16="http://schemas.microsoft.com/office/drawing/2014/main" id="{A4D6B414-8411-2FFC-8FAF-931D90239F68}"/>
                  </a:ext>
                </a:extLst>
              </p:cNvPr>
              <p:cNvSpPr/>
              <p:nvPr/>
            </p:nvSpPr>
            <p:spPr>
              <a:xfrm>
                <a:off x="3744000" y="648000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2J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76" name="矩形: 圆角 375">
                <a:extLst>
                  <a:ext uri="{FF2B5EF4-FFF2-40B4-BE49-F238E27FC236}">
                    <a16:creationId xmlns:a16="http://schemas.microsoft.com/office/drawing/2014/main" id="{51D22072-72C2-47D3-A3A2-9CBAFA145860}"/>
                  </a:ext>
                </a:extLst>
              </p:cNvPr>
              <p:cNvSpPr/>
              <p:nvPr/>
            </p:nvSpPr>
            <p:spPr>
              <a:xfrm>
                <a:off x="4320000" y="648000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8VP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77" name="矩形: 圆角 376">
                <a:extLst>
                  <a:ext uri="{FF2B5EF4-FFF2-40B4-BE49-F238E27FC236}">
                    <a16:creationId xmlns:a16="http://schemas.microsoft.com/office/drawing/2014/main" id="{30A617A5-30EC-0B66-189D-2B86D3A361E8}"/>
                  </a:ext>
                </a:extLst>
              </p:cNvPr>
              <p:cNvSpPr/>
              <p:nvPr/>
            </p:nvSpPr>
            <p:spPr>
              <a:xfrm>
                <a:off x="4896000" y="648000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10</a:t>
                </a:r>
              </a:p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VP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78" name="矩形: 圆角 377">
                <a:extLst>
                  <a:ext uri="{FF2B5EF4-FFF2-40B4-BE49-F238E27FC236}">
                    <a16:creationId xmlns:a16="http://schemas.microsoft.com/office/drawing/2014/main" id="{49AB90DD-3A55-1228-FDF3-50E1E194EDA1}"/>
                  </a:ext>
                </a:extLst>
              </p:cNvPr>
              <p:cNvSpPr/>
              <p:nvPr/>
            </p:nvSpPr>
            <p:spPr>
              <a:xfrm>
                <a:off x="5472000" y="648000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12</a:t>
                </a:r>
              </a:p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VP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79" name="矩形: 圆角 378">
                <a:extLst>
                  <a:ext uri="{FF2B5EF4-FFF2-40B4-BE49-F238E27FC236}">
                    <a16:creationId xmlns:a16="http://schemas.microsoft.com/office/drawing/2014/main" id="{F78DDECE-26A3-AE28-B78E-B8E950947A39}"/>
                  </a:ext>
                </a:extLst>
              </p:cNvPr>
              <p:cNvSpPr/>
              <p:nvPr/>
            </p:nvSpPr>
            <p:spPr>
              <a:xfrm>
                <a:off x="1440000" y="705600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3J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0" name="矩形: 圆角 379">
                <a:extLst>
                  <a:ext uri="{FF2B5EF4-FFF2-40B4-BE49-F238E27FC236}">
                    <a16:creationId xmlns:a16="http://schemas.microsoft.com/office/drawing/2014/main" id="{89622778-3D14-675B-1DED-7FDB80598BF4}"/>
                  </a:ext>
                </a:extLst>
              </p:cNvPr>
              <p:cNvSpPr/>
              <p:nvPr/>
            </p:nvSpPr>
            <p:spPr>
              <a:xfrm>
                <a:off x="2016000" y="705600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14</a:t>
                </a:r>
              </a:p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VP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1" name="矩形: 圆角 380">
                <a:extLst>
                  <a:ext uri="{FF2B5EF4-FFF2-40B4-BE49-F238E27FC236}">
                    <a16:creationId xmlns:a16="http://schemas.microsoft.com/office/drawing/2014/main" id="{23417747-98A8-68B9-7F98-BAE6120D6191}"/>
                  </a:ext>
                </a:extLst>
              </p:cNvPr>
              <p:cNvSpPr/>
              <p:nvPr/>
            </p:nvSpPr>
            <p:spPr>
              <a:xfrm>
                <a:off x="2592000" y="705600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16</a:t>
                </a:r>
              </a:p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VP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2" name="矩形: 圆角 381">
                <a:extLst>
                  <a:ext uri="{FF2B5EF4-FFF2-40B4-BE49-F238E27FC236}">
                    <a16:creationId xmlns:a16="http://schemas.microsoft.com/office/drawing/2014/main" id="{9F8B81BC-DCD8-C7AC-2DA9-77C1D54B76E0}"/>
                  </a:ext>
                </a:extLst>
              </p:cNvPr>
              <p:cNvSpPr/>
              <p:nvPr/>
            </p:nvSpPr>
            <p:spPr>
              <a:xfrm>
                <a:off x="3168000" y="705600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18</a:t>
                </a:r>
              </a:p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VP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3" name="矩形: 圆角 382">
                <a:extLst>
                  <a:ext uri="{FF2B5EF4-FFF2-40B4-BE49-F238E27FC236}">
                    <a16:creationId xmlns:a16="http://schemas.microsoft.com/office/drawing/2014/main" id="{912D7776-8A30-CA4F-7E7A-5DFA09FDB161}"/>
                  </a:ext>
                </a:extLst>
              </p:cNvPr>
              <p:cNvSpPr/>
              <p:nvPr/>
            </p:nvSpPr>
            <p:spPr>
              <a:xfrm>
                <a:off x="3744000" y="705600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20</a:t>
                </a:r>
              </a:p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VP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4" name="矩形: 圆角 383">
                <a:extLst>
                  <a:ext uri="{FF2B5EF4-FFF2-40B4-BE49-F238E27FC236}">
                    <a16:creationId xmlns:a16="http://schemas.microsoft.com/office/drawing/2014/main" id="{AAD903C6-53A6-472E-5D98-E779391C5712}"/>
                  </a:ext>
                </a:extLst>
              </p:cNvPr>
              <p:cNvSpPr/>
              <p:nvPr/>
            </p:nvSpPr>
            <p:spPr>
              <a:xfrm>
                <a:off x="4320000" y="705600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4J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5" name="矩形: 圆角 384">
                <a:extLst>
                  <a:ext uri="{FF2B5EF4-FFF2-40B4-BE49-F238E27FC236}">
                    <a16:creationId xmlns:a16="http://schemas.microsoft.com/office/drawing/2014/main" id="{DD902FAE-735D-EE44-FCA6-073A441C7869}"/>
                  </a:ext>
                </a:extLst>
              </p:cNvPr>
              <p:cNvSpPr/>
              <p:nvPr/>
            </p:nvSpPr>
            <p:spPr>
              <a:xfrm>
                <a:off x="4896000" y="705600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22</a:t>
                </a:r>
              </a:p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VP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6" name="矩形: 圆角 385">
                <a:extLst>
                  <a:ext uri="{FF2B5EF4-FFF2-40B4-BE49-F238E27FC236}">
                    <a16:creationId xmlns:a16="http://schemas.microsoft.com/office/drawing/2014/main" id="{EF95CEAA-7A27-5802-321D-7AE83F12449C}"/>
                  </a:ext>
                </a:extLst>
              </p:cNvPr>
              <p:cNvSpPr/>
              <p:nvPr/>
            </p:nvSpPr>
            <p:spPr>
              <a:xfrm>
                <a:off x="5472000" y="705600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24</a:t>
                </a:r>
              </a:p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VP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256" name="组合 255">
              <a:extLst>
                <a:ext uri="{FF2B5EF4-FFF2-40B4-BE49-F238E27FC236}">
                  <a16:creationId xmlns:a16="http://schemas.microsoft.com/office/drawing/2014/main" id="{A20EFDA8-A042-3337-1CFB-2C6FB04708EC}"/>
                </a:ext>
              </a:extLst>
            </p:cNvPr>
            <p:cNvGrpSpPr/>
            <p:nvPr/>
          </p:nvGrpSpPr>
          <p:grpSpPr>
            <a:xfrm>
              <a:off x="550745" y="8616174"/>
              <a:ext cx="6912000" cy="576000"/>
              <a:chOff x="864000" y="4365450"/>
              <a:chExt cx="6912000" cy="576000"/>
            </a:xfrm>
          </p:grpSpPr>
          <p:sp>
            <p:nvSpPr>
              <p:cNvPr id="299" name="矩形: 圆角 298">
                <a:extLst>
                  <a:ext uri="{FF2B5EF4-FFF2-40B4-BE49-F238E27FC236}">
                    <a16:creationId xmlns:a16="http://schemas.microsoft.com/office/drawing/2014/main" id="{575912FD-4C58-9920-42E8-B7D0F8EC70F6}"/>
                  </a:ext>
                </a:extLst>
              </p:cNvPr>
              <p:cNvSpPr/>
              <p:nvPr/>
            </p:nvSpPr>
            <p:spPr>
              <a:xfrm>
                <a:off x="1440000" y="436545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0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00" name="矩形: 圆角 299">
                <a:extLst>
                  <a:ext uri="{FF2B5EF4-FFF2-40B4-BE49-F238E27FC236}">
                    <a16:creationId xmlns:a16="http://schemas.microsoft.com/office/drawing/2014/main" id="{639C4855-364E-E9E1-4AE1-13DEEBE6280A}"/>
                  </a:ext>
                </a:extLst>
              </p:cNvPr>
              <p:cNvSpPr/>
              <p:nvPr/>
            </p:nvSpPr>
            <p:spPr>
              <a:xfrm>
                <a:off x="2016000" y="436545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1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01" name="矩形: 圆角 300">
                <a:extLst>
                  <a:ext uri="{FF2B5EF4-FFF2-40B4-BE49-F238E27FC236}">
                    <a16:creationId xmlns:a16="http://schemas.microsoft.com/office/drawing/2014/main" id="{D3C3F492-300E-1CD3-F61E-30F0215D2C89}"/>
                  </a:ext>
                </a:extLst>
              </p:cNvPr>
              <p:cNvSpPr/>
              <p:nvPr/>
            </p:nvSpPr>
            <p:spPr>
              <a:xfrm>
                <a:off x="2592000" y="436545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2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02" name="矩形: 圆角 301">
                <a:extLst>
                  <a:ext uri="{FF2B5EF4-FFF2-40B4-BE49-F238E27FC236}">
                    <a16:creationId xmlns:a16="http://schemas.microsoft.com/office/drawing/2014/main" id="{025F2DC3-F0CC-B3BE-AB07-A3A8962C7486}"/>
                  </a:ext>
                </a:extLst>
              </p:cNvPr>
              <p:cNvSpPr/>
              <p:nvPr/>
            </p:nvSpPr>
            <p:spPr>
              <a:xfrm>
                <a:off x="3168000" y="436545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3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03" name="矩形: 圆角 302">
                <a:extLst>
                  <a:ext uri="{FF2B5EF4-FFF2-40B4-BE49-F238E27FC236}">
                    <a16:creationId xmlns:a16="http://schemas.microsoft.com/office/drawing/2014/main" id="{9081EC2B-6DDB-09FD-29D9-0790EC232A3B}"/>
                  </a:ext>
                </a:extLst>
              </p:cNvPr>
              <p:cNvSpPr/>
              <p:nvPr/>
            </p:nvSpPr>
            <p:spPr>
              <a:xfrm>
                <a:off x="3744000" y="436545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4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04" name="矩形: 圆角 303">
                <a:extLst>
                  <a:ext uri="{FF2B5EF4-FFF2-40B4-BE49-F238E27FC236}">
                    <a16:creationId xmlns:a16="http://schemas.microsoft.com/office/drawing/2014/main" id="{88975D89-2A70-2BC1-461D-9C7728494A84}"/>
                  </a:ext>
                </a:extLst>
              </p:cNvPr>
              <p:cNvSpPr/>
              <p:nvPr/>
            </p:nvSpPr>
            <p:spPr>
              <a:xfrm>
                <a:off x="4320000" y="436545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5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05" name="矩形: 圆角 304">
                <a:extLst>
                  <a:ext uri="{FF2B5EF4-FFF2-40B4-BE49-F238E27FC236}">
                    <a16:creationId xmlns:a16="http://schemas.microsoft.com/office/drawing/2014/main" id="{B12FA347-024F-4BE3-2DC2-4E25751FCDBF}"/>
                  </a:ext>
                </a:extLst>
              </p:cNvPr>
              <p:cNvSpPr/>
              <p:nvPr/>
            </p:nvSpPr>
            <p:spPr>
              <a:xfrm>
                <a:off x="4896000" y="436545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6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06" name="矩形: 圆角 305">
                <a:extLst>
                  <a:ext uri="{FF2B5EF4-FFF2-40B4-BE49-F238E27FC236}">
                    <a16:creationId xmlns:a16="http://schemas.microsoft.com/office/drawing/2014/main" id="{ED66C526-8A8B-A067-6116-1E6EBA1E4C08}"/>
                  </a:ext>
                </a:extLst>
              </p:cNvPr>
              <p:cNvSpPr/>
              <p:nvPr/>
            </p:nvSpPr>
            <p:spPr>
              <a:xfrm>
                <a:off x="5472000" y="436545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7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07" name="矩形: 圆角 306">
                <a:extLst>
                  <a:ext uri="{FF2B5EF4-FFF2-40B4-BE49-F238E27FC236}">
                    <a16:creationId xmlns:a16="http://schemas.microsoft.com/office/drawing/2014/main" id="{A102BF13-052D-1BE4-1716-3D3E0979D3EF}"/>
                  </a:ext>
                </a:extLst>
              </p:cNvPr>
              <p:cNvSpPr/>
              <p:nvPr/>
            </p:nvSpPr>
            <p:spPr>
              <a:xfrm>
                <a:off x="6048000" y="436545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8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08" name="矩形: 圆角 307">
                <a:extLst>
                  <a:ext uri="{FF2B5EF4-FFF2-40B4-BE49-F238E27FC236}">
                    <a16:creationId xmlns:a16="http://schemas.microsoft.com/office/drawing/2014/main" id="{80974E56-B434-BD25-C294-2F498E46A884}"/>
                  </a:ext>
                </a:extLst>
              </p:cNvPr>
              <p:cNvSpPr/>
              <p:nvPr/>
            </p:nvSpPr>
            <p:spPr>
              <a:xfrm>
                <a:off x="6624000" y="436545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9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09" name="矩形: 圆角 308">
                <a:extLst>
                  <a:ext uri="{FF2B5EF4-FFF2-40B4-BE49-F238E27FC236}">
                    <a16:creationId xmlns:a16="http://schemas.microsoft.com/office/drawing/2014/main" id="{928B0F23-A1B8-B48D-C537-C86E3E338916}"/>
                  </a:ext>
                </a:extLst>
              </p:cNvPr>
              <p:cNvSpPr/>
              <p:nvPr/>
            </p:nvSpPr>
            <p:spPr>
              <a:xfrm>
                <a:off x="7200000" y="436545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10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10" name="矩形: 圆角 309">
                <a:extLst>
                  <a:ext uri="{FF2B5EF4-FFF2-40B4-BE49-F238E27FC236}">
                    <a16:creationId xmlns:a16="http://schemas.microsoft.com/office/drawing/2014/main" id="{0025C4E9-D034-F90A-CE96-99926B060157}"/>
                  </a:ext>
                </a:extLst>
              </p:cNvPr>
              <p:cNvSpPr/>
              <p:nvPr/>
            </p:nvSpPr>
            <p:spPr>
              <a:xfrm>
                <a:off x="864000" y="436545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400" dirty="0">
                    <a:solidFill>
                      <a:schemeClr val="tx1"/>
                    </a:solidFill>
                  </a:rPr>
                  <a:t>军</a:t>
                </a:r>
              </a:p>
            </p:txBody>
          </p:sp>
        </p:grpSp>
        <p:grpSp>
          <p:nvGrpSpPr>
            <p:cNvPr id="258" name="组合 257">
              <a:extLst>
                <a:ext uri="{FF2B5EF4-FFF2-40B4-BE49-F238E27FC236}">
                  <a16:creationId xmlns:a16="http://schemas.microsoft.com/office/drawing/2014/main" id="{56AFFA88-3DFE-E78F-4CD4-899C0632057B}"/>
                </a:ext>
              </a:extLst>
            </p:cNvPr>
            <p:cNvGrpSpPr/>
            <p:nvPr/>
          </p:nvGrpSpPr>
          <p:grpSpPr>
            <a:xfrm>
              <a:off x="550745" y="6064506"/>
              <a:ext cx="6336000" cy="1152000"/>
              <a:chOff x="940200" y="9360000"/>
              <a:chExt cx="6336000" cy="1152000"/>
            </a:xfrm>
          </p:grpSpPr>
          <p:grpSp>
            <p:nvGrpSpPr>
              <p:cNvPr id="273" name="组合 272">
                <a:extLst>
                  <a:ext uri="{FF2B5EF4-FFF2-40B4-BE49-F238E27FC236}">
                    <a16:creationId xmlns:a16="http://schemas.microsoft.com/office/drawing/2014/main" id="{A7BC888D-3738-D023-ACC2-242C0E2CAB4E}"/>
                  </a:ext>
                </a:extLst>
              </p:cNvPr>
              <p:cNvGrpSpPr/>
              <p:nvPr/>
            </p:nvGrpSpPr>
            <p:grpSpPr>
              <a:xfrm>
                <a:off x="940200" y="9360000"/>
                <a:ext cx="6336000" cy="576000"/>
                <a:chOff x="864000" y="4365450"/>
                <a:chExt cx="6336000" cy="576000"/>
              </a:xfrm>
            </p:grpSpPr>
            <p:sp>
              <p:nvSpPr>
                <p:cNvPr id="287" name="矩形: 圆角 286">
                  <a:extLst>
                    <a:ext uri="{FF2B5EF4-FFF2-40B4-BE49-F238E27FC236}">
                      <a16:creationId xmlns:a16="http://schemas.microsoft.com/office/drawing/2014/main" id="{1E300B1E-3AC2-2D2A-FE93-3BE719772B99}"/>
                    </a:ext>
                  </a:extLst>
                </p:cNvPr>
                <p:cNvSpPr/>
                <p:nvPr/>
              </p:nvSpPr>
              <p:spPr>
                <a:xfrm>
                  <a:off x="1440000" y="4365450"/>
                  <a:ext cx="576000" cy="576000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400" dirty="0">
                      <a:solidFill>
                        <a:schemeClr val="tx1"/>
                      </a:solidFill>
                    </a:rPr>
                    <a:t>0</a:t>
                  </a:r>
                  <a:endParaRPr lang="zh-CN" altLang="en-US" sz="14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88" name="矩形: 圆角 287">
                  <a:extLst>
                    <a:ext uri="{FF2B5EF4-FFF2-40B4-BE49-F238E27FC236}">
                      <a16:creationId xmlns:a16="http://schemas.microsoft.com/office/drawing/2014/main" id="{E5D75755-0F6A-CFD8-0F57-E699340731F2}"/>
                    </a:ext>
                  </a:extLst>
                </p:cNvPr>
                <p:cNvSpPr/>
                <p:nvPr/>
              </p:nvSpPr>
              <p:spPr>
                <a:xfrm>
                  <a:off x="2016000" y="4365450"/>
                  <a:ext cx="576000" cy="576000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400" dirty="0">
                      <a:solidFill>
                        <a:schemeClr val="tx1"/>
                      </a:solidFill>
                    </a:rPr>
                    <a:t>1</a:t>
                  </a:r>
                  <a:endParaRPr lang="zh-CN" altLang="en-US" sz="14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89" name="矩形: 圆角 288">
                  <a:extLst>
                    <a:ext uri="{FF2B5EF4-FFF2-40B4-BE49-F238E27FC236}">
                      <a16:creationId xmlns:a16="http://schemas.microsoft.com/office/drawing/2014/main" id="{EE212CB2-1AD4-5E10-351A-D3B85F7E6CB9}"/>
                    </a:ext>
                  </a:extLst>
                </p:cNvPr>
                <p:cNvSpPr/>
                <p:nvPr/>
              </p:nvSpPr>
              <p:spPr>
                <a:xfrm>
                  <a:off x="2592000" y="4365450"/>
                  <a:ext cx="576000" cy="576000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400" dirty="0">
                      <a:solidFill>
                        <a:schemeClr val="tx1"/>
                      </a:solidFill>
                    </a:rPr>
                    <a:t>2</a:t>
                  </a:r>
                  <a:endParaRPr lang="zh-CN" altLang="en-US" sz="14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90" name="矩形: 圆角 289">
                  <a:extLst>
                    <a:ext uri="{FF2B5EF4-FFF2-40B4-BE49-F238E27FC236}">
                      <a16:creationId xmlns:a16="http://schemas.microsoft.com/office/drawing/2014/main" id="{BF362264-42A7-1832-9F8D-80C6A1661AD6}"/>
                    </a:ext>
                  </a:extLst>
                </p:cNvPr>
                <p:cNvSpPr/>
                <p:nvPr/>
              </p:nvSpPr>
              <p:spPr>
                <a:xfrm>
                  <a:off x="3168000" y="4365450"/>
                  <a:ext cx="576000" cy="576000"/>
                </a:xfrm>
                <a:prstGeom prst="roundRect">
                  <a:avLst/>
                </a:prstGeom>
                <a:solidFill>
                  <a:srgbClr val="92D05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400" dirty="0">
                      <a:solidFill>
                        <a:schemeClr val="tx1"/>
                      </a:solidFill>
                    </a:rPr>
                    <a:t>3</a:t>
                  </a:r>
                  <a:endParaRPr lang="zh-CN" altLang="en-US" sz="14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91" name="矩形: 圆角 290">
                  <a:extLst>
                    <a:ext uri="{FF2B5EF4-FFF2-40B4-BE49-F238E27FC236}">
                      <a16:creationId xmlns:a16="http://schemas.microsoft.com/office/drawing/2014/main" id="{BB3ADBD4-FDA7-A3E1-5CE8-A83A5970689E}"/>
                    </a:ext>
                  </a:extLst>
                </p:cNvPr>
                <p:cNvSpPr/>
                <p:nvPr/>
              </p:nvSpPr>
              <p:spPr>
                <a:xfrm>
                  <a:off x="3744000" y="4365450"/>
                  <a:ext cx="576000" cy="576000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400" dirty="0">
                      <a:solidFill>
                        <a:schemeClr val="tx1"/>
                      </a:solidFill>
                    </a:rPr>
                    <a:t>4</a:t>
                  </a:r>
                  <a:endParaRPr lang="zh-CN" altLang="en-US" sz="14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92" name="矩形: 圆角 291">
                  <a:extLst>
                    <a:ext uri="{FF2B5EF4-FFF2-40B4-BE49-F238E27FC236}">
                      <a16:creationId xmlns:a16="http://schemas.microsoft.com/office/drawing/2014/main" id="{0E36D3EC-C7BD-2977-9E1B-0448E260AB2B}"/>
                    </a:ext>
                  </a:extLst>
                </p:cNvPr>
                <p:cNvSpPr/>
                <p:nvPr/>
              </p:nvSpPr>
              <p:spPr>
                <a:xfrm>
                  <a:off x="4320000" y="4365450"/>
                  <a:ext cx="576000" cy="576000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400" dirty="0">
                      <a:solidFill>
                        <a:schemeClr val="tx1"/>
                      </a:solidFill>
                    </a:rPr>
                    <a:t>5</a:t>
                  </a:r>
                  <a:endParaRPr lang="zh-CN" altLang="en-US" sz="14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93" name="矩形: 圆角 292">
                  <a:extLst>
                    <a:ext uri="{FF2B5EF4-FFF2-40B4-BE49-F238E27FC236}">
                      <a16:creationId xmlns:a16="http://schemas.microsoft.com/office/drawing/2014/main" id="{CFE37708-6017-3DA4-3436-0AF5AB93E53F}"/>
                    </a:ext>
                  </a:extLst>
                </p:cNvPr>
                <p:cNvSpPr/>
                <p:nvPr/>
              </p:nvSpPr>
              <p:spPr>
                <a:xfrm>
                  <a:off x="4896000" y="4365450"/>
                  <a:ext cx="576000" cy="576000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400" dirty="0">
                      <a:solidFill>
                        <a:schemeClr val="tx1"/>
                      </a:solidFill>
                    </a:rPr>
                    <a:t>6</a:t>
                  </a:r>
                  <a:endParaRPr lang="zh-CN" altLang="en-US" sz="14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94" name="矩形: 圆角 293">
                  <a:extLst>
                    <a:ext uri="{FF2B5EF4-FFF2-40B4-BE49-F238E27FC236}">
                      <a16:creationId xmlns:a16="http://schemas.microsoft.com/office/drawing/2014/main" id="{EBBC7AE2-0AD2-B055-BA21-5161FE5C06E4}"/>
                    </a:ext>
                  </a:extLst>
                </p:cNvPr>
                <p:cNvSpPr/>
                <p:nvPr/>
              </p:nvSpPr>
              <p:spPr>
                <a:xfrm>
                  <a:off x="5472000" y="4365450"/>
                  <a:ext cx="576000" cy="576000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400" dirty="0">
                      <a:solidFill>
                        <a:schemeClr val="tx1"/>
                      </a:solidFill>
                    </a:rPr>
                    <a:t>7</a:t>
                  </a:r>
                  <a:endParaRPr lang="zh-CN" altLang="en-US" sz="14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95" name="矩形: 圆角 294">
                  <a:extLst>
                    <a:ext uri="{FF2B5EF4-FFF2-40B4-BE49-F238E27FC236}">
                      <a16:creationId xmlns:a16="http://schemas.microsoft.com/office/drawing/2014/main" id="{6B8E8887-0D5D-F504-E78B-8BBDA067F29D}"/>
                    </a:ext>
                  </a:extLst>
                </p:cNvPr>
                <p:cNvSpPr/>
                <p:nvPr/>
              </p:nvSpPr>
              <p:spPr>
                <a:xfrm>
                  <a:off x="6048000" y="4365450"/>
                  <a:ext cx="576000" cy="576000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400" dirty="0">
                      <a:solidFill>
                        <a:schemeClr val="tx1"/>
                      </a:solidFill>
                    </a:rPr>
                    <a:t>8</a:t>
                  </a:r>
                  <a:endParaRPr lang="zh-CN" altLang="en-US" sz="14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96" name="矩形: 圆角 295">
                  <a:extLst>
                    <a:ext uri="{FF2B5EF4-FFF2-40B4-BE49-F238E27FC236}">
                      <a16:creationId xmlns:a16="http://schemas.microsoft.com/office/drawing/2014/main" id="{E9CF7431-FD74-D4BA-CD3B-BBDA366849FA}"/>
                    </a:ext>
                  </a:extLst>
                </p:cNvPr>
                <p:cNvSpPr/>
                <p:nvPr/>
              </p:nvSpPr>
              <p:spPr>
                <a:xfrm>
                  <a:off x="6624000" y="4365450"/>
                  <a:ext cx="576000" cy="576000"/>
                </a:xfrm>
                <a:prstGeom prst="round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400" dirty="0">
                      <a:solidFill>
                        <a:schemeClr val="tx1"/>
                      </a:solidFill>
                    </a:rPr>
                    <a:t>9</a:t>
                  </a:r>
                  <a:endParaRPr lang="zh-CN" altLang="en-US" sz="14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98" name="矩形: 圆角 297">
                  <a:extLst>
                    <a:ext uri="{FF2B5EF4-FFF2-40B4-BE49-F238E27FC236}">
                      <a16:creationId xmlns:a16="http://schemas.microsoft.com/office/drawing/2014/main" id="{2F310F36-20B2-274D-325B-4DBFE7A681B4}"/>
                    </a:ext>
                  </a:extLst>
                </p:cNvPr>
                <p:cNvSpPr/>
                <p:nvPr/>
              </p:nvSpPr>
              <p:spPr>
                <a:xfrm>
                  <a:off x="864000" y="4365450"/>
                  <a:ext cx="576000" cy="576000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zh-CN" altLang="en-US" sz="1400" dirty="0">
                      <a:solidFill>
                        <a:schemeClr val="tx1"/>
                      </a:solidFill>
                    </a:rPr>
                    <a:t>功</a:t>
                  </a:r>
                </a:p>
              </p:txBody>
            </p:sp>
          </p:grpSp>
          <p:grpSp>
            <p:nvGrpSpPr>
              <p:cNvPr id="274" name="组合 273">
                <a:extLst>
                  <a:ext uri="{FF2B5EF4-FFF2-40B4-BE49-F238E27FC236}">
                    <a16:creationId xmlns:a16="http://schemas.microsoft.com/office/drawing/2014/main" id="{E009E996-72EA-1219-DABF-63EAA5DA4341}"/>
                  </a:ext>
                </a:extLst>
              </p:cNvPr>
              <p:cNvGrpSpPr/>
              <p:nvPr/>
            </p:nvGrpSpPr>
            <p:grpSpPr>
              <a:xfrm>
                <a:off x="940200" y="9936000"/>
                <a:ext cx="6336000" cy="576000"/>
                <a:chOff x="864000" y="4365450"/>
                <a:chExt cx="6336000" cy="576000"/>
              </a:xfrm>
            </p:grpSpPr>
            <p:sp>
              <p:nvSpPr>
                <p:cNvPr id="275" name="矩形: 圆角 274">
                  <a:extLst>
                    <a:ext uri="{FF2B5EF4-FFF2-40B4-BE49-F238E27FC236}">
                      <a16:creationId xmlns:a16="http://schemas.microsoft.com/office/drawing/2014/main" id="{B6E643F8-7E89-E76C-F969-80E58E8F1FD0}"/>
                    </a:ext>
                  </a:extLst>
                </p:cNvPr>
                <p:cNvSpPr/>
                <p:nvPr/>
              </p:nvSpPr>
              <p:spPr>
                <a:xfrm>
                  <a:off x="1440000" y="4365450"/>
                  <a:ext cx="576000" cy="576000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400" dirty="0">
                      <a:solidFill>
                        <a:schemeClr val="tx1"/>
                      </a:solidFill>
                    </a:rPr>
                    <a:t>0</a:t>
                  </a:r>
                  <a:endParaRPr lang="zh-CN" altLang="en-US" sz="14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76" name="矩形: 圆角 275">
                  <a:extLst>
                    <a:ext uri="{FF2B5EF4-FFF2-40B4-BE49-F238E27FC236}">
                      <a16:creationId xmlns:a16="http://schemas.microsoft.com/office/drawing/2014/main" id="{12128725-213D-A3DB-034D-29D2DA06D336}"/>
                    </a:ext>
                  </a:extLst>
                </p:cNvPr>
                <p:cNvSpPr/>
                <p:nvPr/>
              </p:nvSpPr>
              <p:spPr>
                <a:xfrm>
                  <a:off x="2016000" y="4365450"/>
                  <a:ext cx="576000" cy="576000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400" dirty="0">
                      <a:solidFill>
                        <a:schemeClr val="tx1"/>
                      </a:solidFill>
                    </a:rPr>
                    <a:t>1</a:t>
                  </a:r>
                  <a:endParaRPr lang="zh-CN" altLang="en-US" sz="14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77" name="矩形: 圆角 276">
                  <a:extLst>
                    <a:ext uri="{FF2B5EF4-FFF2-40B4-BE49-F238E27FC236}">
                      <a16:creationId xmlns:a16="http://schemas.microsoft.com/office/drawing/2014/main" id="{348E9001-2D13-C6C0-FA67-981C2860BFD7}"/>
                    </a:ext>
                  </a:extLst>
                </p:cNvPr>
                <p:cNvSpPr/>
                <p:nvPr/>
              </p:nvSpPr>
              <p:spPr>
                <a:xfrm>
                  <a:off x="2592000" y="4365450"/>
                  <a:ext cx="576000" cy="576000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400" dirty="0">
                      <a:solidFill>
                        <a:schemeClr val="tx1"/>
                      </a:solidFill>
                    </a:rPr>
                    <a:t>2</a:t>
                  </a:r>
                  <a:endParaRPr lang="zh-CN" altLang="en-US" sz="14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78" name="矩形: 圆角 277">
                  <a:extLst>
                    <a:ext uri="{FF2B5EF4-FFF2-40B4-BE49-F238E27FC236}">
                      <a16:creationId xmlns:a16="http://schemas.microsoft.com/office/drawing/2014/main" id="{51E4E1FB-7E26-DDB2-D3A8-C6C79CF3A7F1}"/>
                    </a:ext>
                  </a:extLst>
                </p:cNvPr>
                <p:cNvSpPr/>
                <p:nvPr/>
              </p:nvSpPr>
              <p:spPr>
                <a:xfrm>
                  <a:off x="3168000" y="4365450"/>
                  <a:ext cx="576000" cy="576000"/>
                </a:xfrm>
                <a:prstGeom prst="roundRect">
                  <a:avLst/>
                </a:prstGeom>
                <a:solidFill>
                  <a:srgbClr val="92D05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400" dirty="0">
                      <a:solidFill>
                        <a:schemeClr val="tx1"/>
                      </a:solidFill>
                    </a:rPr>
                    <a:t>3</a:t>
                  </a:r>
                  <a:endParaRPr lang="zh-CN" altLang="en-US" sz="14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79" name="矩形: 圆角 278">
                  <a:extLst>
                    <a:ext uri="{FF2B5EF4-FFF2-40B4-BE49-F238E27FC236}">
                      <a16:creationId xmlns:a16="http://schemas.microsoft.com/office/drawing/2014/main" id="{9B1A7F71-A869-DAF1-14CC-90CE94A3BFF0}"/>
                    </a:ext>
                  </a:extLst>
                </p:cNvPr>
                <p:cNvSpPr/>
                <p:nvPr/>
              </p:nvSpPr>
              <p:spPr>
                <a:xfrm>
                  <a:off x="3744000" y="4365450"/>
                  <a:ext cx="576000" cy="576000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400" dirty="0">
                      <a:solidFill>
                        <a:schemeClr val="tx1"/>
                      </a:solidFill>
                    </a:rPr>
                    <a:t>4</a:t>
                  </a:r>
                  <a:endParaRPr lang="zh-CN" altLang="en-US" sz="14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80" name="矩形: 圆角 279">
                  <a:extLst>
                    <a:ext uri="{FF2B5EF4-FFF2-40B4-BE49-F238E27FC236}">
                      <a16:creationId xmlns:a16="http://schemas.microsoft.com/office/drawing/2014/main" id="{231708F4-829D-5E00-FA0D-1D50CB2C4C20}"/>
                    </a:ext>
                  </a:extLst>
                </p:cNvPr>
                <p:cNvSpPr/>
                <p:nvPr/>
              </p:nvSpPr>
              <p:spPr>
                <a:xfrm>
                  <a:off x="4320000" y="4365450"/>
                  <a:ext cx="576000" cy="576000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400" dirty="0">
                      <a:solidFill>
                        <a:schemeClr val="tx1"/>
                      </a:solidFill>
                    </a:rPr>
                    <a:t>5</a:t>
                  </a:r>
                  <a:endParaRPr lang="zh-CN" altLang="en-US" sz="14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81" name="矩形: 圆角 280">
                  <a:extLst>
                    <a:ext uri="{FF2B5EF4-FFF2-40B4-BE49-F238E27FC236}">
                      <a16:creationId xmlns:a16="http://schemas.microsoft.com/office/drawing/2014/main" id="{61549428-7F79-5F01-0F69-D279B9D9E4CB}"/>
                    </a:ext>
                  </a:extLst>
                </p:cNvPr>
                <p:cNvSpPr/>
                <p:nvPr/>
              </p:nvSpPr>
              <p:spPr>
                <a:xfrm>
                  <a:off x="4896000" y="4365450"/>
                  <a:ext cx="576000" cy="576000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400" dirty="0">
                      <a:solidFill>
                        <a:schemeClr val="tx1"/>
                      </a:solidFill>
                    </a:rPr>
                    <a:t>6</a:t>
                  </a:r>
                  <a:endParaRPr lang="zh-CN" altLang="en-US" sz="14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82" name="矩形: 圆角 281">
                  <a:extLst>
                    <a:ext uri="{FF2B5EF4-FFF2-40B4-BE49-F238E27FC236}">
                      <a16:creationId xmlns:a16="http://schemas.microsoft.com/office/drawing/2014/main" id="{4619ADAD-04F4-0FB7-754D-A2201F539E15}"/>
                    </a:ext>
                  </a:extLst>
                </p:cNvPr>
                <p:cNvSpPr/>
                <p:nvPr/>
              </p:nvSpPr>
              <p:spPr>
                <a:xfrm>
                  <a:off x="5472000" y="4365450"/>
                  <a:ext cx="576000" cy="576000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400" dirty="0">
                      <a:solidFill>
                        <a:schemeClr val="tx1"/>
                      </a:solidFill>
                    </a:rPr>
                    <a:t>7</a:t>
                  </a:r>
                  <a:endParaRPr lang="zh-CN" altLang="en-US" sz="14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83" name="矩形: 圆角 282">
                  <a:extLst>
                    <a:ext uri="{FF2B5EF4-FFF2-40B4-BE49-F238E27FC236}">
                      <a16:creationId xmlns:a16="http://schemas.microsoft.com/office/drawing/2014/main" id="{D39AC2CD-DF36-E75C-4161-36DC5973EFFA}"/>
                    </a:ext>
                  </a:extLst>
                </p:cNvPr>
                <p:cNvSpPr/>
                <p:nvPr/>
              </p:nvSpPr>
              <p:spPr>
                <a:xfrm>
                  <a:off x="6048000" y="4365450"/>
                  <a:ext cx="576000" cy="576000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400" dirty="0">
                      <a:solidFill>
                        <a:schemeClr val="tx1"/>
                      </a:solidFill>
                    </a:rPr>
                    <a:t>8</a:t>
                  </a:r>
                  <a:endParaRPr lang="zh-CN" altLang="en-US" sz="14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84" name="矩形: 圆角 283">
                  <a:extLst>
                    <a:ext uri="{FF2B5EF4-FFF2-40B4-BE49-F238E27FC236}">
                      <a16:creationId xmlns:a16="http://schemas.microsoft.com/office/drawing/2014/main" id="{C115D5D7-3DED-80B9-32CA-340892C152E5}"/>
                    </a:ext>
                  </a:extLst>
                </p:cNvPr>
                <p:cNvSpPr/>
                <p:nvPr/>
              </p:nvSpPr>
              <p:spPr>
                <a:xfrm>
                  <a:off x="6624000" y="4365450"/>
                  <a:ext cx="576000" cy="576000"/>
                </a:xfrm>
                <a:prstGeom prst="round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400" dirty="0">
                      <a:solidFill>
                        <a:schemeClr val="tx1"/>
                      </a:solidFill>
                    </a:rPr>
                    <a:t>9</a:t>
                  </a:r>
                  <a:endParaRPr lang="zh-CN" altLang="en-US" sz="14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86" name="矩形: 圆角 285">
                  <a:extLst>
                    <a:ext uri="{FF2B5EF4-FFF2-40B4-BE49-F238E27FC236}">
                      <a16:creationId xmlns:a16="http://schemas.microsoft.com/office/drawing/2014/main" id="{AB523D55-315B-2561-5763-03997B6ADF91}"/>
                    </a:ext>
                  </a:extLst>
                </p:cNvPr>
                <p:cNvSpPr/>
                <p:nvPr/>
              </p:nvSpPr>
              <p:spPr>
                <a:xfrm>
                  <a:off x="864000" y="4365450"/>
                  <a:ext cx="576000" cy="576000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zh-CN" altLang="en-US" sz="1400" dirty="0">
                      <a:solidFill>
                        <a:schemeClr val="tx1"/>
                      </a:solidFill>
                    </a:rPr>
                    <a:t>威</a:t>
                  </a:r>
                </a:p>
              </p:txBody>
            </p:sp>
          </p:grpSp>
        </p:grpSp>
        <p:sp>
          <p:nvSpPr>
            <p:cNvPr id="259" name="矩形: 圆角 258">
              <a:extLst>
                <a:ext uri="{FF2B5EF4-FFF2-40B4-BE49-F238E27FC236}">
                  <a16:creationId xmlns:a16="http://schemas.microsoft.com/office/drawing/2014/main" id="{19921719-8C3B-6AE4-6B33-6ECAB612D30E}"/>
                </a:ext>
              </a:extLst>
            </p:cNvPr>
            <p:cNvSpPr/>
            <p:nvPr/>
          </p:nvSpPr>
          <p:spPr>
            <a:xfrm>
              <a:off x="3430745" y="5426589"/>
              <a:ext cx="1152000" cy="576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>
                  <a:solidFill>
                    <a:schemeClr val="tx1"/>
                  </a:solidFill>
                </a:rPr>
                <a:t>东晋</a:t>
              </a:r>
            </a:p>
          </p:txBody>
        </p:sp>
        <p:grpSp>
          <p:nvGrpSpPr>
            <p:cNvPr id="260" name="组合 259">
              <a:extLst>
                <a:ext uri="{FF2B5EF4-FFF2-40B4-BE49-F238E27FC236}">
                  <a16:creationId xmlns:a16="http://schemas.microsoft.com/office/drawing/2014/main" id="{66A0B366-8628-458E-C190-561169C79DD2}"/>
                </a:ext>
              </a:extLst>
            </p:cNvPr>
            <p:cNvGrpSpPr/>
            <p:nvPr/>
          </p:nvGrpSpPr>
          <p:grpSpPr>
            <a:xfrm>
              <a:off x="550745" y="9316008"/>
              <a:ext cx="6912000" cy="576000"/>
              <a:chOff x="864000" y="4365450"/>
              <a:chExt cx="6912000" cy="576000"/>
            </a:xfrm>
          </p:grpSpPr>
          <p:sp>
            <p:nvSpPr>
              <p:cNvPr id="261" name="矩形: 圆角 260">
                <a:extLst>
                  <a:ext uri="{FF2B5EF4-FFF2-40B4-BE49-F238E27FC236}">
                    <a16:creationId xmlns:a16="http://schemas.microsoft.com/office/drawing/2014/main" id="{1D06B5E6-FB38-F9C0-23BA-A32FF21062E6}"/>
                  </a:ext>
                </a:extLst>
              </p:cNvPr>
              <p:cNvSpPr/>
              <p:nvPr/>
            </p:nvSpPr>
            <p:spPr>
              <a:xfrm>
                <a:off x="1440000" y="436545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0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62" name="矩形: 圆角 261">
                <a:extLst>
                  <a:ext uri="{FF2B5EF4-FFF2-40B4-BE49-F238E27FC236}">
                    <a16:creationId xmlns:a16="http://schemas.microsoft.com/office/drawing/2014/main" id="{B8495A5A-F09F-4E3B-B549-69019EFC5189}"/>
                  </a:ext>
                </a:extLst>
              </p:cNvPr>
              <p:cNvSpPr/>
              <p:nvPr/>
            </p:nvSpPr>
            <p:spPr>
              <a:xfrm>
                <a:off x="2016000" y="436545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1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63" name="矩形: 圆角 262">
                <a:extLst>
                  <a:ext uri="{FF2B5EF4-FFF2-40B4-BE49-F238E27FC236}">
                    <a16:creationId xmlns:a16="http://schemas.microsoft.com/office/drawing/2014/main" id="{F464AF9C-8DD4-8EB7-CB4A-3F34E2BF0FD7}"/>
                  </a:ext>
                </a:extLst>
              </p:cNvPr>
              <p:cNvSpPr/>
              <p:nvPr/>
            </p:nvSpPr>
            <p:spPr>
              <a:xfrm>
                <a:off x="2592000" y="436545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2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64" name="矩形: 圆角 263">
                <a:extLst>
                  <a:ext uri="{FF2B5EF4-FFF2-40B4-BE49-F238E27FC236}">
                    <a16:creationId xmlns:a16="http://schemas.microsoft.com/office/drawing/2014/main" id="{4D7FBC35-38F8-2024-ABD2-7799B1F918BB}"/>
                  </a:ext>
                </a:extLst>
              </p:cNvPr>
              <p:cNvSpPr/>
              <p:nvPr/>
            </p:nvSpPr>
            <p:spPr>
              <a:xfrm>
                <a:off x="3168000" y="436545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3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65" name="矩形: 圆角 264">
                <a:extLst>
                  <a:ext uri="{FF2B5EF4-FFF2-40B4-BE49-F238E27FC236}">
                    <a16:creationId xmlns:a16="http://schemas.microsoft.com/office/drawing/2014/main" id="{5CB3A52F-1A73-C159-3D46-8E9583F30AF0}"/>
                  </a:ext>
                </a:extLst>
              </p:cNvPr>
              <p:cNvSpPr/>
              <p:nvPr/>
            </p:nvSpPr>
            <p:spPr>
              <a:xfrm>
                <a:off x="3744000" y="436545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4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66" name="矩形: 圆角 265">
                <a:extLst>
                  <a:ext uri="{FF2B5EF4-FFF2-40B4-BE49-F238E27FC236}">
                    <a16:creationId xmlns:a16="http://schemas.microsoft.com/office/drawing/2014/main" id="{7E91535A-45D1-09F6-621A-640FB1A9ABBF}"/>
                  </a:ext>
                </a:extLst>
              </p:cNvPr>
              <p:cNvSpPr/>
              <p:nvPr/>
            </p:nvSpPr>
            <p:spPr>
              <a:xfrm>
                <a:off x="4320000" y="436545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5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67" name="矩形: 圆角 266">
                <a:extLst>
                  <a:ext uri="{FF2B5EF4-FFF2-40B4-BE49-F238E27FC236}">
                    <a16:creationId xmlns:a16="http://schemas.microsoft.com/office/drawing/2014/main" id="{5E2BC9F5-C7BC-D661-40FD-6574944D4DA6}"/>
                  </a:ext>
                </a:extLst>
              </p:cNvPr>
              <p:cNvSpPr/>
              <p:nvPr/>
            </p:nvSpPr>
            <p:spPr>
              <a:xfrm>
                <a:off x="4896000" y="436545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6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68" name="矩形: 圆角 267">
                <a:extLst>
                  <a:ext uri="{FF2B5EF4-FFF2-40B4-BE49-F238E27FC236}">
                    <a16:creationId xmlns:a16="http://schemas.microsoft.com/office/drawing/2014/main" id="{82D6FCB8-A529-AA16-DF79-020A4C269125}"/>
                  </a:ext>
                </a:extLst>
              </p:cNvPr>
              <p:cNvSpPr/>
              <p:nvPr/>
            </p:nvSpPr>
            <p:spPr>
              <a:xfrm>
                <a:off x="5472000" y="436545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7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69" name="矩形: 圆角 268">
                <a:extLst>
                  <a:ext uri="{FF2B5EF4-FFF2-40B4-BE49-F238E27FC236}">
                    <a16:creationId xmlns:a16="http://schemas.microsoft.com/office/drawing/2014/main" id="{0B7FFBF6-9DD6-82FB-8296-07EC04B812B8}"/>
                  </a:ext>
                </a:extLst>
              </p:cNvPr>
              <p:cNvSpPr/>
              <p:nvPr/>
            </p:nvSpPr>
            <p:spPr>
              <a:xfrm>
                <a:off x="6048000" y="436545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8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70" name="矩形: 圆角 269">
                <a:extLst>
                  <a:ext uri="{FF2B5EF4-FFF2-40B4-BE49-F238E27FC236}">
                    <a16:creationId xmlns:a16="http://schemas.microsoft.com/office/drawing/2014/main" id="{F303B746-7997-B557-A354-6ED05F05FAAF}"/>
                  </a:ext>
                </a:extLst>
              </p:cNvPr>
              <p:cNvSpPr/>
              <p:nvPr/>
            </p:nvSpPr>
            <p:spPr>
              <a:xfrm>
                <a:off x="6624000" y="436545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9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71" name="矩形: 圆角 270">
                <a:extLst>
                  <a:ext uri="{FF2B5EF4-FFF2-40B4-BE49-F238E27FC236}">
                    <a16:creationId xmlns:a16="http://schemas.microsoft.com/office/drawing/2014/main" id="{49B93957-5A69-E0B7-1FDF-9091DEBD5265}"/>
                  </a:ext>
                </a:extLst>
              </p:cNvPr>
              <p:cNvSpPr/>
              <p:nvPr/>
            </p:nvSpPr>
            <p:spPr>
              <a:xfrm>
                <a:off x="7200000" y="436545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10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72" name="矩形: 圆角 271">
                <a:extLst>
                  <a:ext uri="{FF2B5EF4-FFF2-40B4-BE49-F238E27FC236}">
                    <a16:creationId xmlns:a16="http://schemas.microsoft.com/office/drawing/2014/main" id="{EC985958-E499-0F1B-B4C9-E84178487438}"/>
                  </a:ext>
                </a:extLst>
              </p:cNvPr>
              <p:cNvSpPr/>
              <p:nvPr/>
            </p:nvSpPr>
            <p:spPr>
              <a:xfrm>
                <a:off x="864000" y="436545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400" dirty="0">
                    <a:solidFill>
                      <a:schemeClr val="tx1"/>
                    </a:solidFill>
                  </a:rPr>
                  <a:t>顺</a:t>
                </a:r>
              </a:p>
            </p:txBody>
          </p:sp>
        </p:grpSp>
      </p:grpSp>
      <p:grpSp>
        <p:nvGrpSpPr>
          <p:cNvPr id="63" name="组合 62">
            <a:extLst>
              <a:ext uri="{FF2B5EF4-FFF2-40B4-BE49-F238E27FC236}">
                <a16:creationId xmlns:a16="http://schemas.microsoft.com/office/drawing/2014/main" id="{C6C741C5-9843-E162-105A-2BD0DF7B5879}"/>
              </a:ext>
            </a:extLst>
          </p:cNvPr>
          <p:cNvGrpSpPr/>
          <p:nvPr/>
        </p:nvGrpSpPr>
        <p:grpSpPr>
          <a:xfrm>
            <a:off x="7830086" y="4972375"/>
            <a:ext cx="6912000" cy="576000"/>
            <a:chOff x="864000" y="4365450"/>
            <a:chExt cx="6912000" cy="576000"/>
          </a:xfrm>
        </p:grpSpPr>
        <p:sp>
          <p:nvSpPr>
            <p:cNvPr id="311" name="矩形: 圆角 310">
              <a:extLst>
                <a:ext uri="{FF2B5EF4-FFF2-40B4-BE49-F238E27FC236}">
                  <a16:creationId xmlns:a16="http://schemas.microsoft.com/office/drawing/2014/main" id="{28474BD7-4100-DFFA-2390-593A6DF2A2A5}"/>
                </a:ext>
              </a:extLst>
            </p:cNvPr>
            <p:cNvSpPr/>
            <p:nvPr/>
          </p:nvSpPr>
          <p:spPr>
            <a:xfrm>
              <a:off x="1440000" y="4365450"/>
              <a:ext cx="576000" cy="576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</a:rPr>
                <a:t>0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312" name="矩形: 圆角 311">
              <a:extLst>
                <a:ext uri="{FF2B5EF4-FFF2-40B4-BE49-F238E27FC236}">
                  <a16:creationId xmlns:a16="http://schemas.microsoft.com/office/drawing/2014/main" id="{F9B40F32-A5CE-3325-45A9-A455A8D6C625}"/>
                </a:ext>
              </a:extLst>
            </p:cNvPr>
            <p:cNvSpPr/>
            <p:nvPr/>
          </p:nvSpPr>
          <p:spPr>
            <a:xfrm>
              <a:off x="2016000" y="4365450"/>
              <a:ext cx="576000" cy="576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</a:rPr>
                <a:t>1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313" name="矩形: 圆角 312">
              <a:extLst>
                <a:ext uri="{FF2B5EF4-FFF2-40B4-BE49-F238E27FC236}">
                  <a16:creationId xmlns:a16="http://schemas.microsoft.com/office/drawing/2014/main" id="{D780B1C9-745F-134A-20AD-8BE737C961AE}"/>
                </a:ext>
              </a:extLst>
            </p:cNvPr>
            <p:cNvSpPr/>
            <p:nvPr/>
          </p:nvSpPr>
          <p:spPr>
            <a:xfrm>
              <a:off x="2592000" y="4365450"/>
              <a:ext cx="576000" cy="576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</a:rPr>
                <a:t>2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314" name="矩形: 圆角 313">
              <a:extLst>
                <a:ext uri="{FF2B5EF4-FFF2-40B4-BE49-F238E27FC236}">
                  <a16:creationId xmlns:a16="http://schemas.microsoft.com/office/drawing/2014/main" id="{A8374604-A1FD-852E-8BA4-7279DFBF36B4}"/>
                </a:ext>
              </a:extLst>
            </p:cNvPr>
            <p:cNvSpPr/>
            <p:nvPr/>
          </p:nvSpPr>
          <p:spPr>
            <a:xfrm>
              <a:off x="3168000" y="4365450"/>
              <a:ext cx="576000" cy="576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</a:rPr>
                <a:t>3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315" name="矩形: 圆角 314">
              <a:extLst>
                <a:ext uri="{FF2B5EF4-FFF2-40B4-BE49-F238E27FC236}">
                  <a16:creationId xmlns:a16="http://schemas.microsoft.com/office/drawing/2014/main" id="{7779469A-C998-AF7C-2220-49786A9955B6}"/>
                </a:ext>
              </a:extLst>
            </p:cNvPr>
            <p:cNvSpPr/>
            <p:nvPr/>
          </p:nvSpPr>
          <p:spPr>
            <a:xfrm>
              <a:off x="3744000" y="4365450"/>
              <a:ext cx="576000" cy="576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</a:rPr>
                <a:t>4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316" name="矩形: 圆角 315">
              <a:extLst>
                <a:ext uri="{FF2B5EF4-FFF2-40B4-BE49-F238E27FC236}">
                  <a16:creationId xmlns:a16="http://schemas.microsoft.com/office/drawing/2014/main" id="{EEBB308D-FCD2-9447-4A76-9CDB786E1BF3}"/>
                </a:ext>
              </a:extLst>
            </p:cNvPr>
            <p:cNvSpPr/>
            <p:nvPr/>
          </p:nvSpPr>
          <p:spPr>
            <a:xfrm>
              <a:off x="4320000" y="4365450"/>
              <a:ext cx="576000" cy="576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</a:rPr>
                <a:t>5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317" name="矩形: 圆角 316">
              <a:extLst>
                <a:ext uri="{FF2B5EF4-FFF2-40B4-BE49-F238E27FC236}">
                  <a16:creationId xmlns:a16="http://schemas.microsoft.com/office/drawing/2014/main" id="{833DE4CA-59C4-11BA-E22C-4CCD6BD7E273}"/>
                </a:ext>
              </a:extLst>
            </p:cNvPr>
            <p:cNvSpPr/>
            <p:nvPr/>
          </p:nvSpPr>
          <p:spPr>
            <a:xfrm>
              <a:off x="4896000" y="4365450"/>
              <a:ext cx="576000" cy="576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</a:rPr>
                <a:t>6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318" name="矩形: 圆角 317">
              <a:extLst>
                <a:ext uri="{FF2B5EF4-FFF2-40B4-BE49-F238E27FC236}">
                  <a16:creationId xmlns:a16="http://schemas.microsoft.com/office/drawing/2014/main" id="{FB785FA4-0277-9CC2-0DEC-F5FF8CC5D7D0}"/>
                </a:ext>
              </a:extLst>
            </p:cNvPr>
            <p:cNvSpPr/>
            <p:nvPr/>
          </p:nvSpPr>
          <p:spPr>
            <a:xfrm>
              <a:off x="5472000" y="4365450"/>
              <a:ext cx="576000" cy="576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</a:rPr>
                <a:t>7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319" name="矩形: 圆角 318">
              <a:extLst>
                <a:ext uri="{FF2B5EF4-FFF2-40B4-BE49-F238E27FC236}">
                  <a16:creationId xmlns:a16="http://schemas.microsoft.com/office/drawing/2014/main" id="{CBA66471-65D1-EF5B-2FFF-645697243A67}"/>
                </a:ext>
              </a:extLst>
            </p:cNvPr>
            <p:cNvSpPr/>
            <p:nvPr/>
          </p:nvSpPr>
          <p:spPr>
            <a:xfrm>
              <a:off x="6048000" y="4365450"/>
              <a:ext cx="576000" cy="576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</a:rPr>
                <a:t>8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320" name="矩形: 圆角 319">
              <a:extLst>
                <a:ext uri="{FF2B5EF4-FFF2-40B4-BE49-F238E27FC236}">
                  <a16:creationId xmlns:a16="http://schemas.microsoft.com/office/drawing/2014/main" id="{839AB24D-8788-D97F-5EB4-B53C5C963363}"/>
                </a:ext>
              </a:extLst>
            </p:cNvPr>
            <p:cNvSpPr/>
            <p:nvPr/>
          </p:nvSpPr>
          <p:spPr>
            <a:xfrm>
              <a:off x="6624000" y="4365450"/>
              <a:ext cx="576000" cy="576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</a:rPr>
                <a:t>9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321" name="矩形: 圆角 320">
              <a:extLst>
                <a:ext uri="{FF2B5EF4-FFF2-40B4-BE49-F238E27FC236}">
                  <a16:creationId xmlns:a16="http://schemas.microsoft.com/office/drawing/2014/main" id="{D0B4815F-417E-A7E2-4FA9-1BB9BE1BD2AC}"/>
                </a:ext>
              </a:extLst>
            </p:cNvPr>
            <p:cNvSpPr/>
            <p:nvPr/>
          </p:nvSpPr>
          <p:spPr>
            <a:xfrm>
              <a:off x="7200000" y="4365450"/>
              <a:ext cx="576000" cy="576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</a:rPr>
                <a:t>10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322" name="矩形: 圆角 321">
              <a:extLst>
                <a:ext uri="{FF2B5EF4-FFF2-40B4-BE49-F238E27FC236}">
                  <a16:creationId xmlns:a16="http://schemas.microsoft.com/office/drawing/2014/main" id="{2430515B-35D2-6276-9CE4-99B307A9A774}"/>
                </a:ext>
              </a:extLst>
            </p:cNvPr>
            <p:cNvSpPr/>
            <p:nvPr/>
          </p:nvSpPr>
          <p:spPr>
            <a:xfrm>
              <a:off x="864000" y="4365450"/>
              <a:ext cx="576000" cy="576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>
                  <a:solidFill>
                    <a:schemeClr val="tx1"/>
                  </a:solidFill>
                </a:rPr>
                <a:t>军</a:t>
              </a:r>
            </a:p>
          </p:txBody>
        </p:sp>
      </p:grpSp>
      <p:sp>
        <p:nvSpPr>
          <p:cNvPr id="257" name="矩形: 圆角 256">
            <a:extLst>
              <a:ext uri="{FF2B5EF4-FFF2-40B4-BE49-F238E27FC236}">
                <a16:creationId xmlns:a16="http://schemas.microsoft.com/office/drawing/2014/main" id="{BA499522-E4DE-AC7B-A159-FF98A69552B6}"/>
              </a:ext>
            </a:extLst>
          </p:cNvPr>
          <p:cNvSpPr/>
          <p:nvPr/>
        </p:nvSpPr>
        <p:spPr>
          <a:xfrm>
            <a:off x="10710086" y="1782790"/>
            <a:ext cx="1152000" cy="57600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</a:rPr>
              <a:t>北方</a:t>
            </a:r>
          </a:p>
        </p:txBody>
      </p:sp>
      <p:grpSp>
        <p:nvGrpSpPr>
          <p:cNvPr id="354" name="组合 353">
            <a:extLst>
              <a:ext uri="{FF2B5EF4-FFF2-40B4-BE49-F238E27FC236}">
                <a16:creationId xmlns:a16="http://schemas.microsoft.com/office/drawing/2014/main" id="{53E9FE73-BB8A-5D41-008A-9BA24A5AEB5C}"/>
              </a:ext>
            </a:extLst>
          </p:cNvPr>
          <p:cNvGrpSpPr/>
          <p:nvPr/>
        </p:nvGrpSpPr>
        <p:grpSpPr>
          <a:xfrm>
            <a:off x="7830086" y="3696541"/>
            <a:ext cx="4608000" cy="1152000"/>
            <a:chOff x="1440000" y="6480000"/>
            <a:chExt cx="4608000" cy="1152000"/>
          </a:xfrm>
        </p:grpSpPr>
        <p:sp>
          <p:nvSpPr>
            <p:cNvPr id="355" name="矩形: 圆角 354">
              <a:extLst>
                <a:ext uri="{FF2B5EF4-FFF2-40B4-BE49-F238E27FC236}">
                  <a16:creationId xmlns:a16="http://schemas.microsoft.com/office/drawing/2014/main" id="{862B2679-2C8B-8DFA-8A75-595E476973A1}"/>
                </a:ext>
              </a:extLst>
            </p:cNvPr>
            <p:cNvSpPr/>
            <p:nvPr/>
          </p:nvSpPr>
          <p:spPr>
            <a:xfrm>
              <a:off x="1440000" y="6480000"/>
              <a:ext cx="576000" cy="576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</a:rPr>
                <a:t>26</a:t>
              </a:r>
            </a:p>
            <a:p>
              <a:pPr algn="ctr"/>
              <a:r>
                <a:rPr lang="en-US" altLang="zh-CN" sz="1400" dirty="0">
                  <a:solidFill>
                    <a:schemeClr val="tx1"/>
                  </a:solidFill>
                </a:rPr>
                <a:t>VP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356" name="矩形: 圆角 355">
              <a:extLst>
                <a:ext uri="{FF2B5EF4-FFF2-40B4-BE49-F238E27FC236}">
                  <a16:creationId xmlns:a16="http://schemas.microsoft.com/office/drawing/2014/main" id="{52C2AA3A-5B49-ED74-580C-C3049BB57F6E}"/>
                </a:ext>
              </a:extLst>
            </p:cNvPr>
            <p:cNvSpPr/>
            <p:nvPr/>
          </p:nvSpPr>
          <p:spPr>
            <a:xfrm>
              <a:off x="2016000" y="6480000"/>
              <a:ext cx="576000" cy="576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</a:rPr>
                <a:t>28</a:t>
              </a:r>
            </a:p>
            <a:p>
              <a:pPr algn="ctr"/>
              <a:r>
                <a:rPr lang="en-US" altLang="zh-CN" sz="1400" dirty="0">
                  <a:solidFill>
                    <a:schemeClr val="tx1"/>
                  </a:solidFill>
                </a:rPr>
                <a:t>VP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357" name="矩形: 圆角 356">
              <a:extLst>
                <a:ext uri="{FF2B5EF4-FFF2-40B4-BE49-F238E27FC236}">
                  <a16:creationId xmlns:a16="http://schemas.microsoft.com/office/drawing/2014/main" id="{96806C1A-6248-509C-0498-7CEE49C742EE}"/>
                </a:ext>
              </a:extLst>
            </p:cNvPr>
            <p:cNvSpPr/>
            <p:nvPr/>
          </p:nvSpPr>
          <p:spPr>
            <a:xfrm>
              <a:off x="2592000" y="6480000"/>
              <a:ext cx="576000" cy="576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</a:rPr>
                <a:t>5J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358" name="矩形: 圆角 357">
              <a:extLst>
                <a:ext uri="{FF2B5EF4-FFF2-40B4-BE49-F238E27FC236}">
                  <a16:creationId xmlns:a16="http://schemas.microsoft.com/office/drawing/2014/main" id="{37DB268F-7789-24DF-4886-30ACD9DD4CC7}"/>
                </a:ext>
              </a:extLst>
            </p:cNvPr>
            <p:cNvSpPr/>
            <p:nvPr/>
          </p:nvSpPr>
          <p:spPr>
            <a:xfrm>
              <a:off x="3168000" y="6480000"/>
              <a:ext cx="576000" cy="576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</a:rPr>
                <a:t>30</a:t>
              </a:r>
            </a:p>
            <a:p>
              <a:pPr algn="ctr"/>
              <a:r>
                <a:rPr lang="en-US" altLang="zh-CN" sz="1400" dirty="0">
                  <a:solidFill>
                    <a:schemeClr val="tx1"/>
                  </a:solidFill>
                </a:rPr>
                <a:t>VP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359" name="矩形: 圆角 358">
              <a:extLst>
                <a:ext uri="{FF2B5EF4-FFF2-40B4-BE49-F238E27FC236}">
                  <a16:creationId xmlns:a16="http://schemas.microsoft.com/office/drawing/2014/main" id="{8F261A16-2D86-9BC6-3483-B98B390FAA98}"/>
                </a:ext>
              </a:extLst>
            </p:cNvPr>
            <p:cNvSpPr/>
            <p:nvPr/>
          </p:nvSpPr>
          <p:spPr>
            <a:xfrm>
              <a:off x="3744000" y="6480000"/>
              <a:ext cx="576000" cy="576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</a:rPr>
                <a:t>32</a:t>
              </a:r>
            </a:p>
            <a:p>
              <a:pPr algn="ctr"/>
              <a:r>
                <a:rPr lang="en-US" altLang="zh-CN" sz="1400" dirty="0">
                  <a:solidFill>
                    <a:schemeClr val="tx1"/>
                  </a:solidFill>
                </a:rPr>
                <a:t>VP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360" name="矩形: 圆角 359">
              <a:extLst>
                <a:ext uri="{FF2B5EF4-FFF2-40B4-BE49-F238E27FC236}">
                  <a16:creationId xmlns:a16="http://schemas.microsoft.com/office/drawing/2014/main" id="{2E98BB33-BE45-FFC2-5935-1832D4C7CF04}"/>
                </a:ext>
              </a:extLst>
            </p:cNvPr>
            <p:cNvSpPr/>
            <p:nvPr/>
          </p:nvSpPr>
          <p:spPr>
            <a:xfrm>
              <a:off x="4320000" y="6480000"/>
              <a:ext cx="576000" cy="576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</a:rPr>
                <a:t>34</a:t>
              </a:r>
            </a:p>
            <a:p>
              <a:pPr algn="ctr"/>
              <a:r>
                <a:rPr lang="en-US" altLang="zh-CN" sz="1400" dirty="0">
                  <a:solidFill>
                    <a:schemeClr val="tx1"/>
                  </a:solidFill>
                </a:rPr>
                <a:t>VP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361" name="矩形: 圆角 360">
              <a:extLst>
                <a:ext uri="{FF2B5EF4-FFF2-40B4-BE49-F238E27FC236}">
                  <a16:creationId xmlns:a16="http://schemas.microsoft.com/office/drawing/2014/main" id="{C4E028F6-473E-96BC-4936-91A8069FF79C}"/>
                </a:ext>
              </a:extLst>
            </p:cNvPr>
            <p:cNvSpPr/>
            <p:nvPr/>
          </p:nvSpPr>
          <p:spPr>
            <a:xfrm>
              <a:off x="4896000" y="6480000"/>
              <a:ext cx="576000" cy="576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</a:rPr>
                <a:t>36</a:t>
              </a:r>
            </a:p>
            <a:p>
              <a:pPr algn="ctr"/>
              <a:r>
                <a:rPr lang="en-US" altLang="zh-CN" sz="1400" dirty="0">
                  <a:solidFill>
                    <a:schemeClr val="tx1"/>
                  </a:solidFill>
                </a:rPr>
                <a:t>VP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362" name="矩形: 圆角 361">
              <a:extLst>
                <a:ext uri="{FF2B5EF4-FFF2-40B4-BE49-F238E27FC236}">
                  <a16:creationId xmlns:a16="http://schemas.microsoft.com/office/drawing/2014/main" id="{F3171E30-1C96-46B8-C5A2-C463B3A9B2F9}"/>
                </a:ext>
              </a:extLst>
            </p:cNvPr>
            <p:cNvSpPr/>
            <p:nvPr/>
          </p:nvSpPr>
          <p:spPr>
            <a:xfrm>
              <a:off x="5472000" y="6480000"/>
              <a:ext cx="576000" cy="576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</a:rPr>
                <a:t>6J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363" name="矩形: 圆角 362">
              <a:extLst>
                <a:ext uri="{FF2B5EF4-FFF2-40B4-BE49-F238E27FC236}">
                  <a16:creationId xmlns:a16="http://schemas.microsoft.com/office/drawing/2014/main" id="{01A8F02E-843E-CB4D-EE4F-2E3AE5281B64}"/>
                </a:ext>
              </a:extLst>
            </p:cNvPr>
            <p:cNvSpPr/>
            <p:nvPr/>
          </p:nvSpPr>
          <p:spPr>
            <a:xfrm>
              <a:off x="1440000" y="7056000"/>
              <a:ext cx="576000" cy="576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</a:rPr>
                <a:t>38</a:t>
              </a:r>
            </a:p>
            <a:p>
              <a:pPr algn="ctr"/>
              <a:r>
                <a:rPr lang="en-US" altLang="zh-CN" sz="1400" dirty="0">
                  <a:solidFill>
                    <a:schemeClr val="tx1"/>
                  </a:solidFill>
                </a:rPr>
                <a:t>VP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364" name="矩形: 圆角 363">
              <a:extLst>
                <a:ext uri="{FF2B5EF4-FFF2-40B4-BE49-F238E27FC236}">
                  <a16:creationId xmlns:a16="http://schemas.microsoft.com/office/drawing/2014/main" id="{F30B8A89-E6E7-684F-E692-293C80FBCE56}"/>
                </a:ext>
              </a:extLst>
            </p:cNvPr>
            <p:cNvSpPr/>
            <p:nvPr/>
          </p:nvSpPr>
          <p:spPr>
            <a:xfrm>
              <a:off x="2016000" y="7056000"/>
              <a:ext cx="576000" cy="576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</a:rPr>
                <a:t>40</a:t>
              </a:r>
            </a:p>
            <a:p>
              <a:pPr algn="ctr"/>
              <a:r>
                <a:rPr lang="en-US" altLang="zh-CN" sz="1400" dirty="0">
                  <a:solidFill>
                    <a:schemeClr val="tx1"/>
                  </a:solidFill>
                </a:rPr>
                <a:t>VP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365" name="矩形: 圆角 364">
              <a:extLst>
                <a:ext uri="{FF2B5EF4-FFF2-40B4-BE49-F238E27FC236}">
                  <a16:creationId xmlns:a16="http://schemas.microsoft.com/office/drawing/2014/main" id="{80627111-CE10-FE1D-0ACF-4170FC03550B}"/>
                </a:ext>
              </a:extLst>
            </p:cNvPr>
            <p:cNvSpPr/>
            <p:nvPr/>
          </p:nvSpPr>
          <p:spPr>
            <a:xfrm>
              <a:off x="2592000" y="7056000"/>
              <a:ext cx="576000" cy="576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</a:rPr>
                <a:t>42</a:t>
              </a:r>
            </a:p>
            <a:p>
              <a:pPr algn="ctr"/>
              <a:r>
                <a:rPr lang="en-US" altLang="zh-CN" sz="1400" dirty="0">
                  <a:solidFill>
                    <a:schemeClr val="tx1"/>
                  </a:solidFill>
                </a:rPr>
                <a:t>VP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366" name="矩形: 圆角 365">
              <a:extLst>
                <a:ext uri="{FF2B5EF4-FFF2-40B4-BE49-F238E27FC236}">
                  <a16:creationId xmlns:a16="http://schemas.microsoft.com/office/drawing/2014/main" id="{1E338984-87EF-A818-3535-9BD7309619BC}"/>
                </a:ext>
              </a:extLst>
            </p:cNvPr>
            <p:cNvSpPr/>
            <p:nvPr/>
          </p:nvSpPr>
          <p:spPr>
            <a:xfrm>
              <a:off x="3168000" y="7056000"/>
              <a:ext cx="576000" cy="576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</a:rPr>
                <a:t>44</a:t>
              </a:r>
            </a:p>
            <a:p>
              <a:pPr algn="ctr"/>
              <a:r>
                <a:rPr lang="en-US" altLang="zh-CN" sz="1400" dirty="0">
                  <a:solidFill>
                    <a:schemeClr val="tx1"/>
                  </a:solidFill>
                </a:rPr>
                <a:t>VP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367" name="矩形: 圆角 366">
              <a:extLst>
                <a:ext uri="{FF2B5EF4-FFF2-40B4-BE49-F238E27FC236}">
                  <a16:creationId xmlns:a16="http://schemas.microsoft.com/office/drawing/2014/main" id="{87F449A7-224D-26E0-77D0-6B716D88FFD7}"/>
                </a:ext>
              </a:extLst>
            </p:cNvPr>
            <p:cNvSpPr/>
            <p:nvPr/>
          </p:nvSpPr>
          <p:spPr>
            <a:xfrm>
              <a:off x="3744000" y="7056000"/>
              <a:ext cx="576000" cy="576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</a:rPr>
                <a:t>7J</a:t>
              </a:r>
            </a:p>
          </p:txBody>
        </p:sp>
        <p:sp>
          <p:nvSpPr>
            <p:cNvPr id="368" name="矩形: 圆角 367">
              <a:extLst>
                <a:ext uri="{FF2B5EF4-FFF2-40B4-BE49-F238E27FC236}">
                  <a16:creationId xmlns:a16="http://schemas.microsoft.com/office/drawing/2014/main" id="{A4F518D4-2DF9-B75A-D05F-1476170AA449}"/>
                </a:ext>
              </a:extLst>
            </p:cNvPr>
            <p:cNvSpPr/>
            <p:nvPr/>
          </p:nvSpPr>
          <p:spPr>
            <a:xfrm>
              <a:off x="4320000" y="7056000"/>
              <a:ext cx="576000" cy="576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</a:rPr>
                <a:t>46</a:t>
              </a:r>
            </a:p>
            <a:p>
              <a:pPr algn="ctr"/>
              <a:r>
                <a:rPr lang="en-US" altLang="zh-CN" sz="1400" dirty="0">
                  <a:solidFill>
                    <a:schemeClr val="tx1"/>
                  </a:solidFill>
                </a:rPr>
                <a:t>VP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369" name="矩形: 圆角 368">
              <a:extLst>
                <a:ext uri="{FF2B5EF4-FFF2-40B4-BE49-F238E27FC236}">
                  <a16:creationId xmlns:a16="http://schemas.microsoft.com/office/drawing/2014/main" id="{1E8C8DB2-1AEF-976F-C62D-F32F89C201DF}"/>
                </a:ext>
              </a:extLst>
            </p:cNvPr>
            <p:cNvSpPr/>
            <p:nvPr/>
          </p:nvSpPr>
          <p:spPr>
            <a:xfrm>
              <a:off x="4896000" y="7056000"/>
              <a:ext cx="576000" cy="576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</a:rPr>
                <a:t>48</a:t>
              </a:r>
            </a:p>
            <a:p>
              <a:pPr algn="ctr"/>
              <a:r>
                <a:rPr lang="en-US" altLang="zh-CN" sz="1400" dirty="0">
                  <a:solidFill>
                    <a:schemeClr val="tx1"/>
                  </a:solidFill>
                </a:rPr>
                <a:t>VP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370" name="矩形: 圆角 369">
              <a:extLst>
                <a:ext uri="{FF2B5EF4-FFF2-40B4-BE49-F238E27FC236}">
                  <a16:creationId xmlns:a16="http://schemas.microsoft.com/office/drawing/2014/main" id="{68DB495C-3532-C110-1E33-924E67F5B1FB}"/>
                </a:ext>
              </a:extLst>
            </p:cNvPr>
            <p:cNvSpPr/>
            <p:nvPr/>
          </p:nvSpPr>
          <p:spPr>
            <a:xfrm>
              <a:off x="5472000" y="7056000"/>
              <a:ext cx="576000" cy="576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</a:rPr>
                <a:t>50</a:t>
              </a:r>
            </a:p>
            <a:p>
              <a:pPr algn="ctr"/>
              <a:r>
                <a:rPr lang="en-US" altLang="zh-CN" sz="1400" dirty="0">
                  <a:solidFill>
                    <a:schemeClr val="tx1"/>
                  </a:solidFill>
                </a:rPr>
                <a:t>VP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387" name="组合 386">
            <a:extLst>
              <a:ext uri="{FF2B5EF4-FFF2-40B4-BE49-F238E27FC236}">
                <a16:creationId xmlns:a16="http://schemas.microsoft.com/office/drawing/2014/main" id="{9836731A-CE10-EA73-0F6D-4028ABD6AB22}"/>
              </a:ext>
            </a:extLst>
          </p:cNvPr>
          <p:cNvGrpSpPr/>
          <p:nvPr/>
        </p:nvGrpSpPr>
        <p:grpSpPr>
          <a:xfrm>
            <a:off x="7830086" y="2451665"/>
            <a:ext cx="4608000" cy="1152000"/>
            <a:chOff x="1440000" y="6480000"/>
            <a:chExt cx="4608000" cy="1152000"/>
          </a:xfrm>
        </p:grpSpPr>
        <p:sp>
          <p:nvSpPr>
            <p:cNvPr id="388" name="矩形: 圆角 387">
              <a:extLst>
                <a:ext uri="{FF2B5EF4-FFF2-40B4-BE49-F238E27FC236}">
                  <a16:creationId xmlns:a16="http://schemas.microsoft.com/office/drawing/2014/main" id="{C534B522-476F-450C-F81F-3B7E96CD261D}"/>
                </a:ext>
              </a:extLst>
            </p:cNvPr>
            <p:cNvSpPr/>
            <p:nvPr/>
          </p:nvSpPr>
          <p:spPr>
            <a:xfrm>
              <a:off x="1440000" y="6480000"/>
              <a:ext cx="576000" cy="576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</a:rPr>
                <a:t>2VP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389" name="矩形: 圆角 388">
              <a:extLst>
                <a:ext uri="{FF2B5EF4-FFF2-40B4-BE49-F238E27FC236}">
                  <a16:creationId xmlns:a16="http://schemas.microsoft.com/office/drawing/2014/main" id="{763E7769-21FB-091B-9150-CB343A778114}"/>
                </a:ext>
              </a:extLst>
            </p:cNvPr>
            <p:cNvSpPr/>
            <p:nvPr/>
          </p:nvSpPr>
          <p:spPr>
            <a:xfrm>
              <a:off x="2016000" y="6480000"/>
              <a:ext cx="576000" cy="576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</a:rPr>
                <a:t>1J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390" name="矩形: 圆角 389">
              <a:extLst>
                <a:ext uri="{FF2B5EF4-FFF2-40B4-BE49-F238E27FC236}">
                  <a16:creationId xmlns:a16="http://schemas.microsoft.com/office/drawing/2014/main" id="{35D06E3B-DCD9-C0DB-80E2-BA6CCAF458A7}"/>
                </a:ext>
              </a:extLst>
            </p:cNvPr>
            <p:cNvSpPr/>
            <p:nvPr/>
          </p:nvSpPr>
          <p:spPr>
            <a:xfrm>
              <a:off x="2592000" y="6480000"/>
              <a:ext cx="576000" cy="576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</a:rPr>
                <a:t>4VP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391" name="矩形: 圆角 390">
              <a:extLst>
                <a:ext uri="{FF2B5EF4-FFF2-40B4-BE49-F238E27FC236}">
                  <a16:creationId xmlns:a16="http://schemas.microsoft.com/office/drawing/2014/main" id="{9FF22116-0BC9-BC0D-D7BB-DB4C8B882B5B}"/>
                </a:ext>
              </a:extLst>
            </p:cNvPr>
            <p:cNvSpPr/>
            <p:nvPr/>
          </p:nvSpPr>
          <p:spPr>
            <a:xfrm>
              <a:off x="3168000" y="6480000"/>
              <a:ext cx="576000" cy="576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</a:rPr>
                <a:t>6VP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392" name="矩形: 圆角 391">
              <a:extLst>
                <a:ext uri="{FF2B5EF4-FFF2-40B4-BE49-F238E27FC236}">
                  <a16:creationId xmlns:a16="http://schemas.microsoft.com/office/drawing/2014/main" id="{E1951531-7EE5-E6C0-F19A-15214A19A345}"/>
                </a:ext>
              </a:extLst>
            </p:cNvPr>
            <p:cNvSpPr/>
            <p:nvPr/>
          </p:nvSpPr>
          <p:spPr>
            <a:xfrm>
              <a:off x="3744000" y="6480000"/>
              <a:ext cx="576000" cy="576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</a:rPr>
                <a:t>2J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393" name="矩形: 圆角 392">
              <a:extLst>
                <a:ext uri="{FF2B5EF4-FFF2-40B4-BE49-F238E27FC236}">
                  <a16:creationId xmlns:a16="http://schemas.microsoft.com/office/drawing/2014/main" id="{225DE7C8-0F71-1C7F-4013-DDED618B93BD}"/>
                </a:ext>
              </a:extLst>
            </p:cNvPr>
            <p:cNvSpPr/>
            <p:nvPr/>
          </p:nvSpPr>
          <p:spPr>
            <a:xfrm>
              <a:off x="4320000" y="6480000"/>
              <a:ext cx="576000" cy="576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</a:rPr>
                <a:t>8VP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394" name="矩形: 圆角 393">
              <a:extLst>
                <a:ext uri="{FF2B5EF4-FFF2-40B4-BE49-F238E27FC236}">
                  <a16:creationId xmlns:a16="http://schemas.microsoft.com/office/drawing/2014/main" id="{07064B2B-34F2-DBA7-148D-580B3C853E76}"/>
                </a:ext>
              </a:extLst>
            </p:cNvPr>
            <p:cNvSpPr/>
            <p:nvPr/>
          </p:nvSpPr>
          <p:spPr>
            <a:xfrm>
              <a:off x="4896000" y="6480000"/>
              <a:ext cx="576000" cy="576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</a:rPr>
                <a:t>10</a:t>
              </a:r>
            </a:p>
            <a:p>
              <a:pPr algn="ctr"/>
              <a:r>
                <a:rPr lang="en-US" altLang="zh-CN" sz="1400" dirty="0">
                  <a:solidFill>
                    <a:schemeClr val="tx1"/>
                  </a:solidFill>
                </a:rPr>
                <a:t>VP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395" name="矩形: 圆角 394">
              <a:extLst>
                <a:ext uri="{FF2B5EF4-FFF2-40B4-BE49-F238E27FC236}">
                  <a16:creationId xmlns:a16="http://schemas.microsoft.com/office/drawing/2014/main" id="{0426C563-D516-77E7-9CA3-D5215F791ED0}"/>
                </a:ext>
              </a:extLst>
            </p:cNvPr>
            <p:cNvSpPr/>
            <p:nvPr/>
          </p:nvSpPr>
          <p:spPr>
            <a:xfrm>
              <a:off x="5472000" y="6480000"/>
              <a:ext cx="576000" cy="576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</a:rPr>
                <a:t>12</a:t>
              </a:r>
            </a:p>
            <a:p>
              <a:pPr algn="ctr"/>
              <a:r>
                <a:rPr lang="en-US" altLang="zh-CN" sz="1400" dirty="0">
                  <a:solidFill>
                    <a:schemeClr val="tx1"/>
                  </a:solidFill>
                </a:rPr>
                <a:t>VP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396" name="矩形: 圆角 395">
              <a:extLst>
                <a:ext uri="{FF2B5EF4-FFF2-40B4-BE49-F238E27FC236}">
                  <a16:creationId xmlns:a16="http://schemas.microsoft.com/office/drawing/2014/main" id="{69C188A0-B50C-ABC4-1161-8DF1A04EC036}"/>
                </a:ext>
              </a:extLst>
            </p:cNvPr>
            <p:cNvSpPr/>
            <p:nvPr/>
          </p:nvSpPr>
          <p:spPr>
            <a:xfrm>
              <a:off x="1440000" y="7056000"/>
              <a:ext cx="576000" cy="576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</a:rPr>
                <a:t>3J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397" name="矩形: 圆角 396">
              <a:extLst>
                <a:ext uri="{FF2B5EF4-FFF2-40B4-BE49-F238E27FC236}">
                  <a16:creationId xmlns:a16="http://schemas.microsoft.com/office/drawing/2014/main" id="{A41BA7C7-16CD-54A4-D530-CC4965D62B27}"/>
                </a:ext>
              </a:extLst>
            </p:cNvPr>
            <p:cNvSpPr/>
            <p:nvPr/>
          </p:nvSpPr>
          <p:spPr>
            <a:xfrm>
              <a:off x="2016000" y="7056000"/>
              <a:ext cx="576000" cy="576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</a:rPr>
                <a:t>14</a:t>
              </a:r>
            </a:p>
            <a:p>
              <a:pPr algn="ctr"/>
              <a:r>
                <a:rPr lang="en-US" altLang="zh-CN" sz="1400" dirty="0">
                  <a:solidFill>
                    <a:schemeClr val="tx1"/>
                  </a:solidFill>
                </a:rPr>
                <a:t>VP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398" name="矩形: 圆角 397">
              <a:extLst>
                <a:ext uri="{FF2B5EF4-FFF2-40B4-BE49-F238E27FC236}">
                  <a16:creationId xmlns:a16="http://schemas.microsoft.com/office/drawing/2014/main" id="{3601DF73-2789-E674-B25F-E29D2F329691}"/>
                </a:ext>
              </a:extLst>
            </p:cNvPr>
            <p:cNvSpPr/>
            <p:nvPr/>
          </p:nvSpPr>
          <p:spPr>
            <a:xfrm>
              <a:off x="2592000" y="7056000"/>
              <a:ext cx="576000" cy="576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</a:rPr>
                <a:t>16</a:t>
              </a:r>
            </a:p>
            <a:p>
              <a:pPr algn="ctr"/>
              <a:r>
                <a:rPr lang="en-US" altLang="zh-CN" sz="1400" dirty="0">
                  <a:solidFill>
                    <a:schemeClr val="tx1"/>
                  </a:solidFill>
                </a:rPr>
                <a:t>VP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399" name="矩形: 圆角 398">
              <a:extLst>
                <a:ext uri="{FF2B5EF4-FFF2-40B4-BE49-F238E27FC236}">
                  <a16:creationId xmlns:a16="http://schemas.microsoft.com/office/drawing/2014/main" id="{3692FA5E-9A2B-3492-9E9E-96FEC351593E}"/>
                </a:ext>
              </a:extLst>
            </p:cNvPr>
            <p:cNvSpPr/>
            <p:nvPr/>
          </p:nvSpPr>
          <p:spPr>
            <a:xfrm>
              <a:off x="3168000" y="7056000"/>
              <a:ext cx="576000" cy="576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</a:rPr>
                <a:t>18</a:t>
              </a:r>
            </a:p>
            <a:p>
              <a:pPr algn="ctr"/>
              <a:r>
                <a:rPr lang="en-US" altLang="zh-CN" sz="1400" dirty="0">
                  <a:solidFill>
                    <a:schemeClr val="tx1"/>
                  </a:solidFill>
                </a:rPr>
                <a:t>VP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400" name="矩形: 圆角 399">
              <a:extLst>
                <a:ext uri="{FF2B5EF4-FFF2-40B4-BE49-F238E27FC236}">
                  <a16:creationId xmlns:a16="http://schemas.microsoft.com/office/drawing/2014/main" id="{0EFBFBE7-44DC-DEB4-4134-085965A18369}"/>
                </a:ext>
              </a:extLst>
            </p:cNvPr>
            <p:cNvSpPr/>
            <p:nvPr/>
          </p:nvSpPr>
          <p:spPr>
            <a:xfrm>
              <a:off x="3744000" y="7056000"/>
              <a:ext cx="576000" cy="576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</a:rPr>
                <a:t>20</a:t>
              </a:r>
            </a:p>
            <a:p>
              <a:pPr algn="ctr"/>
              <a:r>
                <a:rPr lang="en-US" altLang="zh-CN" sz="1400" dirty="0">
                  <a:solidFill>
                    <a:schemeClr val="tx1"/>
                  </a:solidFill>
                </a:rPr>
                <a:t>VP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401" name="矩形: 圆角 400">
              <a:extLst>
                <a:ext uri="{FF2B5EF4-FFF2-40B4-BE49-F238E27FC236}">
                  <a16:creationId xmlns:a16="http://schemas.microsoft.com/office/drawing/2014/main" id="{689951DD-3D89-2BB8-1917-8532AB33CDE2}"/>
                </a:ext>
              </a:extLst>
            </p:cNvPr>
            <p:cNvSpPr/>
            <p:nvPr/>
          </p:nvSpPr>
          <p:spPr>
            <a:xfrm>
              <a:off x="4320000" y="7056000"/>
              <a:ext cx="576000" cy="576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</a:rPr>
                <a:t>4J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402" name="矩形: 圆角 401">
              <a:extLst>
                <a:ext uri="{FF2B5EF4-FFF2-40B4-BE49-F238E27FC236}">
                  <a16:creationId xmlns:a16="http://schemas.microsoft.com/office/drawing/2014/main" id="{B9F7D312-6FFD-6578-C666-6A0A895406C1}"/>
                </a:ext>
              </a:extLst>
            </p:cNvPr>
            <p:cNvSpPr/>
            <p:nvPr/>
          </p:nvSpPr>
          <p:spPr>
            <a:xfrm>
              <a:off x="4896000" y="7056000"/>
              <a:ext cx="576000" cy="576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</a:rPr>
                <a:t>22</a:t>
              </a:r>
            </a:p>
            <a:p>
              <a:pPr algn="ctr"/>
              <a:r>
                <a:rPr lang="en-US" altLang="zh-CN" sz="1400" dirty="0">
                  <a:solidFill>
                    <a:schemeClr val="tx1"/>
                  </a:solidFill>
                </a:rPr>
                <a:t>VP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403" name="矩形: 圆角 402">
              <a:extLst>
                <a:ext uri="{FF2B5EF4-FFF2-40B4-BE49-F238E27FC236}">
                  <a16:creationId xmlns:a16="http://schemas.microsoft.com/office/drawing/2014/main" id="{3E015A75-5492-F571-5F37-9F62D01B4D3A}"/>
                </a:ext>
              </a:extLst>
            </p:cNvPr>
            <p:cNvSpPr/>
            <p:nvPr/>
          </p:nvSpPr>
          <p:spPr>
            <a:xfrm>
              <a:off x="5472000" y="7056000"/>
              <a:ext cx="576000" cy="576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</a:rPr>
                <a:t>24</a:t>
              </a:r>
            </a:p>
            <a:p>
              <a:pPr algn="ctr"/>
              <a:r>
                <a:rPr lang="en-US" altLang="zh-CN" sz="1400" dirty="0">
                  <a:solidFill>
                    <a:schemeClr val="tx1"/>
                  </a:solidFill>
                </a:rPr>
                <a:t>VP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423" name="组合 422">
            <a:extLst>
              <a:ext uri="{FF2B5EF4-FFF2-40B4-BE49-F238E27FC236}">
                <a16:creationId xmlns:a16="http://schemas.microsoft.com/office/drawing/2014/main" id="{44856253-D2F8-19A6-B898-26FA19D27139}"/>
              </a:ext>
            </a:extLst>
          </p:cNvPr>
          <p:cNvGrpSpPr/>
          <p:nvPr/>
        </p:nvGrpSpPr>
        <p:grpSpPr>
          <a:xfrm>
            <a:off x="7830086" y="6793251"/>
            <a:ext cx="5760000" cy="2427834"/>
            <a:chOff x="7830086" y="6793251"/>
            <a:chExt cx="5760000" cy="2427834"/>
          </a:xfrm>
        </p:grpSpPr>
        <p:grpSp>
          <p:nvGrpSpPr>
            <p:cNvPr id="62" name="组合 61">
              <a:extLst>
                <a:ext uri="{FF2B5EF4-FFF2-40B4-BE49-F238E27FC236}">
                  <a16:creationId xmlns:a16="http://schemas.microsoft.com/office/drawing/2014/main" id="{546BC753-9793-4AD3-F336-BB08B4C6A360}"/>
                </a:ext>
              </a:extLst>
            </p:cNvPr>
            <p:cNvGrpSpPr/>
            <p:nvPr/>
          </p:nvGrpSpPr>
          <p:grpSpPr>
            <a:xfrm>
              <a:off x="7830086" y="7493085"/>
              <a:ext cx="5760000" cy="576000"/>
              <a:chOff x="864000" y="4365450"/>
              <a:chExt cx="5760000" cy="576000"/>
            </a:xfrm>
          </p:grpSpPr>
          <p:sp>
            <p:nvSpPr>
              <p:cNvPr id="323" name="矩形: 圆角 322">
                <a:extLst>
                  <a:ext uri="{FF2B5EF4-FFF2-40B4-BE49-F238E27FC236}">
                    <a16:creationId xmlns:a16="http://schemas.microsoft.com/office/drawing/2014/main" id="{BF878A3D-A979-4359-D654-EEF003DF9C5B}"/>
                  </a:ext>
                </a:extLst>
              </p:cNvPr>
              <p:cNvSpPr/>
              <p:nvPr/>
            </p:nvSpPr>
            <p:spPr>
              <a:xfrm>
                <a:off x="1440000" y="436545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1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24" name="矩形: 圆角 323">
                <a:extLst>
                  <a:ext uri="{FF2B5EF4-FFF2-40B4-BE49-F238E27FC236}">
                    <a16:creationId xmlns:a16="http://schemas.microsoft.com/office/drawing/2014/main" id="{66FC79C7-785A-86AA-19A2-F12B2EA99699}"/>
                  </a:ext>
                </a:extLst>
              </p:cNvPr>
              <p:cNvSpPr/>
              <p:nvPr/>
            </p:nvSpPr>
            <p:spPr>
              <a:xfrm>
                <a:off x="2016000" y="436545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2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25" name="矩形: 圆角 324">
                <a:extLst>
                  <a:ext uri="{FF2B5EF4-FFF2-40B4-BE49-F238E27FC236}">
                    <a16:creationId xmlns:a16="http://schemas.microsoft.com/office/drawing/2014/main" id="{5107F576-C091-856D-5361-1C96142AB9C0}"/>
                  </a:ext>
                </a:extLst>
              </p:cNvPr>
              <p:cNvSpPr/>
              <p:nvPr/>
            </p:nvSpPr>
            <p:spPr>
              <a:xfrm>
                <a:off x="2592000" y="436545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4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26" name="矩形: 圆角 325">
                <a:extLst>
                  <a:ext uri="{FF2B5EF4-FFF2-40B4-BE49-F238E27FC236}">
                    <a16:creationId xmlns:a16="http://schemas.microsoft.com/office/drawing/2014/main" id="{7A22BDB0-02B5-932F-24BD-B4798DAB0A42}"/>
                  </a:ext>
                </a:extLst>
              </p:cNvPr>
              <p:cNvSpPr/>
              <p:nvPr/>
            </p:nvSpPr>
            <p:spPr>
              <a:xfrm>
                <a:off x="3168000" y="436545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7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27" name="矩形: 圆角 326">
                <a:extLst>
                  <a:ext uri="{FF2B5EF4-FFF2-40B4-BE49-F238E27FC236}">
                    <a16:creationId xmlns:a16="http://schemas.microsoft.com/office/drawing/2014/main" id="{495793BA-53AC-C679-67C3-B22828FFF13A}"/>
                  </a:ext>
                </a:extLst>
              </p:cNvPr>
              <p:cNvSpPr/>
              <p:nvPr/>
            </p:nvSpPr>
            <p:spPr>
              <a:xfrm>
                <a:off x="3744000" y="436545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11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28" name="矩形: 圆角 327">
                <a:extLst>
                  <a:ext uri="{FF2B5EF4-FFF2-40B4-BE49-F238E27FC236}">
                    <a16:creationId xmlns:a16="http://schemas.microsoft.com/office/drawing/2014/main" id="{50345D12-9828-C88D-1A03-F54D9407B194}"/>
                  </a:ext>
                </a:extLst>
              </p:cNvPr>
              <p:cNvSpPr/>
              <p:nvPr/>
            </p:nvSpPr>
            <p:spPr>
              <a:xfrm>
                <a:off x="4320000" y="436545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16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29" name="矩形: 圆角 328">
                <a:extLst>
                  <a:ext uri="{FF2B5EF4-FFF2-40B4-BE49-F238E27FC236}">
                    <a16:creationId xmlns:a16="http://schemas.microsoft.com/office/drawing/2014/main" id="{EBB5B2BE-21D9-4C40-04A5-BC3C9ABCCF73}"/>
                  </a:ext>
                </a:extLst>
              </p:cNvPr>
              <p:cNvSpPr/>
              <p:nvPr/>
            </p:nvSpPr>
            <p:spPr>
              <a:xfrm>
                <a:off x="4896000" y="436545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22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30" name="矩形: 圆角 329">
                <a:extLst>
                  <a:ext uri="{FF2B5EF4-FFF2-40B4-BE49-F238E27FC236}">
                    <a16:creationId xmlns:a16="http://schemas.microsoft.com/office/drawing/2014/main" id="{92B24350-1A97-646C-723D-F12F924246FC}"/>
                  </a:ext>
                </a:extLst>
              </p:cNvPr>
              <p:cNvSpPr/>
              <p:nvPr/>
            </p:nvSpPr>
            <p:spPr>
              <a:xfrm>
                <a:off x="5472000" y="436545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29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31" name="矩形: 圆角 330">
                <a:extLst>
                  <a:ext uri="{FF2B5EF4-FFF2-40B4-BE49-F238E27FC236}">
                    <a16:creationId xmlns:a16="http://schemas.microsoft.com/office/drawing/2014/main" id="{79FC822F-62F4-8EDC-FB93-2A5B052B5E3D}"/>
                  </a:ext>
                </a:extLst>
              </p:cNvPr>
              <p:cNvSpPr/>
              <p:nvPr/>
            </p:nvSpPr>
            <p:spPr>
              <a:xfrm>
                <a:off x="6048000" y="436545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37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34" name="矩形: 圆角 333">
                <a:extLst>
                  <a:ext uri="{FF2B5EF4-FFF2-40B4-BE49-F238E27FC236}">
                    <a16:creationId xmlns:a16="http://schemas.microsoft.com/office/drawing/2014/main" id="{D08AB605-388C-BC09-0533-48F8F78C7624}"/>
                  </a:ext>
                </a:extLst>
              </p:cNvPr>
              <p:cNvSpPr/>
              <p:nvPr/>
            </p:nvSpPr>
            <p:spPr>
              <a:xfrm>
                <a:off x="864000" y="436545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400" dirty="0">
                    <a:solidFill>
                      <a:schemeClr val="tx1"/>
                    </a:solidFill>
                  </a:rPr>
                  <a:t>儒</a:t>
                </a:r>
              </a:p>
            </p:txBody>
          </p:sp>
        </p:grpSp>
        <p:sp>
          <p:nvSpPr>
            <p:cNvPr id="335" name="矩形: 圆角 334">
              <a:extLst>
                <a:ext uri="{FF2B5EF4-FFF2-40B4-BE49-F238E27FC236}">
                  <a16:creationId xmlns:a16="http://schemas.microsoft.com/office/drawing/2014/main" id="{68E18019-F985-C4D7-C5E4-9559B520142C}"/>
                </a:ext>
              </a:extLst>
            </p:cNvPr>
            <p:cNvSpPr/>
            <p:nvPr/>
          </p:nvSpPr>
          <p:spPr>
            <a:xfrm>
              <a:off x="10134086" y="6793251"/>
              <a:ext cx="1152000" cy="576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>
                  <a:solidFill>
                    <a:schemeClr val="tx1"/>
                  </a:solidFill>
                </a:rPr>
                <a:t>文化</a:t>
              </a:r>
            </a:p>
          </p:txBody>
        </p:sp>
        <p:grpSp>
          <p:nvGrpSpPr>
            <p:cNvPr id="336" name="组合 335">
              <a:extLst>
                <a:ext uri="{FF2B5EF4-FFF2-40B4-BE49-F238E27FC236}">
                  <a16:creationId xmlns:a16="http://schemas.microsoft.com/office/drawing/2014/main" id="{27A59A49-F0AF-F351-CDDF-624C81F42229}"/>
                </a:ext>
              </a:extLst>
            </p:cNvPr>
            <p:cNvGrpSpPr/>
            <p:nvPr/>
          </p:nvGrpSpPr>
          <p:grpSpPr>
            <a:xfrm>
              <a:off x="7830086" y="8069085"/>
              <a:ext cx="5760000" cy="576000"/>
              <a:chOff x="864000" y="4365450"/>
              <a:chExt cx="5760000" cy="576000"/>
            </a:xfrm>
          </p:grpSpPr>
          <p:sp>
            <p:nvSpPr>
              <p:cNvPr id="337" name="矩形: 圆角 336">
                <a:extLst>
                  <a:ext uri="{FF2B5EF4-FFF2-40B4-BE49-F238E27FC236}">
                    <a16:creationId xmlns:a16="http://schemas.microsoft.com/office/drawing/2014/main" id="{5495B2E9-25A6-522D-F4F0-43B63EABC657}"/>
                  </a:ext>
                </a:extLst>
              </p:cNvPr>
              <p:cNvSpPr/>
              <p:nvPr/>
            </p:nvSpPr>
            <p:spPr>
              <a:xfrm>
                <a:off x="1440000" y="436545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1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38" name="矩形: 圆角 337">
                <a:extLst>
                  <a:ext uri="{FF2B5EF4-FFF2-40B4-BE49-F238E27FC236}">
                    <a16:creationId xmlns:a16="http://schemas.microsoft.com/office/drawing/2014/main" id="{6AC83D0D-204E-B072-F243-BE19DA380BE5}"/>
                  </a:ext>
                </a:extLst>
              </p:cNvPr>
              <p:cNvSpPr/>
              <p:nvPr/>
            </p:nvSpPr>
            <p:spPr>
              <a:xfrm>
                <a:off x="2016000" y="436545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2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71" name="矩形: 圆角 370">
                <a:extLst>
                  <a:ext uri="{FF2B5EF4-FFF2-40B4-BE49-F238E27FC236}">
                    <a16:creationId xmlns:a16="http://schemas.microsoft.com/office/drawing/2014/main" id="{3A894046-2DA2-825B-5301-6E1DB359935A}"/>
                  </a:ext>
                </a:extLst>
              </p:cNvPr>
              <p:cNvSpPr/>
              <p:nvPr/>
            </p:nvSpPr>
            <p:spPr>
              <a:xfrm>
                <a:off x="2592000" y="436545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4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05" name="矩形: 圆角 404">
                <a:extLst>
                  <a:ext uri="{FF2B5EF4-FFF2-40B4-BE49-F238E27FC236}">
                    <a16:creationId xmlns:a16="http://schemas.microsoft.com/office/drawing/2014/main" id="{F99FF880-FCBA-25FC-BD05-D3C047AB6D3E}"/>
                  </a:ext>
                </a:extLst>
              </p:cNvPr>
              <p:cNvSpPr/>
              <p:nvPr/>
            </p:nvSpPr>
            <p:spPr>
              <a:xfrm>
                <a:off x="3168000" y="436545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7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06" name="矩形: 圆角 405">
                <a:extLst>
                  <a:ext uri="{FF2B5EF4-FFF2-40B4-BE49-F238E27FC236}">
                    <a16:creationId xmlns:a16="http://schemas.microsoft.com/office/drawing/2014/main" id="{75659DA0-0F0E-D29D-A320-35A10FC8A2F5}"/>
                  </a:ext>
                </a:extLst>
              </p:cNvPr>
              <p:cNvSpPr/>
              <p:nvPr/>
            </p:nvSpPr>
            <p:spPr>
              <a:xfrm>
                <a:off x="3744000" y="436545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11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07" name="矩形: 圆角 406">
                <a:extLst>
                  <a:ext uri="{FF2B5EF4-FFF2-40B4-BE49-F238E27FC236}">
                    <a16:creationId xmlns:a16="http://schemas.microsoft.com/office/drawing/2014/main" id="{7A13205B-9BE5-990D-5A10-844EFEB7C7F6}"/>
                  </a:ext>
                </a:extLst>
              </p:cNvPr>
              <p:cNvSpPr/>
              <p:nvPr/>
            </p:nvSpPr>
            <p:spPr>
              <a:xfrm>
                <a:off x="4320000" y="436545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16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08" name="矩形: 圆角 407">
                <a:extLst>
                  <a:ext uri="{FF2B5EF4-FFF2-40B4-BE49-F238E27FC236}">
                    <a16:creationId xmlns:a16="http://schemas.microsoft.com/office/drawing/2014/main" id="{E9E6DCA9-873E-B85E-82AC-F1DADC4F1A9D}"/>
                  </a:ext>
                </a:extLst>
              </p:cNvPr>
              <p:cNvSpPr/>
              <p:nvPr/>
            </p:nvSpPr>
            <p:spPr>
              <a:xfrm>
                <a:off x="4896000" y="436545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22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09" name="矩形: 圆角 408">
                <a:extLst>
                  <a:ext uri="{FF2B5EF4-FFF2-40B4-BE49-F238E27FC236}">
                    <a16:creationId xmlns:a16="http://schemas.microsoft.com/office/drawing/2014/main" id="{483B7B8D-32BC-6893-5BB3-334F2B2013FA}"/>
                  </a:ext>
                </a:extLst>
              </p:cNvPr>
              <p:cNvSpPr/>
              <p:nvPr/>
            </p:nvSpPr>
            <p:spPr>
              <a:xfrm>
                <a:off x="5472000" y="436545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29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10" name="矩形: 圆角 409">
                <a:extLst>
                  <a:ext uri="{FF2B5EF4-FFF2-40B4-BE49-F238E27FC236}">
                    <a16:creationId xmlns:a16="http://schemas.microsoft.com/office/drawing/2014/main" id="{B7C207EE-F5E2-9533-42EF-6C1CD4E589A8}"/>
                  </a:ext>
                </a:extLst>
              </p:cNvPr>
              <p:cNvSpPr/>
              <p:nvPr/>
            </p:nvSpPr>
            <p:spPr>
              <a:xfrm>
                <a:off x="6048000" y="436545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37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11" name="矩形: 圆角 410">
                <a:extLst>
                  <a:ext uri="{FF2B5EF4-FFF2-40B4-BE49-F238E27FC236}">
                    <a16:creationId xmlns:a16="http://schemas.microsoft.com/office/drawing/2014/main" id="{AFB125CC-51D7-159E-F906-2F4583B7C172}"/>
                  </a:ext>
                </a:extLst>
              </p:cNvPr>
              <p:cNvSpPr/>
              <p:nvPr/>
            </p:nvSpPr>
            <p:spPr>
              <a:xfrm>
                <a:off x="864000" y="436545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400" dirty="0">
                    <a:solidFill>
                      <a:schemeClr val="tx1"/>
                    </a:solidFill>
                  </a:rPr>
                  <a:t>玄</a:t>
                </a:r>
              </a:p>
            </p:txBody>
          </p:sp>
        </p:grpSp>
        <p:grpSp>
          <p:nvGrpSpPr>
            <p:cNvPr id="412" name="组合 411">
              <a:extLst>
                <a:ext uri="{FF2B5EF4-FFF2-40B4-BE49-F238E27FC236}">
                  <a16:creationId xmlns:a16="http://schemas.microsoft.com/office/drawing/2014/main" id="{F7473231-E540-0931-9FB7-ED1DDB56E57F}"/>
                </a:ext>
              </a:extLst>
            </p:cNvPr>
            <p:cNvGrpSpPr/>
            <p:nvPr/>
          </p:nvGrpSpPr>
          <p:grpSpPr>
            <a:xfrm>
              <a:off x="7830086" y="8645085"/>
              <a:ext cx="5760000" cy="576000"/>
              <a:chOff x="864000" y="4365450"/>
              <a:chExt cx="5760000" cy="576000"/>
            </a:xfrm>
          </p:grpSpPr>
          <p:sp>
            <p:nvSpPr>
              <p:cNvPr id="413" name="矩形: 圆角 412">
                <a:extLst>
                  <a:ext uri="{FF2B5EF4-FFF2-40B4-BE49-F238E27FC236}">
                    <a16:creationId xmlns:a16="http://schemas.microsoft.com/office/drawing/2014/main" id="{01AD1A3C-CE34-5A3C-B2A0-83271D55245A}"/>
                  </a:ext>
                </a:extLst>
              </p:cNvPr>
              <p:cNvSpPr/>
              <p:nvPr/>
            </p:nvSpPr>
            <p:spPr>
              <a:xfrm>
                <a:off x="1440000" y="436545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1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14" name="矩形: 圆角 413">
                <a:extLst>
                  <a:ext uri="{FF2B5EF4-FFF2-40B4-BE49-F238E27FC236}">
                    <a16:creationId xmlns:a16="http://schemas.microsoft.com/office/drawing/2014/main" id="{2C675BA5-3E6E-CBE6-4044-95352E7D03F4}"/>
                  </a:ext>
                </a:extLst>
              </p:cNvPr>
              <p:cNvSpPr/>
              <p:nvPr/>
            </p:nvSpPr>
            <p:spPr>
              <a:xfrm>
                <a:off x="2016000" y="436545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2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15" name="矩形: 圆角 414">
                <a:extLst>
                  <a:ext uri="{FF2B5EF4-FFF2-40B4-BE49-F238E27FC236}">
                    <a16:creationId xmlns:a16="http://schemas.microsoft.com/office/drawing/2014/main" id="{54855983-D8A3-B41C-BF5E-8FCE801A730F}"/>
                  </a:ext>
                </a:extLst>
              </p:cNvPr>
              <p:cNvSpPr/>
              <p:nvPr/>
            </p:nvSpPr>
            <p:spPr>
              <a:xfrm>
                <a:off x="2592000" y="436545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4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16" name="矩形: 圆角 415">
                <a:extLst>
                  <a:ext uri="{FF2B5EF4-FFF2-40B4-BE49-F238E27FC236}">
                    <a16:creationId xmlns:a16="http://schemas.microsoft.com/office/drawing/2014/main" id="{1E4CC757-91AE-7F4F-C6C4-5A73E9D8DFBB}"/>
                  </a:ext>
                </a:extLst>
              </p:cNvPr>
              <p:cNvSpPr/>
              <p:nvPr/>
            </p:nvSpPr>
            <p:spPr>
              <a:xfrm>
                <a:off x="3168000" y="436545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7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17" name="矩形: 圆角 416">
                <a:extLst>
                  <a:ext uri="{FF2B5EF4-FFF2-40B4-BE49-F238E27FC236}">
                    <a16:creationId xmlns:a16="http://schemas.microsoft.com/office/drawing/2014/main" id="{679431C1-D8D4-3243-363E-7F652651C409}"/>
                  </a:ext>
                </a:extLst>
              </p:cNvPr>
              <p:cNvSpPr/>
              <p:nvPr/>
            </p:nvSpPr>
            <p:spPr>
              <a:xfrm>
                <a:off x="3744000" y="436545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11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18" name="矩形: 圆角 417">
                <a:extLst>
                  <a:ext uri="{FF2B5EF4-FFF2-40B4-BE49-F238E27FC236}">
                    <a16:creationId xmlns:a16="http://schemas.microsoft.com/office/drawing/2014/main" id="{EBDD2B1B-0DEA-B9C9-383E-E991E2AF5838}"/>
                  </a:ext>
                </a:extLst>
              </p:cNvPr>
              <p:cNvSpPr/>
              <p:nvPr/>
            </p:nvSpPr>
            <p:spPr>
              <a:xfrm>
                <a:off x="4320000" y="436545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16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19" name="矩形: 圆角 418">
                <a:extLst>
                  <a:ext uri="{FF2B5EF4-FFF2-40B4-BE49-F238E27FC236}">
                    <a16:creationId xmlns:a16="http://schemas.microsoft.com/office/drawing/2014/main" id="{1BE24DCC-676C-2984-D426-D92ACD391BF5}"/>
                  </a:ext>
                </a:extLst>
              </p:cNvPr>
              <p:cNvSpPr/>
              <p:nvPr/>
            </p:nvSpPr>
            <p:spPr>
              <a:xfrm>
                <a:off x="4896000" y="436545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22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20" name="矩形: 圆角 419">
                <a:extLst>
                  <a:ext uri="{FF2B5EF4-FFF2-40B4-BE49-F238E27FC236}">
                    <a16:creationId xmlns:a16="http://schemas.microsoft.com/office/drawing/2014/main" id="{E3D5D032-FC40-F54B-D77E-33D0AD0E4C3E}"/>
                  </a:ext>
                </a:extLst>
              </p:cNvPr>
              <p:cNvSpPr/>
              <p:nvPr/>
            </p:nvSpPr>
            <p:spPr>
              <a:xfrm>
                <a:off x="5472000" y="436545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29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21" name="矩形: 圆角 420">
                <a:extLst>
                  <a:ext uri="{FF2B5EF4-FFF2-40B4-BE49-F238E27FC236}">
                    <a16:creationId xmlns:a16="http://schemas.microsoft.com/office/drawing/2014/main" id="{C1364F8C-7F18-4BCD-35BF-02A93D09A1C7}"/>
                  </a:ext>
                </a:extLst>
              </p:cNvPr>
              <p:cNvSpPr/>
              <p:nvPr/>
            </p:nvSpPr>
            <p:spPr>
              <a:xfrm>
                <a:off x="6048000" y="436545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37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22" name="矩形: 圆角 421">
                <a:extLst>
                  <a:ext uri="{FF2B5EF4-FFF2-40B4-BE49-F238E27FC236}">
                    <a16:creationId xmlns:a16="http://schemas.microsoft.com/office/drawing/2014/main" id="{D9D66B3C-3063-721D-5DB2-AB4CCF4FB4B6}"/>
                  </a:ext>
                </a:extLst>
              </p:cNvPr>
              <p:cNvSpPr/>
              <p:nvPr/>
            </p:nvSpPr>
            <p:spPr>
              <a:xfrm>
                <a:off x="864000" y="436545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400" dirty="0">
                    <a:solidFill>
                      <a:schemeClr val="tx1"/>
                    </a:solidFill>
                  </a:rPr>
                  <a:t>佛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1181826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矩形: 圆角 315">
            <a:extLst>
              <a:ext uri="{FF2B5EF4-FFF2-40B4-BE49-F238E27FC236}">
                <a16:creationId xmlns:a16="http://schemas.microsoft.com/office/drawing/2014/main" id="{6781D5F0-54F0-9F54-E9C7-A87BD0910C88}"/>
              </a:ext>
            </a:extLst>
          </p:cNvPr>
          <p:cNvSpPr/>
          <p:nvPr/>
        </p:nvSpPr>
        <p:spPr>
          <a:xfrm>
            <a:off x="8455556" y="7053895"/>
            <a:ext cx="1152000" cy="576000"/>
          </a:xfrm>
          <a:prstGeom prst="round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bg1"/>
                </a:solidFill>
              </a:rPr>
              <a:t>晋臣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BB1AB109-F0D4-B2A5-9C1F-E204F653975C}"/>
              </a:ext>
            </a:extLst>
          </p:cNvPr>
          <p:cNvGrpSpPr/>
          <p:nvPr/>
        </p:nvGrpSpPr>
        <p:grpSpPr>
          <a:xfrm>
            <a:off x="1675709" y="2138505"/>
            <a:ext cx="4608000" cy="3576440"/>
            <a:chOff x="1675709" y="2138505"/>
            <a:chExt cx="4608000" cy="3576440"/>
          </a:xfrm>
        </p:grpSpPr>
        <p:sp>
          <p:nvSpPr>
            <p:cNvPr id="294" name="矩形: 圆角 293">
              <a:extLst>
                <a:ext uri="{FF2B5EF4-FFF2-40B4-BE49-F238E27FC236}">
                  <a16:creationId xmlns:a16="http://schemas.microsoft.com/office/drawing/2014/main" id="{34BCC165-67F5-891C-C86E-F55EE2242E82}"/>
                </a:ext>
              </a:extLst>
            </p:cNvPr>
            <p:cNvSpPr/>
            <p:nvPr/>
          </p:nvSpPr>
          <p:spPr>
            <a:xfrm>
              <a:off x="2251709" y="3986945"/>
              <a:ext cx="576000" cy="576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</a:rPr>
                <a:t>0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295" name="矩形: 圆角 294">
              <a:extLst>
                <a:ext uri="{FF2B5EF4-FFF2-40B4-BE49-F238E27FC236}">
                  <a16:creationId xmlns:a16="http://schemas.microsoft.com/office/drawing/2014/main" id="{E02F33AD-BFC1-A729-54FA-22353487C922}"/>
                </a:ext>
              </a:extLst>
            </p:cNvPr>
            <p:cNvSpPr/>
            <p:nvPr/>
          </p:nvSpPr>
          <p:spPr>
            <a:xfrm>
              <a:off x="2827709" y="3986945"/>
              <a:ext cx="576000" cy="576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</a:rPr>
                <a:t>1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296" name="矩形: 圆角 295">
              <a:extLst>
                <a:ext uri="{FF2B5EF4-FFF2-40B4-BE49-F238E27FC236}">
                  <a16:creationId xmlns:a16="http://schemas.microsoft.com/office/drawing/2014/main" id="{B7FC63F8-C9E6-CBAD-F535-A6B703666360}"/>
                </a:ext>
              </a:extLst>
            </p:cNvPr>
            <p:cNvSpPr/>
            <p:nvPr/>
          </p:nvSpPr>
          <p:spPr>
            <a:xfrm>
              <a:off x="3403709" y="3986945"/>
              <a:ext cx="576000" cy="576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</a:rPr>
                <a:t>2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297" name="矩形: 圆角 296">
              <a:extLst>
                <a:ext uri="{FF2B5EF4-FFF2-40B4-BE49-F238E27FC236}">
                  <a16:creationId xmlns:a16="http://schemas.microsoft.com/office/drawing/2014/main" id="{BA574BB7-0133-03E8-CA40-A171B07E71A2}"/>
                </a:ext>
              </a:extLst>
            </p:cNvPr>
            <p:cNvSpPr/>
            <p:nvPr/>
          </p:nvSpPr>
          <p:spPr>
            <a:xfrm>
              <a:off x="3979709" y="3986945"/>
              <a:ext cx="576000" cy="576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</a:rPr>
                <a:t>3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298" name="矩形: 圆角 297">
              <a:extLst>
                <a:ext uri="{FF2B5EF4-FFF2-40B4-BE49-F238E27FC236}">
                  <a16:creationId xmlns:a16="http://schemas.microsoft.com/office/drawing/2014/main" id="{9E972F18-35D0-5229-B2AB-7CA9C278E24F}"/>
                </a:ext>
              </a:extLst>
            </p:cNvPr>
            <p:cNvSpPr/>
            <p:nvPr/>
          </p:nvSpPr>
          <p:spPr>
            <a:xfrm>
              <a:off x="4555709" y="3986945"/>
              <a:ext cx="576000" cy="576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</a:rPr>
                <a:t>4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299" name="矩形: 圆角 298">
              <a:extLst>
                <a:ext uri="{FF2B5EF4-FFF2-40B4-BE49-F238E27FC236}">
                  <a16:creationId xmlns:a16="http://schemas.microsoft.com/office/drawing/2014/main" id="{60D55D40-4BAE-89F8-768C-028B0BD73021}"/>
                </a:ext>
              </a:extLst>
            </p:cNvPr>
            <p:cNvSpPr/>
            <p:nvPr/>
          </p:nvSpPr>
          <p:spPr>
            <a:xfrm>
              <a:off x="5131709" y="3986945"/>
              <a:ext cx="576000" cy="576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</a:rPr>
                <a:t>5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300" name="矩形: 圆角 299">
              <a:extLst>
                <a:ext uri="{FF2B5EF4-FFF2-40B4-BE49-F238E27FC236}">
                  <a16:creationId xmlns:a16="http://schemas.microsoft.com/office/drawing/2014/main" id="{F0631DFC-5C58-199F-A977-F5A509AAD163}"/>
                </a:ext>
              </a:extLst>
            </p:cNvPr>
            <p:cNvSpPr/>
            <p:nvPr/>
          </p:nvSpPr>
          <p:spPr>
            <a:xfrm>
              <a:off x="2827709" y="4562945"/>
              <a:ext cx="576000" cy="576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</a:rPr>
                <a:t>6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301" name="矩形: 圆角 300">
              <a:extLst>
                <a:ext uri="{FF2B5EF4-FFF2-40B4-BE49-F238E27FC236}">
                  <a16:creationId xmlns:a16="http://schemas.microsoft.com/office/drawing/2014/main" id="{ABD88161-C593-49FE-4E84-EF3CBAF8D8CC}"/>
                </a:ext>
              </a:extLst>
            </p:cNvPr>
            <p:cNvSpPr/>
            <p:nvPr/>
          </p:nvSpPr>
          <p:spPr>
            <a:xfrm>
              <a:off x="3403709" y="4562945"/>
              <a:ext cx="576000" cy="576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</a:rPr>
                <a:t>7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302" name="矩形: 圆角 301">
              <a:extLst>
                <a:ext uri="{FF2B5EF4-FFF2-40B4-BE49-F238E27FC236}">
                  <a16:creationId xmlns:a16="http://schemas.microsoft.com/office/drawing/2014/main" id="{6598EC98-4391-08EB-6A37-E11B142C9065}"/>
                </a:ext>
              </a:extLst>
            </p:cNvPr>
            <p:cNvSpPr/>
            <p:nvPr/>
          </p:nvSpPr>
          <p:spPr>
            <a:xfrm>
              <a:off x="3979709" y="4562945"/>
              <a:ext cx="576000" cy="576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</a:rPr>
                <a:t>8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303" name="矩形: 圆角 302">
              <a:extLst>
                <a:ext uri="{FF2B5EF4-FFF2-40B4-BE49-F238E27FC236}">
                  <a16:creationId xmlns:a16="http://schemas.microsoft.com/office/drawing/2014/main" id="{3E2ECEC4-BA09-4145-C0DA-A936279A36D9}"/>
                </a:ext>
              </a:extLst>
            </p:cNvPr>
            <p:cNvSpPr/>
            <p:nvPr/>
          </p:nvSpPr>
          <p:spPr>
            <a:xfrm>
              <a:off x="4555709" y="4562945"/>
              <a:ext cx="576000" cy="576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</a:rPr>
                <a:t>9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304" name="矩形: 圆角 303">
              <a:extLst>
                <a:ext uri="{FF2B5EF4-FFF2-40B4-BE49-F238E27FC236}">
                  <a16:creationId xmlns:a16="http://schemas.microsoft.com/office/drawing/2014/main" id="{462DE189-427F-D745-CAB4-6E7B62EE0762}"/>
                </a:ext>
              </a:extLst>
            </p:cNvPr>
            <p:cNvSpPr/>
            <p:nvPr/>
          </p:nvSpPr>
          <p:spPr>
            <a:xfrm>
              <a:off x="5131709" y="4562945"/>
              <a:ext cx="576000" cy="576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</a:rPr>
                <a:t>10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305" name="矩形: 圆角 304">
              <a:extLst>
                <a:ext uri="{FF2B5EF4-FFF2-40B4-BE49-F238E27FC236}">
                  <a16:creationId xmlns:a16="http://schemas.microsoft.com/office/drawing/2014/main" id="{E059331C-919F-399F-A213-6F8EDF89AD62}"/>
                </a:ext>
              </a:extLst>
            </p:cNvPr>
            <p:cNvSpPr/>
            <p:nvPr/>
          </p:nvSpPr>
          <p:spPr>
            <a:xfrm>
              <a:off x="1675709" y="3986945"/>
              <a:ext cx="576000" cy="576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>
                  <a:solidFill>
                    <a:schemeClr val="tx1"/>
                  </a:solidFill>
                </a:rPr>
                <a:t>军</a:t>
              </a:r>
            </a:p>
          </p:txBody>
        </p:sp>
        <p:sp>
          <p:nvSpPr>
            <p:cNvPr id="291" name="矩形: 圆角 290">
              <a:extLst>
                <a:ext uri="{FF2B5EF4-FFF2-40B4-BE49-F238E27FC236}">
                  <a16:creationId xmlns:a16="http://schemas.microsoft.com/office/drawing/2014/main" id="{F3FC2B01-7A34-2C2B-B85F-2477B266E8D8}"/>
                </a:ext>
              </a:extLst>
            </p:cNvPr>
            <p:cNvSpPr/>
            <p:nvPr/>
          </p:nvSpPr>
          <p:spPr>
            <a:xfrm>
              <a:off x="3403709" y="2138505"/>
              <a:ext cx="1152000" cy="576000"/>
            </a:xfrm>
            <a:prstGeom prst="roundRect">
              <a:avLst/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>
                  <a:solidFill>
                    <a:schemeClr val="bg1"/>
                  </a:solidFill>
                </a:rPr>
                <a:t>晋臣</a:t>
              </a:r>
            </a:p>
          </p:txBody>
        </p:sp>
        <p:sp>
          <p:nvSpPr>
            <p:cNvPr id="2" name="矩形: 圆角 1">
              <a:extLst>
                <a:ext uri="{FF2B5EF4-FFF2-40B4-BE49-F238E27FC236}">
                  <a16:creationId xmlns:a16="http://schemas.microsoft.com/office/drawing/2014/main" id="{46941437-85F5-2370-B720-94C4B22F12BC}"/>
                </a:ext>
              </a:extLst>
            </p:cNvPr>
            <p:cNvSpPr/>
            <p:nvPr/>
          </p:nvSpPr>
          <p:spPr>
            <a:xfrm>
              <a:off x="1675709" y="5138945"/>
              <a:ext cx="4608000" cy="576000"/>
            </a:xfrm>
            <a:prstGeom prst="roundRect">
              <a:avLst/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>
                  <a:solidFill>
                    <a:schemeClr val="bg1"/>
                  </a:solidFill>
                </a:rPr>
                <a:t>角色</a:t>
              </a:r>
              <a:r>
                <a:rPr lang="en-US" altLang="zh-CN" sz="1400" dirty="0">
                  <a:solidFill>
                    <a:schemeClr val="bg1"/>
                  </a:solidFill>
                </a:rPr>
                <a:t>&amp;</a:t>
              </a:r>
              <a:r>
                <a:rPr lang="zh-CN" altLang="en-US" sz="1400" dirty="0">
                  <a:solidFill>
                    <a:schemeClr val="bg1"/>
                  </a:solidFill>
                </a:rPr>
                <a:t>幕僚</a:t>
              </a:r>
            </a:p>
          </p:txBody>
        </p:sp>
        <p:grpSp>
          <p:nvGrpSpPr>
            <p:cNvPr id="60" name="组合 59">
              <a:extLst>
                <a:ext uri="{FF2B5EF4-FFF2-40B4-BE49-F238E27FC236}">
                  <a16:creationId xmlns:a16="http://schemas.microsoft.com/office/drawing/2014/main" id="{C83131F9-4AF2-EA2A-CF59-92BCE4537364}"/>
                </a:ext>
              </a:extLst>
            </p:cNvPr>
            <p:cNvGrpSpPr/>
            <p:nvPr/>
          </p:nvGrpSpPr>
          <p:grpSpPr>
            <a:xfrm>
              <a:off x="1675709" y="2834945"/>
              <a:ext cx="4608000" cy="1152000"/>
              <a:chOff x="1440000" y="6480000"/>
              <a:chExt cx="4608000" cy="1152000"/>
            </a:xfrm>
          </p:grpSpPr>
          <p:sp>
            <p:nvSpPr>
              <p:cNvPr id="61" name="矩形: 圆角 60">
                <a:extLst>
                  <a:ext uri="{FF2B5EF4-FFF2-40B4-BE49-F238E27FC236}">
                    <a16:creationId xmlns:a16="http://schemas.microsoft.com/office/drawing/2014/main" id="{E48A9B91-158A-B706-931B-360AB5069206}"/>
                  </a:ext>
                </a:extLst>
              </p:cNvPr>
              <p:cNvSpPr/>
              <p:nvPr/>
            </p:nvSpPr>
            <p:spPr>
              <a:xfrm>
                <a:off x="1440000" y="648000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2VP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56" name="矩形: 圆角 255">
                <a:extLst>
                  <a:ext uri="{FF2B5EF4-FFF2-40B4-BE49-F238E27FC236}">
                    <a16:creationId xmlns:a16="http://schemas.microsoft.com/office/drawing/2014/main" id="{00DA8884-CA04-489A-7A21-97AD2DE77B62}"/>
                  </a:ext>
                </a:extLst>
              </p:cNvPr>
              <p:cNvSpPr/>
              <p:nvPr/>
            </p:nvSpPr>
            <p:spPr>
              <a:xfrm>
                <a:off x="2016000" y="648000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4VP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58" name="矩形: 圆角 257">
                <a:extLst>
                  <a:ext uri="{FF2B5EF4-FFF2-40B4-BE49-F238E27FC236}">
                    <a16:creationId xmlns:a16="http://schemas.microsoft.com/office/drawing/2014/main" id="{88BC0B6E-8F26-FBE3-EB96-FFCCCCF44CA4}"/>
                  </a:ext>
                </a:extLst>
              </p:cNvPr>
              <p:cNvSpPr/>
              <p:nvPr/>
            </p:nvSpPr>
            <p:spPr>
              <a:xfrm>
                <a:off x="2592000" y="648000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6VP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59" name="矩形: 圆角 258">
                <a:extLst>
                  <a:ext uri="{FF2B5EF4-FFF2-40B4-BE49-F238E27FC236}">
                    <a16:creationId xmlns:a16="http://schemas.microsoft.com/office/drawing/2014/main" id="{952F30F8-F282-7952-1023-9FB107DCE14D}"/>
                  </a:ext>
                </a:extLst>
              </p:cNvPr>
              <p:cNvSpPr/>
              <p:nvPr/>
            </p:nvSpPr>
            <p:spPr>
              <a:xfrm>
                <a:off x="3168000" y="648000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1J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60" name="矩形: 圆角 259">
                <a:extLst>
                  <a:ext uri="{FF2B5EF4-FFF2-40B4-BE49-F238E27FC236}">
                    <a16:creationId xmlns:a16="http://schemas.microsoft.com/office/drawing/2014/main" id="{4D73D5D4-F7D0-FB56-BB7E-317F088307C6}"/>
                  </a:ext>
                </a:extLst>
              </p:cNvPr>
              <p:cNvSpPr/>
              <p:nvPr/>
            </p:nvSpPr>
            <p:spPr>
              <a:xfrm>
                <a:off x="3744000" y="648000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9VP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61" name="矩形: 圆角 260">
                <a:extLst>
                  <a:ext uri="{FF2B5EF4-FFF2-40B4-BE49-F238E27FC236}">
                    <a16:creationId xmlns:a16="http://schemas.microsoft.com/office/drawing/2014/main" id="{18D9491B-8E26-A090-3D4D-8A196F487E3D}"/>
                  </a:ext>
                </a:extLst>
              </p:cNvPr>
              <p:cNvSpPr/>
              <p:nvPr/>
            </p:nvSpPr>
            <p:spPr>
              <a:xfrm>
                <a:off x="4320000" y="648000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11</a:t>
                </a:r>
              </a:p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VP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62" name="矩形: 圆角 261">
                <a:extLst>
                  <a:ext uri="{FF2B5EF4-FFF2-40B4-BE49-F238E27FC236}">
                    <a16:creationId xmlns:a16="http://schemas.microsoft.com/office/drawing/2014/main" id="{D76FF093-0F5E-1E21-C5A3-5152B588C884}"/>
                  </a:ext>
                </a:extLst>
              </p:cNvPr>
              <p:cNvSpPr/>
              <p:nvPr/>
            </p:nvSpPr>
            <p:spPr>
              <a:xfrm>
                <a:off x="4896000" y="648000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13</a:t>
                </a:r>
              </a:p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VP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63" name="矩形: 圆角 262">
                <a:extLst>
                  <a:ext uri="{FF2B5EF4-FFF2-40B4-BE49-F238E27FC236}">
                    <a16:creationId xmlns:a16="http://schemas.microsoft.com/office/drawing/2014/main" id="{ECF7F51D-6246-C250-7669-D9994DF18637}"/>
                  </a:ext>
                </a:extLst>
              </p:cNvPr>
              <p:cNvSpPr/>
              <p:nvPr/>
            </p:nvSpPr>
            <p:spPr>
              <a:xfrm>
                <a:off x="5472000" y="648000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2J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64" name="矩形: 圆角 263">
                <a:extLst>
                  <a:ext uri="{FF2B5EF4-FFF2-40B4-BE49-F238E27FC236}">
                    <a16:creationId xmlns:a16="http://schemas.microsoft.com/office/drawing/2014/main" id="{8AD13537-8296-15DD-B27D-457910A030B3}"/>
                  </a:ext>
                </a:extLst>
              </p:cNvPr>
              <p:cNvSpPr/>
              <p:nvPr/>
            </p:nvSpPr>
            <p:spPr>
              <a:xfrm>
                <a:off x="1440000" y="705600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16</a:t>
                </a:r>
              </a:p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VP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65" name="矩形: 圆角 264">
                <a:extLst>
                  <a:ext uri="{FF2B5EF4-FFF2-40B4-BE49-F238E27FC236}">
                    <a16:creationId xmlns:a16="http://schemas.microsoft.com/office/drawing/2014/main" id="{E54505A5-BF45-ACBB-3429-3FED549BA8CA}"/>
                  </a:ext>
                </a:extLst>
              </p:cNvPr>
              <p:cNvSpPr/>
              <p:nvPr/>
            </p:nvSpPr>
            <p:spPr>
              <a:xfrm>
                <a:off x="2016000" y="705600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18</a:t>
                </a:r>
              </a:p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VP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66" name="矩形: 圆角 265">
                <a:extLst>
                  <a:ext uri="{FF2B5EF4-FFF2-40B4-BE49-F238E27FC236}">
                    <a16:creationId xmlns:a16="http://schemas.microsoft.com/office/drawing/2014/main" id="{40CDADCA-47EA-6009-409C-D599304870B7}"/>
                  </a:ext>
                </a:extLst>
              </p:cNvPr>
              <p:cNvSpPr/>
              <p:nvPr/>
            </p:nvSpPr>
            <p:spPr>
              <a:xfrm>
                <a:off x="2592000" y="705600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20</a:t>
                </a:r>
              </a:p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VP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67" name="矩形: 圆角 266">
                <a:extLst>
                  <a:ext uri="{FF2B5EF4-FFF2-40B4-BE49-F238E27FC236}">
                    <a16:creationId xmlns:a16="http://schemas.microsoft.com/office/drawing/2014/main" id="{79C6E0AF-09C2-87B9-EC4C-09D2269E2503}"/>
                  </a:ext>
                </a:extLst>
              </p:cNvPr>
              <p:cNvSpPr/>
              <p:nvPr/>
            </p:nvSpPr>
            <p:spPr>
              <a:xfrm>
                <a:off x="3168000" y="705600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3J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68" name="矩形: 圆角 267">
                <a:extLst>
                  <a:ext uri="{FF2B5EF4-FFF2-40B4-BE49-F238E27FC236}">
                    <a16:creationId xmlns:a16="http://schemas.microsoft.com/office/drawing/2014/main" id="{77B73122-45E7-B135-E771-BC12B339FD9A}"/>
                  </a:ext>
                </a:extLst>
              </p:cNvPr>
              <p:cNvSpPr/>
              <p:nvPr/>
            </p:nvSpPr>
            <p:spPr>
              <a:xfrm>
                <a:off x="3744000" y="705600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23</a:t>
                </a:r>
              </a:p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VP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69" name="矩形: 圆角 268">
                <a:extLst>
                  <a:ext uri="{FF2B5EF4-FFF2-40B4-BE49-F238E27FC236}">
                    <a16:creationId xmlns:a16="http://schemas.microsoft.com/office/drawing/2014/main" id="{CF599CD3-9A87-02B9-0CFA-F36B27E66F88}"/>
                  </a:ext>
                </a:extLst>
              </p:cNvPr>
              <p:cNvSpPr/>
              <p:nvPr/>
            </p:nvSpPr>
            <p:spPr>
              <a:xfrm>
                <a:off x="4320000" y="705600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25</a:t>
                </a:r>
              </a:p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VP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70" name="矩形: 圆角 269">
                <a:extLst>
                  <a:ext uri="{FF2B5EF4-FFF2-40B4-BE49-F238E27FC236}">
                    <a16:creationId xmlns:a16="http://schemas.microsoft.com/office/drawing/2014/main" id="{D4048B50-0166-6907-B267-B259DFE90AC4}"/>
                  </a:ext>
                </a:extLst>
              </p:cNvPr>
              <p:cNvSpPr/>
              <p:nvPr/>
            </p:nvSpPr>
            <p:spPr>
              <a:xfrm>
                <a:off x="4896000" y="705600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27</a:t>
                </a:r>
              </a:p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VP</a:t>
                </a:r>
              </a:p>
            </p:txBody>
          </p:sp>
          <p:sp>
            <p:nvSpPr>
              <p:cNvPr id="271" name="矩形: 圆角 270">
                <a:extLst>
                  <a:ext uri="{FF2B5EF4-FFF2-40B4-BE49-F238E27FC236}">
                    <a16:creationId xmlns:a16="http://schemas.microsoft.com/office/drawing/2014/main" id="{6C08C5AD-1EDA-6194-76BB-68B474272E20}"/>
                  </a:ext>
                </a:extLst>
              </p:cNvPr>
              <p:cNvSpPr/>
              <p:nvPr/>
            </p:nvSpPr>
            <p:spPr>
              <a:xfrm>
                <a:off x="5472000" y="705600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30</a:t>
                </a:r>
              </a:p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VP</a:t>
                </a:r>
              </a:p>
            </p:txBody>
          </p:sp>
        </p:grpSp>
      </p:grpSp>
      <p:grpSp>
        <p:nvGrpSpPr>
          <p:cNvPr id="289" name="组合 288">
            <a:extLst>
              <a:ext uri="{FF2B5EF4-FFF2-40B4-BE49-F238E27FC236}">
                <a16:creationId xmlns:a16="http://schemas.microsoft.com/office/drawing/2014/main" id="{05AE4BDB-6871-338D-A680-C7288081E4F0}"/>
              </a:ext>
            </a:extLst>
          </p:cNvPr>
          <p:cNvGrpSpPr/>
          <p:nvPr/>
        </p:nvGrpSpPr>
        <p:grpSpPr>
          <a:xfrm>
            <a:off x="7218256" y="2138505"/>
            <a:ext cx="4608000" cy="3576440"/>
            <a:chOff x="7218256" y="2138505"/>
            <a:chExt cx="4608000" cy="3576440"/>
          </a:xfrm>
        </p:grpSpPr>
        <p:sp>
          <p:nvSpPr>
            <p:cNvPr id="6" name="矩形: 圆角 5">
              <a:extLst>
                <a:ext uri="{FF2B5EF4-FFF2-40B4-BE49-F238E27FC236}">
                  <a16:creationId xmlns:a16="http://schemas.microsoft.com/office/drawing/2014/main" id="{FC3D67CB-8D30-14BB-C1EB-E8F422905013}"/>
                </a:ext>
              </a:extLst>
            </p:cNvPr>
            <p:cNvSpPr/>
            <p:nvPr/>
          </p:nvSpPr>
          <p:spPr>
            <a:xfrm>
              <a:off x="7794256" y="3986945"/>
              <a:ext cx="576000" cy="576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</a:rPr>
                <a:t>0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7" name="矩形: 圆角 6">
              <a:extLst>
                <a:ext uri="{FF2B5EF4-FFF2-40B4-BE49-F238E27FC236}">
                  <a16:creationId xmlns:a16="http://schemas.microsoft.com/office/drawing/2014/main" id="{D489FB42-3A02-B547-669B-376F8FD202B4}"/>
                </a:ext>
              </a:extLst>
            </p:cNvPr>
            <p:cNvSpPr/>
            <p:nvPr/>
          </p:nvSpPr>
          <p:spPr>
            <a:xfrm>
              <a:off x="8370256" y="3986945"/>
              <a:ext cx="576000" cy="576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</a:rPr>
                <a:t>1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3CE39144-895A-10D0-02B7-DEECDC85CBB4}"/>
                </a:ext>
              </a:extLst>
            </p:cNvPr>
            <p:cNvSpPr/>
            <p:nvPr/>
          </p:nvSpPr>
          <p:spPr>
            <a:xfrm>
              <a:off x="8946256" y="3986945"/>
              <a:ext cx="576000" cy="576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</a:rPr>
                <a:t>2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9" name="矩形: 圆角 8">
              <a:extLst>
                <a:ext uri="{FF2B5EF4-FFF2-40B4-BE49-F238E27FC236}">
                  <a16:creationId xmlns:a16="http://schemas.microsoft.com/office/drawing/2014/main" id="{3B342A67-FD2E-FB9E-1D70-941D14524822}"/>
                </a:ext>
              </a:extLst>
            </p:cNvPr>
            <p:cNvSpPr/>
            <p:nvPr/>
          </p:nvSpPr>
          <p:spPr>
            <a:xfrm>
              <a:off x="9522256" y="3986945"/>
              <a:ext cx="576000" cy="576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</a:rPr>
                <a:t>3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0" name="矩形: 圆角 9">
              <a:extLst>
                <a:ext uri="{FF2B5EF4-FFF2-40B4-BE49-F238E27FC236}">
                  <a16:creationId xmlns:a16="http://schemas.microsoft.com/office/drawing/2014/main" id="{6FFB2B58-740F-2A94-1EE5-C44810D2534D}"/>
                </a:ext>
              </a:extLst>
            </p:cNvPr>
            <p:cNvSpPr/>
            <p:nvPr/>
          </p:nvSpPr>
          <p:spPr>
            <a:xfrm>
              <a:off x="10098256" y="3986945"/>
              <a:ext cx="576000" cy="576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</a:rPr>
                <a:t>4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1" name="矩形: 圆角 10">
              <a:extLst>
                <a:ext uri="{FF2B5EF4-FFF2-40B4-BE49-F238E27FC236}">
                  <a16:creationId xmlns:a16="http://schemas.microsoft.com/office/drawing/2014/main" id="{8D3159D5-A759-C174-96A7-FD95967E1149}"/>
                </a:ext>
              </a:extLst>
            </p:cNvPr>
            <p:cNvSpPr/>
            <p:nvPr/>
          </p:nvSpPr>
          <p:spPr>
            <a:xfrm>
              <a:off x="10674256" y="3986945"/>
              <a:ext cx="576000" cy="576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</a:rPr>
                <a:t>5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268B91B8-54A6-F740-A59A-1F6623C42694}"/>
                </a:ext>
              </a:extLst>
            </p:cNvPr>
            <p:cNvSpPr/>
            <p:nvPr/>
          </p:nvSpPr>
          <p:spPr>
            <a:xfrm>
              <a:off x="8370256" y="4562945"/>
              <a:ext cx="576000" cy="576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</a:rPr>
                <a:t>6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A529E922-2CD2-BD9B-B942-C0A93273B789}"/>
                </a:ext>
              </a:extLst>
            </p:cNvPr>
            <p:cNvSpPr/>
            <p:nvPr/>
          </p:nvSpPr>
          <p:spPr>
            <a:xfrm>
              <a:off x="8946256" y="4562945"/>
              <a:ext cx="576000" cy="576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</a:rPr>
                <a:t>7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4" name="矩形: 圆角 13">
              <a:extLst>
                <a:ext uri="{FF2B5EF4-FFF2-40B4-BE49-F238E27FC236}">
                  <a16:creationId xmlns:a16="http://schemas.microsoft.com/office/drawing/2014/main" id="{B20240A2-92F5-9855-16A0-1F5CCAC6695E}"/>
                </a:ext>
              </a:extLst>
            </p:cNvPr>
            <p:cNvSpPr/>
            <p:nvPr/>
          </p:nvSpPr>
          <p:spPr>
            <a:xfrm>
              <a:off x="9522256" y="4562945"/>
              <a:ext cx="576000" cy="576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</a:rPr>
                <a:t>8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5" name="矩形: 圆角 14">
              <a:extLst>
                <a:ext uri="{FF2B5EF4-FFF2-40B4-BE49-F238E27FC236}">
                  <a16:creationId xmlns:a16="http://schemas.microsoft.com/office/drawing/2014/main" id="{6CA6C038-4C04-3191-4E7B-71E89218484A}"/>
                </a:ext>
              </a:extLst>
            </p:cNvPr>
            <p:cNvSpPr/>
            <p:nvPr/>
          </p:nvSpPr>
          <p:spPr>
            <a:xfrm>
              <a:off x="10098256" y="4562945"/>
              <a:ext cx="576000" cy="576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</a:rPr>
                <a:t>9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6" name="矩形: 圆角 15">
              <a:extLst>
                <a:ext uri="{FF2B5EF4-FFF2-40B4-BE49-F238E27FC236}">
                  <a16:creationId xmlns:a16="http://schemas.microsoft.com/office/drawing/2014/main" id="{2F633AF7-29DD-9321-79D2-4633FE942E7F}"/>
                </a:ext>
              </a:extLst>
            </p:cNvPr>
            <p:cNvSpPr/>
            <p:nvPr/>
          </p:nvSpPr>
          <p:spPr>
            <a:xfrm>
              <a:off x="10674256" y="4562945"/>
              <a:ext cx="576000" cy="576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</a:rPr>
                <a:t>10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7" name="矩形: 圆角 16">
              <a:extLst>
                <a:ext uri="{FF2B5EF4-FFF2-40B4-BE49-F238E27FC236}">
                  <a16:creationId xmlns:a16="http://schemas.microsoft.com/office/drawing/2014/main" id="{22EA9DE6-7B72-F157-F3FE-5035DE48500E}"/>
                </a:ext>
              </a:extLst>
            </p:cNvPr>
            <p:cNvSpPr/>
            <p:nvPr/>
          </p:nvSpPr>
          <p:spPr>
            <a:xfrm>
              <a:off x="7218256" y="3986945"/>
              <a:ext cx="576000" cy="576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>
                  <a:solidFill>
                    <a:schemeClr val="tx1"/>
                  </a:solidFill>
                </a:rPr>
                <a:t>军</a:t>
              </a:r>
            </a:p>
          </p:txBody>
        </p:sp>
        <p:sp>
          <p:nvSpPr>
            <p:cNvPr id="18" name="矩形: 圆角 17">
              <a:extLst>
                <a:ext uri="{FF2B5EF4-FFF2-40B4-BE49-F238E27FC236}">
                  <a16:creationId xmlns:a16="http://schemas.microsoft.com/office/drawing/2014/main" id="{F938DC3E-9006-2F6A-BCE3-ED8842DC0212}"/>
                </a:ext>
              </a:extLst>
            </p:cNvPr>
            <p:cNvSpPr/>
            <p:nvPr/>
          </p:nvSpPr>
          <p:spPr>
            <a:xfrm>
              <a:off x="8946256" y="2138505"/>
              <a:ext cx="1152000" cy="576000"/>
            </a:xfrm>
            <a:prstGeom prst="round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>
                  <a:solidFill>
                    <a:schemeClr val="bg1"/>
                  </a:solidFill>
                </a:rPr>
                <a:t>晋臣</a:t>
              </a:r>
            </a:p>
          </p:txBody>
        </p:sp>
        <p:sp>
          <p:nvSpPr>
            <p:cNvPr id="19" name="矩形: 圆角 18">
              <a:extLst>
                <a:ext uri="{FF2B5EF4-FFF2-40B4-BE49-F238E27FC236}">
                  <a16:creationId xmlns:a16="http://schemas.microsoft.com/office/drawing/2014/main" id="{E6B6BC38-8480-5406-E277-7E049755C58A}"/>
                </a:ext>
              </a:extLst>
            </p:cNvPr>
            <p:cNvSpPr/>
            <p:nvPr/>
          </p:nvSpPr>
          <p:spPr>
            <a:xfrm>
              <a:off x="7218256" y="5138945"/>
              <a:ext cx="4608000" cy="576000"/>
            </a:xfrm>
            <a:prstGeom prst="round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>
                  <a:solidFill>
                    <a:schemeClr val="bg1"/>
                  </a:solidFill>
                </a:rPr>
                <a:t>角色</a:t>
              </a:r>
              <a:r>
                <a:rPr lang="en-US" altLang="zh-CN" sz="1400" dirty="0">
                  <a:solidFill>
                    <a:schemeClr val="bg1"/>
                  </a:solidFill>
                </a:rPr>
                <a:t>&amp;</a:t>
              </a:r>
              <a:r>
                <a:rPr lang="zh-CN" altLang="en-US" sz="1400" dirty="0">
                  <a:solidFill>
                    <a:schemeClr val="bg1"/>
                  </a:solidFill>
                </a:rPr>
                <a:t>幕僚</a:t>
              </a:r>
            </a:p>
          </p:txBody>
        </p:sp>
        <p:grpSp>
          <p:nvGrpSpPr>
            <p:cNvPr id="272" name="组合 271">
              <a:extLst>
                <a:ext uri="{FF2B5EF4-FFF2-40B4-BE49-F238E27FC236}">
                  <a16:creationId xmlns:a16="http://schemas.microsoft.com/office/drawing/2014/main" id="{42863E7E-D6D5-E07C-8EF4-AADBE6247601}"/>
                </a:ext>
              </a:extLst>
            </p:cNvPr>
            <p:cNvGrpSpPr/>
            <p:nvPr/>
          </p:nvGrpSpPr>
          <p:grpSpPr>
            <a:xfrm>
              <a:off x="7218256" y="2837279"/>
              <a:ext cx="4608000" cy="1152000"/>
              <a:chOff x="1440000" y="6480000"/>
              <a:chExt cx="4608000" cy="1152000"/>
            </a:xfrm>
          </p:grpSpPr>
          <p:sp>
            <p:nvSpPr>
              <p:cNvPr id="273" name="矩形: 圆角 272">
                <a:extLst>
                  <a:ext uri="{FF2B5EF4-FFF2-40B4-BE49-F238E27FC236}">
                    <a16:creationId xmlns:a16="http://schemas.microsoft.com/office/drawing/2014/main" id="{82BA49AE-B551-2027-FDDD-3F359937FD18}"/>
                  </a:ext>
                </a:extLst>
              </p:cNvPr>
              <p:cNvSpPr/>
              <p:nvPr/>
            </p:nvSpPr>
            <p:spPr>
              <a:xfrm>
                <a:off x="1440000" y="648000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2VP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74" name="矩形: 圆角 273">
                <a:extLst>
                  <a:ext uri="{FF2B5EF4-FFF2-40B4-BE49-F238E27FC236}">
                    <a16:creationId xmlns:a16="http://schemas.microsoft.com/office/drawing/2014/main" id="{B99EB56F-99B2-9708-7360-636208F13880}"/>
                  </a:ext>
                </a:extLst>
              </p:cNvPr>
              <p:cNvSpPr/>
              <p:nvPr/>
            </p:nvSpPr>
            <p:spPr>
              <a:xfrm>
                <a:off x="2016000" y="648000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1J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75" name="矩形: 圆角 274">
                <a:extLst>
                  <a:ext uri="{FF2B5EF4-FFF2-40B4-BE49-F238E27FC236}">
                    <a16:creationId xmlns:a16="http://schemas.microsoft.com/office/drawing/2014/main" id="{DF12A9CB-B842-084C-EF1D-E438D38C98BC}"/>
                  </a:ext>
                </a:extLst>
              </p:cNvPr>
              <p:cNvSpPr/>
              <p:nvPr/>
            </p:nvSpPr>
            <p:spPr>
              <a:xfrm>
                <a:off x="2592000" y="648000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4VP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76" name="矩形: 圆角 275">
                <a:extLst>
                  <a:ext uri="{FF2B5EF4-FFF2-40B4-BE49-F238E27FC236}">
                    <a16:creationId xmlns:a16="http://schemas.microsoft.com/office/drawing/2014/main" id="{8B2C298C-5D69-4253-1155-6CEBD91A9D87}"/>
                  </a:ext>
                </a:extLst>
              </p:cNvPr>
              <p:cNvSpPr/>
              <p:nvPr/>
            </p:nvSpPr>
            <p:spPr>
              <a:xfrm>
                <a:off x="3168000" y="648000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6VP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77" name="矩形: 圆角 276">
                <a:extLst>
                  <a:ext uri="{FF2B5EF4-FFF2-40B4-BE49-F238E27FC236}">
                    <a16:creationId xmlns:a16="http://schemas.microsoft.com/office/drawing/2014/main" id="{8501041E-0D79-83E1-50D0-29B8446043CB}"/>
                  </a:ext>
                </a:extLst>
              </p:cNvPr>
              <p:cNvSpPr/>
              <p:nvPr/>
            </p:nvSpPr>
            <p:spPr>
              <a:xfrm>
                <a:off x="3744000" y="648000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2J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78" name="矩形: 圆角 277">
                <a:extLst>
                  <a:ext uri="{FF2B5EF4-FFF2-40B4-BE49-F238E27FC236}">
                    <a16:creationId xmlns:a16="http://schemas.microsoft.com/office/drawing/2014/main" id="{FA2F04D1-D954-00DF-95DD-474D67EFECC3}"/>
                  </a:ext>
                </a:extLst>
              </p:cNvPr>
              <p:cNvSpPr/>
              <p:nvPr/>
            </p:nvSpPr>
            <p:spPr>
              <a:xfrm>
                <a:off x="4320000" y="648000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8VP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79" name="矩形: 圆角 278">
                <a:extLst>
                  <a:ext uri="{FF2B5EF4-FFF2-40B4-BE49-F238E27FC236}">
                    <a16:creationId xmlns:a16="http://schemas.microsoft.com/office/drawing/2014/main" id="{3C84BFD5-BD28-BCDF-972C-86241A5C8826}"/>
                  </a:ext>
                </a:extLst>
              </p:cNvPr>
              <p:cNvSpPr/>
              <p:nvPr/>
            </p:nvSpPr>
            <p:spPr>
              <a:xfrm>
                <a:off x="4896000" y="648000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10</a:t>
                </a:r>
              </a:p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VP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80" name="矩形: 圆角 279">
                <a:extLst>
                  <a:ext uri="{FF2B5EF4-FFF2-40B4-BE49-F238E27FC236}">
                    <a16:creationId xmlns:a16="http://schemas.microsoft.com/office/drawing/2014/main" id="{C505311D-0A2B-B44A-58A4-B427FE3C1634}"/>
                  </a:ext>
                </a:extLst>
              </p:cNvPr>
              <p:cNvSpPr/>
              <p:nvPr/>
            </p:nvSpPr>
            <p:spPr>
              <a:xfrm>
                <a:off x="5472000" y="648000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12</a:t>
                </a:r>
              </a:p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VP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81" name="矩形: 圆角 280">
                <a:extLst>
                  <a:ext uri="{FF2B5EF4-FFF2-40B4-BE49-F238E27FC236}">
                    <a16:creationId xmlns:a16="http://schemas.microsoft.com/office/drawing/2014/main" id="{BA7768A9-8E30-A9FA-8F9C-1C5C196A1F2F}"/>
                  </a:ext>
                </a:extLst>
              </p:cNvPr>
              <p:cNvSpPr/>
              <p:nvPr/>
            </p:nvSpPr>
            <p:spPr>
              <a:xfrm>
                <a:off x="1440000" y="705600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3J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82" name="矩形: 圆角 281">
                <a:extLst>
                  <a:ext uri="{FF2B5EF4-FFF2-40B4-BE49-F238E27FC236}">
                    <a16:creationId xmlns:a16="http://schemas.microsoft.com/office/drawing/2014/main" id="{80B8C57B-3FE5-0E10-3A1A-CDF30FDC4145}"/>
                  </a:ext>
                </a:extLst>
              </p:cNvPr>
              <p:cNvSpPr/>
              <p:nvPr/>
            </p:nvSpPr>
            <p:spPr>
              <a:xfrm>
                <a:off x="2016000" y="705600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14</a:t>
                </a:r>
              </a:p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VP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83" name="矩形: 圆角 282">
                <a:extLst>
                  <a:ext uri="{FF2B5EF4-FFF2-40B4-BE49-F238E27FC236}">
                    <a16:creationId xmlns:a16="http://schemas.microsoft.com/office/drawing/2014/main" id="{676EED6C-2A76-DB36-1370-E3942EED9E81}"/>
                  </a:ext>
                </a:extLst>
              </p:cNvPr>
              <p:cNvSpPr/>
              <p:nvPr/>
            </p:nvSpPr>
            <p:spPr>
              <a:xfrm>
                <a:off x="2592000" y="705600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16</a:t>
                </a:r>
              </a:p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VP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84" name="矩形: 圆角 283">
                <a:extLst>
                  <a:ext uri="{FF2B5EF4-FFF2-40B4-BE49-F238E27FC236}">
                    <a16:creationId xmlns:a16="http://schemas.microsoft.com/office/drawing/2014/main" id="{DED4180B-EFA3-EED5-63B1-E9A7770E928E}"/>
                  </a:ext>
                </a:extLst>
              </p:cNvPr>
              <p:cNvSpPr/>
              <p:nvPr/>
            </p:nvSpPr>
            <p:spPr>
              <a:xfrm>
                <a:off x="3168000" y="705600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18</a:t>
                </a:r>
              </a:p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VP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85" name="矩形: 圆角 284">
                <a:extLst>
                  <a:ext uri="{FF2B5EF4-FFF2-40B4-BE49-F238E27FC236}">
                    <a16:creationId xmlns:a16="http://schemas.microsoft.com/office/drawing/2014/main" id="{1BF83734-2581-8E55-2BB1-009DB687698D}"/>
                  </a:ext>
                </a:extLst>
              </p:cNvPr>
              <p:cNvSpPr/>
              <p:nvPr/>
            </p:nvSpPr>
            <p:spPr>
              <a:xfrm>
                <a:off x="3744000" y="705600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20</a:t>
                </a:r>
              </a:p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VP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86" name="矩形: 圆角 285">
                <a:extLst>
                  <a:ext uri="{FF2B5EF4-FFF2-40B4-BE49-F238E27FC236}">
                    <a16:creationId xmlns:a16="http://schemas.microsoft.com/office/drawing/2014/main" id="{3DF6550D-E37D-DDD3-7BE3-88D542CCBE0C}"/>
                  </a:ext>
                </a:extLst>
              </p:cNvPr>
              <p:cNvSpPr/>
              <p:nvPr/>
            </p:nvSpPr>
            <p:spPr>
              <a:xfrm>
                <a:off x="4320000" y="705600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4J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87" name="矩形: 圆角 286">
                <a:extLst>
                  <a:ext uri="{FF2B5EF4-FFF2-40B4-BE49-F238E27FC236}">
                    <a16:creationId xmlns:a16="http://schemas.microsoft.com/office/drawing/2014/main" id="{0352DA8D-5204-F35C-3E94-CAE1C3DE961A}"/>
                  </a:ext>
                </a:extLst>
              </p:cNvPr>
              <p:cNvSpPr/>
              <p:nvPr/>
            </p:nvSpPr>
            <p:spPr>
              <a:xfrm>
                <a:off x="4896000" y="705600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22</a:t>
                </a:r>
              </a:p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VP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88" name="矩形: 圆角 287">
                <a:extLst>
                  <a:ext uri="{FF2B5EF4-FFF2-40B4-BE49-F238E27FC236}">
                    <a16:creationId xmlns:a16="http://schemas.microsoft.com/office/drawing/2014/main" id="{449D0564-CC6C-3479-EBAE-C6659DE45F69}"/>
                  </a:ext>
                </a:extLst>
              </p:cNvPr>
              <p:cNvSpPr/>
              <p:nvPr/>
            </p:nvSpPr>
            <p:spPr>
              <a:xfrm>
                <a:off x="5472000" y="705600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24</a:t>
                </a:r>
              </a:p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VP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332" name="组合 331">
            <a:extLst>
              <a:ext uri="{FF2B5EF4-FFF2-40B4-BE49-F238E27FC236}">
                <a16:creationId xmlns:a16="http://schemas.microsoft.com/office/drawing/2014/main" id="{5A860706-C696-E591-6078-78B055333B55}"/>
              </a:ext>
            </a:extLst>
          </p:cNvPr>
          <p:cNvGrpSpPr/>
          <p:nvPr/>
        </p:nvGrpSpPr>
        <p:grpSpPr>
          <a:xfrm>
            <a:off x="1788003" y="6477895"/>
            <a:ext cx="4608000" cy="3576440"/>
            <a:chOff x="1788003" y="6477895"/>
            <a:chExt cx="4608000" cy="3576440"/>
          </a:xfrm>
        </p:grpSpPr>
        <p:sp>
          <p:nvSpPr>
            <p:cNvPr id="38" name="矩形: 圆角 37">
              <a:extLst>
                <a:ext uri="{FF2B5EF4-FFF2-40B4-BE49-F238E27FC236}">
                  <a16:creationId xmlns:a16="http://schemas.microsoft.com/office/drawing/2014/main" id="{DD6C771B-9205-447D-94E6-F827DA462790}"/>
                </a:ext>
              </a:extLst>
            </p:cNvPr>
            <p:cNvSpPr/>
            <p:nvPr/>
          </p:nvSpPr>
          <p:spPr>
            <a:xfrm>
              <a:off x="2364003" y="8326335"/>
              <a:ext cx="576000" cy="576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</a:rPr>
                <a:t>0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39" name="矩形: 圆角 38">
              <a:extLst>
                <a:ext uri="{FF2B5EF4-FFF2-40B4-BE49-F238E27FC236}">
                  <a16:creationId xmlns:a16="http://schemas.microsoft.com/office/drawing/2014/main" id="{E938E4CC-9D0D-D69A-2658-2C9AB84E5959}"/>
                </a:ext>
              </a:extLst>
            </p:cNvPr>
            <p:cNvSpPr/>
            <p:nvPr/>
          </p:nvSpPr>
          <p:spPr>
            <a:xfrm>
              <a:off x="2940003" y="8326335"/>
              <a:ext cx="576000" cy="576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</a:rPr>
                <a:t>1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40" name="矩形: 圆角 39">
              <a:extLst>
                <a:ext uri="{FF2B5EF4-FFF2-40B4-BE49-F238E27FC236}">
                  <a16:creationId xmlns:a16="http://schemas.microsoft.com/office/drawing/2014/main" id="{BDE6A9DF-0547-B9C8-F956-2A7C64E6E9B1}"/>
                </a:ext>
              </a:extLst>
            </p:cNvPr>
            <p:cNvSpPr/>
            <p:nvPr/>
          </p:nvSpPr>
          <p:spPr>
            <a:xfrm>
              <a:off x="3516003" y="8326335"/>
              <a:ext cx="576000" cy="576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</a:rPr>
                <a:t>2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41" name="矩形: 圆角 40">
              <a:extLst>
                <a:ext uri="{FF2B5EF4-FFF2-40B4-BE49-F238E27FC236}">
                  <a16:creationId xmlns:a16="http://schemas.microsoft.com/office/drawing/2014/main" id="{B4414FB5-034B-280B-BEF4-712ED7067045}"/>
                </a:ext>
              </a:extLst>
            </p:cNvPr>
            <p:cNvSpPr/>
            <p:nvPr/>
          </p:nvSpPr>
          <p:spPr>
            <a:xfrm>
              <a:off x="4092003" y="8326335"/>
              <a:ext cx="576000" cy="576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</a:rPr>
                <a:t>3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42" name="矩形: 圆角 41">
              <a:extLst>
                <a:ext uri="{FF2B5EF4-FFF2-40B4-BE49-F238E27FC236}">
                  <a16:creationId xmlns:a16="http://schemas.microsoft.com/office/drawing/2014/main" id="{E8702356-2867-C349-29E0-13ACCC1E499C}"/>
                </a:ext>
              </a:extLst>
            </p:cNvPr>
            <p:cNvSpPr/>
            <p:nvPr/>
          </p:nvSpPr>
          <p:spPr>
            <a:xfrm>
              <a:off x="4668003" y="8326335"/>
              <a:ext cx="576000" cy="576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</a:rPr>
                <a:t>4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43" name="矩形: 圆角 42">
              <a:extLst>
                <a:ext uri="{FF2B5EF4-FFF2-40B4-BE49-F238E27FC236}">
                  <a16:creationId xmlns:a16="http://schemas.microsoft.com/office/drawing/2014/main" id="{0770D78E-1F1E-7AE0-4665-58A54DB2E803}"/>
                </a:ext>
              </a:extLst>
            </p:cNvPr>
            <p:cNvSpPr/>
            <p:nvPr/>
          </p:nvSpPr>
          <p:spPr>
            <a:xfrm>
              <a:off x="5244003" y="8326335"/>
              <a:ext cx="576000" cy="576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</a:rPr>
                <a:t>5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44" name="矩形: 圆角 43">
              <a:extLst>
                <a:ext uri="{FF2B5EF4-FFF2-40B4-BE49-F238E27FC236}">
                  <a16:creationId xmlns:a16="http://schemas.microsoft.com/office/drawing/2014/main" id="{6EF731A5-730E-B441-6E9D-B7E2803F1233}"/>
                </a:ext>
              </a:extLst>
            </p:cNvPr>
            <p:cNvSpPr/>
            <p:nvPr/>
          </p:nvSpPr>
          <p:spPr>
            <a:xfrm>
              <a:off x="2940003" y="8902335"/>
              <a:ext cx="576000" cy="576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</a:rPr>
                <a:t>6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45" name="矩形: 圆角 44">
              <a:extLst>
                <a:ext uri="{FF2B5EF4-FFF2-40B4-BE49-F238E27FC236}">
                  <a16:creationId xmlns:a16="http://schemas.microsoft.com/office/drawing/2014/main" id="{73F1E82F-9C16-012B-A8ED-59D3AEC231CB}"/>
                </a:ext>
              </a:extLst>
            </p:cNvPr>
            <p:cNvSpPr/>
            <p:nvPr/>
          </p:nvSpPr>
          <p:spPr>
            <a:xfrm>
              <a:off x="3516003" y="8902335"/>
              <a:ext cx="576000" cy="576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</a:rPr>
                <a:t>7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46" name="矩形: 圆角 45">
              <a:extLst>
                <a:ext uri="{FF2B5EF4-FFF2-40B4-BE49-F238E27FC236}">
                  <a16:creationId xmlns:a16="http://schemas.microsoft.com/office/drawing/2014/main" id="{2C218AB0-E3CA-606C-501A-F95593173339}"/>
                </a:ext>
              </a:extLst>
            </p:cNvPr>
            <p:cNvSpPr/>
            <p:nvPr/>
          </p:nvSpPr>
          <p:spPr>
            <a:xfrm>
              <a:off x="4092003" y="8902335"/>
              <a:ext cx="576000" cy="576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</a:rPr>
                <a:t>8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47" name="矩形: 圆角 46">
              <a:extLst>
                <a:ext uri="{FF2B5EF4-FFF2-40B4-BE49-F238E27FC236}">
                  <a16:creationId xmlns:a16="http://schemas.microsoft.com/office/drawing/2014/main" id="{33FF3517-4EA1-FCE4-4CA3-F284B68212F4}"/>
                </a:ext>
              </a:extLst>
            </p:cNvPr>
            <p:cNvSpPr/>
            <p:nvPr/>
          </p:nvSpPr>
          <p:spPr>
            <a:xfrm>
              <a:off x="4668003" y="8902335"/>
              <a:ext cx="576000" cy="576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</a:rPr>
                <a:t>9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48" name="矩形: 圆角 47">
              <a:extLst>
                <a:ext uri="{FF2B5EF4-FFF2-40B4-BE49-F238E27FC236}">
                  <a16:creationId xmlns:a16="http://schemas.microsoft.com/office/drawing/2014/main" id="{1A600E04-8EB9-5F6B-0383-B0456A6F15D7}"/>
                </a:ext>
              </a:extLst>
            </p:cNvPr>
            <p:cNvSpPr/>
            <p:nvPr/>
          </p:nvSpPr>
          <p:spPr>
            <a:xfrm>
              <a:off x="5244003" y="8902335"/>
              <a:ext cx="576000" cy="576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</a:rPr>
                <a:t>10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49" name="矩形: 圆角 48">
              <a:extLst>
                <a:ext uri="{FF2B5EF4-FFF2-40B4-BE49-F238E27FC236}">
                  <a16:creationId xmlns:a16="http://schemas.microsoft.com/office/drawing/2014/main" id="{66FBBF6C-7808-8F06-671E-1DDF18798879}"/>
                </a:ext>
              </a:extLst>
            </p:cNvPr>
            <p:cNvSpPr/>
            <p:nvPr/>
          </p:nvSpPr>
          <p:spPr>
            <a:xfrm>
              <a:off x="1788003" y="8326335"/>
              <a:ext cx="576000" cy="576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>
                  <a:solidFill>
                    <a:schemeClr val="tx1"/>
                  </a:solidFill>
                </a:rPr>
                <a:t>军</a:t>
              </a:r>
            </a:p>
          </p:txBody>
        </p:sp>
        <p:sp>
          <p:nvSpPr>
            <p:cNvPr id="50" name="矩形: 圆角 49">
              <a:extLst>
                <a:ext uri="{FF2B5EF4-FFF2-40B4-BE49-F238E27FC236}">
                  <a16:creationId xmlns:a16="http://schemas.microsoft.com/office/drawing/2014/main" id="{B21A3618-6579-7D34-C1C6-4E0F61B9F179}"/>
                </a:ext>
              </a:extLst>
            </p:cNvPr>
            <p:cNvSpPr/>
            <p:nvPr/>
          </p:nvSpPr>
          <p:spPr>
            <a:xfrm>
              <a:off x="3516003" y="6477895"/>
              <a:ext cx="1152000" cy="576000"/>
            </a:xfrm>
            <a:prstGeom prst="round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>
                  <a:solidFill>
                    <a:schemeClr val="bg1"/>
                  </a:solidFill>
                </a:rPr>
                <a:t>晋臣</a:t>
              </a:r>
            </a:p>
          </p:txBody>
        </p:sp>
        <p:sp>
          <p:nvSpPr>
            <p:cNvPr id="51" name="矩形: 圆角 50">
              <a:extLst>
                <a:ext uri="{FF2B5EF4-FFF2-40B4-BE49-F238E27FC236}">
                  <a16:creationId xmlns:a16="http://schemas.microsoft.com/office/drawing/2014/main" id="{DD9BD0DA-785F-41CA-0754-9CA522906294}"/>
                </a:ext>
              </a:extLst>
            </p:cNvPr>
            <p:cNvSpPr/>
            <p:nvPr/>
          </p:nvSpPr>
          <p:spPr>
            <a:xfrm>
              <a:off x="1788003" y="9478335"/>
              <a:ext cx="4608000" cy="576000"/>
            </a:xfrm>
            <a:prstGeom prst="round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>
                  <a:solidFill>
                    <a:schemeClr val="bg1"/>
                  </a:solidFill>
                </a:rPr>
                <a:t>角色</a:t>
              </a:r>
              <a:r>
                <a:rPr lang="en-US" altLang="zh-CN" sz="1400" dirty="0">
                  <a:solidFill>
                    <a:schemeClr val="bg1"/>
                  </a:solidFill>
                </a:rPr>
                <a:t>&amp;</a:t>
              </a:r>
              <a:r>
                <a:rPr lang="zh-CN" altLang="en-US" sz="1400" dirty="0">
                  <a:solidFill>
                    <a:schemeClr val="bg1"/>
                  </a:solidFill>
                </a:rPr>
                <a:t>幕僚</a:t>
              </a:r>
            </a:p>
          </p:txBody>
        </p:sp>
        <p:grpSp>
          <p:nvGrpSpPr>
            <p:cNvPr id="290" name="组合 289">
              <a:extLst>
                <a:ext uri="{FF2B5EF4-FFF2-40B4-BE49-F238E27FC236}">
                  <a16:creationId xmlns:a16="http://schemas.microsoft.com/office/drawing/2014/main" id="{13908210-6047-E57C-4EDB-99C22F285B20}"/>
                </a:ext>
              </a:extLst>
            </p:cNvPr>
            <p:cNvGrpSpPr/>
            <p:nvPr/>
          </p:nvGrpSpPr>
          <p:grpSpPr>
            <a:xfrm>
              <a:off x="1788003" y="7174335"/>
              <a:ext cx="4608000" cy="1152000"/>
              <a:chOff x="1440000" y="6480000"/>
              <a:chExt cx="4608000" cy="1152000"/>
            </a:xfrm>
          </p:grpSpPr>
          <p:sp>
            <p:nvSpPr>
              <p:cNvPr id="293" name="矩形: 圆角 292">
                <a:extLst>
                  <a:ext uri="{FF2B5EF4-FFF2-40B4-BE49-F238E27FC236}">
                    <a16:creationId xmlns:a16="http://schemas.microsoft.com/office/drawing/2014/main" id="{E8E9FFAC-532D-321C-E4AF-6AF1A7F8AC14}"/>
                  </a:ext>
                </a:extLst>
              </p:cNvPr>
              <p:cNvSpPr/>
              <p:nvPr/>
            </p:nvSpPr>
            <p:spPr>
              <a:xfrm>
                <a:off x="1440000" y="648000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2VP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17" name="矩形: 圆角 316">
                <a:extLst>
                  <a:ext uri="{FF2B5EF4-FFF2-40B4-BE49-F238E27FC236}">
                    <a16:creationId xmlns:a16="http://schemas.microsoft.com/office/drawing/2014/main" id="{8C0C4D8B-E70B-6992-A5F1-D9A959DE2F66}"/>
                  </a:ext>
                </a:extLst>
              </p:cNvPr>
              <p:cNvSpPr/>
              <p:nvPr/>
            </p:nvSpPr>
            <p:spPr>
              <a:xfrm>
                <a:off x="2016000" y="648000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1J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18" name="矩形: 圆角 317">
                <a:extLst>
                  <a:ext uri="{FF2B5EF4-FFF2-40B4-BE49-F238E27FC236}">
                    <a16:creationId xmlns:a16="http://schemas.microsoft.com/office/drawing/2014/main" id="{A80DCF5B-9138-58C7-ACDD-29AF3D60E824}"/>
                  </a:ext>
                </a:extLst>
              </p:cNvPr>
              <p:cNvSpPr/>
              <p:nvPr/>
            </p:nvSpPr>
            <p:spPr>
              <a:xfrm>
                <a:off x="2592000" y="648000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4VP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19" name="矩形: 圆角 318">
                <a:extLst>
                  <a:ext uri="{FF2B5EF4-FFF2-40B4-BE49-F238E27FC236}">
                    <a16:creationId xmlns:a16="http://schemas.microsoft.com/office/drawing/2014/main" id="{0BF5919D-AC74-BE24-2E2A-D5EAD0794486}"/>
                  </a:ext>
                </a:extLst>
              </p:cNvPr>
              <p:cNvSpPr/>
              <p:nvPr/>
            </p:nvSpPr>
            <p:spPr>
              <a:xfrm>
                <a:off x="3168000" y="648000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6VP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20" name="矩形: 圆角 319">
                <a:extLst>
                  <a:ext uri="{FF2B5EF4-FFF2-40B4-BE49-F238E27FC236}">
                    <a16:creationId xmlns:a16="http://schemas.microsoft.com/office/drawing/2014/main" id="{6B58B197-01C1-3153-BAB0-3E5944DD084F}"/>
                  </a:ext>
                </a:extLst>
              </p:cNvPr>
              <p:cNvSpPr/>
              <p:nvPr/>
            </p:nvSpPr>
            <p:spPr>
              <a:xfrm>
                <a:off x="3744000" y="648000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2J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21" name="矩形: 圆角 320">
                <a:extLst>
                  <a:ext uri="{FF2B5EF4-FFF2-40B4-BE49-F238E27FC236}">
                    <a16:creationId xmlns:a16="http://schemas.microsoft.com/office/drawing/2014/main" id="{E83960BA-E7A5-1F2F-7E02-F2E59909A264}"/>
                  </a:ext>
                </a:extLst>
              </p:cNvPr>
              <p:cNvSpPr/>
              <p:nvPr/>
            </p:nvSpPr>
            <p:spPr>
              <a:xfrm>
                <a:off x="4320000" y="648000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8VP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22" name="矩形: 圆角 321">
                <a:extLst>
                  <a:ext uri="{FF2B5EF4-FFF2-40B4-BE49-F238E27FC236}">
                    <a16:creationId xmlns:a16="http://schemas.microsoft.com/office/drawing/2014/main" id="{A7E9D432-FCD2-7E68-F7FB-224BD12CEFEA}"/>
                  </a:ext>
                </a:extLst>
              </p:cNvPr>
              <p:cNvSpPr/>
              <p:nvPr/>
            </p:nvSpPr>
            <p:spPr>
              <a:xfrm>
                <a:off x="4896000" y="648000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10</a:t>
                </a:r>
              </a:p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VP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23" name="矩形: 圆角 322">
                <a:extLst>
                  <a:ext uri="{FF2B5EF4-FFF2-40B4-BE49-F238E27FC236}">
                    <a16:creationId xmlns:a16="http://schemas.microsoft.com/office/drawing/2014/main" id="{686479BB-43DA-75D1-9A8F-99C6BFE412F7}"/>
                  </a:ext>
                </a:extLst>
              </p:cNvPr>
              <p:cNvSpPr/>
              <p:nvPr/>
            </p:nvSpPr>
            <p:spPr>
              <a:xfrm>
                <a:off x="5472000" y="648000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12</a:t>
                </a:r>
              </a:p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VP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24" name="矩形: 圆角 323">
                <a:extLst>
                  <a:ext uri="{FF2B5EF4-FFF2-40B4-BE49-F238E27FC236}">
                    <a16:creationId xmlns:a16="http://schemas.microsoft.com/office/drawing/2014/main" id="{300AB027-5139-D731-3F71-DB6B012BC4F7}"/>
                  </a:ext>
                </a:extLst>
              </p:cNvPr>
              <p:cNvSpPr/>
              <p:nvPr/>
            </p:nvSpPr>
            <p:spPr>
              <a:xfrm>
                <a:off x="1440000" y="705600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3J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25" name="矩形: 圆角 324">
                <a:extLst>
                  <a:ext uri="{FF2B5EF4-FFF2-40B4-BE49-F238E27FC236}">
                    <a16:creationId xmlns:a16="http://schemas.microsoft.com/office/drawing/2014/main" id="{6EBE7100-7938-B3A9-970F-8A17CD6B2C85}"/>
                  </a:ext>
                </a:extLst>
              </p:cNvPr>
              <p:cNvSpPr/>
              <p:nvPr/>
            </p:nvSpPr>
            <p:spPr>
              <a:xfrm>
                <a:off x="2016000" y="705600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14</a:t>
                </a:r>
              </a:p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VP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26" name="矩形: 圆角 325">
                <a:extLst>
                  <a:ext uri="{FF2B5EF4-FFF2-40B4-BE49-F238E27FC236}">
                    <a16:creationId xmlns:a16="http://schemas.microsoft.com/office/drawing/2014/main" id="{E231867B-6729-BFD6-7868-99A4022201BF}"/>
                  </a:ext>
                </a:extLst>
              </p:cNvPr>
              <p:cNvSpPr/>
              <p:nvPr/>
            </p:nvSpPr>
            <p:spPr>
              <a:xfrm>
                <a:off x="2592000" y="705600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16</a:t>
                </a:r>
              </a:p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VP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27" name="矩形: 圆角 326">
                <a:extLst>
                  <a:ext uri="{FF2B5EF4-FFF2-40B4-BE49-F238E27FC236}">
                    <a16:creationId xmlns:a16="http://schemas.microsoft.com/office/drawing/2014/main" id="{B0223C4F-F4EF-6708-B23D-2E4C2E56B205}"/>
                  </a:ext>
                </a:extLst>
              </p:cNvPr>
              <p:cNvSpPr/>
              <p:nvPr/>
            </p:nvSpPr>
            <p:spPr>
              <a:xfrm>
                <a:off x="3168000" y="705600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18</a:t>
                </a:r>
              </a:p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VP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28" name="矩形: 圆角 327">
                <a:extLst>
                  <a:ext uri="{FF2B5EF4-FFF2-40B4-BE49-F238E27FC236}">
                    <a16:creationId xmlns:a16="http://schemas.microsoft.com/office/drawing/2014/main" id="{BE82A134-BCCF-FC09-8939-B59492DDD339}"/>
                  </a:ext>
                </a:extLst>
              </p:cNvPr>
              <p:cNvSpPr/>
              <p:nvPr/>
            </p:nvSpPr>
            <p:spPr>
              <a:xfrm>
                <a:off x="3744000" y="705600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20</a:t>
                </a:r>
              </a:p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VP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29" name="矩形: 圆角 328">
                <a:extLst>
                  <a:ext uri="{FF2B5EF4-FFF2-40B4-BE49-F238E27FC236}">
                    <a16:creationId xmlns:a16="http://schemas.microsoft.com/office/drawing/2014/main" id="{94433525-BD2E-B19A-021E-5EBAAF724A8E}"/>
                  </a:ext>
                </a:extLst>
              </p:cNvPr>
              <p:cNvSpPr/>
              <p:nvPr/>
            </p:nvSpPr>
            <p:spPr>
              <a:xfrm>
                <a:off x="4320000" y="705600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4J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30" name="矩形: 圆角 329">
                <a:extLst>
                  <a:ext uri="{FF2B5EF4-FFF2-40B4-BE49-F238E27FC236}">
                    <a16:creationId xmlns:a16="http://schemas.microsoft.com/office/drawing/2014/main" id="{CCB51681-7DDF-939E-75C6-908408CAB78C}"/>
                  </a:ext>
                </a:extLst>
              </p:cNvPr>
              <p:cNvSpPr/>
              <p:nvPr/>
            </p:nvSpPr>
            <p:spPr>
              <a:xfrm>
                <a:off x="4896000" y="705600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22</a:t>
                </a:r>
              </a:p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VP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31" name="矩形: 圆角 330">
                <a:extLst>
                  <a:ext uri="{FF2B5EF4-FFF2-40B4-BE49-F238E27FC236}">
                    <a16:creationId xmlns:a16="http://schemas.microsoft.com/office/drawing/2014/main" id="{814920FE-EFEA-D1B0-A997-5CF4DE9AC5BA}"/>
                  </a:ext>
                </a:extLst>
              </p:cNvPr>
              <p:cNvSpPr/>
              <p:nvPr/>
            </p:nvSpPr>
            <p:spPr>
              <a:xfrm>
                <a:off x="5472000" y="705600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24</a:t>
                </a:r>
              </a:p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VP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2183209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CC6D66-81B9-B52A-2D52-38B41AF397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32C8B236-AB30-2899-5502-EC5EFDF737A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444" t="14730" r="19228" b="39669"/>
          <a:stretch>
            <a:fillRect/>
          </a:stretch>
        </p:blipFill>
        <p:spPr>
          <a:xfrm>
            <a:off x="9005" y="306494"/>
            <a:ext cx="15101340" cy="95121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墨迹 5">
                <a:extLst>
                  <a:ext uri="{FF2B5EF4-FFF2-40B4-BE49-F238E27FC236}">
                    <a16:creationId xmlns:a16="http://schemas.microsoft.com/office/drawing/2014/main" id="{EB87173E-C3D3-D84C-8DD9-6E8FEF4C8249}"/>
                  </a:ext>
                </a:extLst>
              </p14:cNvPr>
              <p14:cNvContentPartPr/>
              <p14:nvPr/>
            </p14:nvContentPartPr>
            <p14:xfrm>
              <a:off x="11374385" y="1294680"/>
              <a:ext cx="3723120" cy="2250720"/>
            </p14:xfrm>
          </p:contentPart>
        </mc:Choice>
        <mc:Fallback xmlns="">
          <p:pic>
            <p:nvPicPr>
              <p:cNvPr id="6" name="墨迹 5">
                <a:extLst>
                  <a:ext uri="{FF2B5EF4-FFF2-40B4-BE49-F238E27FC236}">
                    <a16:creationId xmlns:a16="http://schemas.microsoft.com/office/drawing/2014/main" id="{4BC4B4C3-E566-A9D9-0749-6DDF1693259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311385" y="1232040"/>
                <a:ext cx="3848760" cy="237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7" name="墨迹 6">
                <a:extLst>
                  <a:ext uri="{FF2B5EF4-FFF2-40B4-BE49-F238E27FC236}">
                    <a16:creationId xmlns:a16="http://schemas.microsoft.com/office/drawing/2014/main" id="{C5C1FE37-4D75-9327-4CD9-8B0DF6364660}"/>
                  </a:ext>
                </a:extLst>
              </p14:cNvPr>
              <p14:cNvContentPartPr/>
              <p14:nvPr/>
            </p14:nvContentPartPr>
            <p14:xfrm>
              <a:off x="12090065" y="3416700"/>
              <a:ext cx="2378880" cy="1450080"/>
            </p14:xfrm>
          </p:contentPart>
        </mc:Choice>
        <mc:Fallback xmlns="">
          <p:pic>
            <p:nvPicPr>
              <p:cNvPr id="7" name="墨迹 6">
                <a:extLst>
                  <a:ext uri="{FF2B5EF4-FFF2-40B4-BE49-F238E27FC236}">
                    <a16:creationId xmlns:a16="http://schemas.microsoft.com/office/drawing/2014/main" id="{D034EA22-3985-B829-5027-079961A53E29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2027425" y="3354060"/>
                <a:ext cx="2504520" cy="157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8" name="墨迹 7">
                <a:extLst>
                  <a:ext uri="{FF2B5EF4-FFF2-40B4-BE49-F238E27FC236}">
                    <a16:creationId xmlns:a16="http://schemas.microsoft.com/office/drawing/2014/main" id="{4C0A4079-B1BF-944E-3501-2CC46E8C73A9}"/>
                  </a:ext>
                </a:extLst>
              </p14:cNvPr>
              <p14:cNvContentPartPr/>
              <p14:nvPr/>
            </p14:nvContentPartPr>
            <p14:xfrm>
              <a:off x="12375545" y="4940220"/>
              <a:ext cx="1032480" cy="2197440"/>
            </p14:xfrm>
          </p:contentPart>
        </mc:Choice>
        <mc:Fallback xmlns="">
          <p:pic>
            <p:nvPicPr>
              <p:cNvPr id="8" name="墨迹 7">
                <a:extLst>
                  <a:ext uri="{FF2B5EF4-FFF2-40B4-BE49-F238E27FC236}">
                    <a16:creationId xmlns:a16="http://schemas.microsoft.com/office/drawing/2014/main" id="{57CD3276-E690-68AB-09F4-65D16DA21FD8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2312545" y="4877220"/>
                <a:ext cx="1158120" cy="232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9" name="墨迹 8">
                <a:extLst>
                  <a:ext uri="{FF2B5EF4-FFF2-40B4-BE49-F238E27FC236}">
                    <a16:creationId xmlns:a16="http://schemas.microsoft.com/office/drawing/2014/main" id="{85AB64B4-8558-2DB1-31C5-50D84651CD28}"/>
                  </a:ext>
                </a:extLst>
              </p14:cNvPr>
              <p14:cNvContentPartPr/>
              <p14:nvPr/>
            </p14:nvContentPartPr>
            <p14:xfrm>
              <a:off x="13032185" y="7159260"/>
              <a:ext cx="1126440" cy="2581920"/>
            </p14:xfrm>
          </p:contentPart>
        </mc:Choice>
        <mc:Fallback xmlns="">
          <p:pic>
            <p:nvPicPr>
              <p:cNvPr id="9" name="墨迹 8">
                <a:extLst>
                  <a:ext uri="{FF2B5EF4-FFF2-40B4-BE49-F238E27FC236}">
                    <a16:creationId xmlns:a16="http://schemas.microsoft.com/office/drawing/2014/main" id="{044738CA-E916-D9E0-D51B-0FD193222B75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2969185" y="7096620"/>
                <a:ext cx="1252080" cy="2707560"/>
              </a:xfrm>
              <a:prstGeom prst="rect">
                <a:avLst/>
              </a:prstGeom>
            </p:spPr>
          </p:pic>
        </mc:Fallback>
      </mc:AlternateContent>
      <p:grpSp>
        <p:nvGrpSpPr>
          <p:cNvPr id="11" name="组合 10">
            <a:extLst>
              <a:ext uri="{FF2B5EF4-FFF2-40B4-BE49-F238E27FC236}">
                <a16:creationId xmlns:a16="http://schemas.microsoft.com/office/drawing/2014/main" id="{F859D9FB-B373-A543-2B42-D96C201AB024}"/>
              </a:ext>
            </a:extLst>
          </p:cNvPr>
          <p:cNvGrpSpPr/>
          <p:nvPr/>
        </p:nvGrpSpPr>
        <p:grpSpPr>
          <a:xfrm>
            <a:off x="11587085" y="7451852"/>
            <a:ext cx="595035" cy="855985"/>
            <a:chOff x="11815577" y="7514456"/>
            <a:chExt cx="595035" cy="855985"/>
          </a:xfrm>
        </p:grpSpPr>
        <p:sp>
          <p:nvSpPr>
            <p:cNvPr id="4" name="矩形: 圆角 3">
              <a:extLst>
                <a:ext uri="{FF2B5EF4-FFF2-40B4-BE49-F238E27FC236}">
                  <a16:creationId xmlns:a16="http://schemas.microsoft.com/office/drawing/2014/main" id="{FF0E2C18-1B3A-E51A-B3A7-01781D216F67}"/>
                </a:ext>
              </a:extLst>
            </p:cNvPr>
            <p:cNvSpPr/>
            <p:nvPr/>
          </p:nvSpPr>
          <p:spPr>
            <a:xfrm>
              <a:off x="11900031" y="7514456"/>
              <a:ext cx="432000" cy="432000"/>
            </a:xfrm>
            <a:prstGeom prst="roundRect">
              <a:avLst/>
            </a:prstGeom>
            <a:solidFill>
              <a:srgbClr val="CC0000">
                <a:alpha val="50000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34385" tIns="67192" rIns="134385" bIns="67192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2646"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38F05924-7186-8EC2-4E6A-235CF8A68DBF}"/>
                </a:ext>
              </a:extLst>
            </p:cNvPr>
            <p:cNvSpPr txBox="1"/>
            <p:nvPr/>
          </p:nvSpPr>
          <p:spPr>
            <a:xfrm>
              <a:off x="11815577" y="8031887"/>
              <a:ext cx="59503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建康</a:t>
              </a:r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F9DBBB17-E1F0-083B-F7DD-46202A29301D}"/>
              </a:ext>
            </a:extLst>
          </p:cNvPr>
          <p:cNvGrpSpPr/>
          <p:nvPr/>
        </p:nvGrpSpPr>
        <p:grpSpPr>
          <a:xfrm>
            <a:off x="12973303" y="7946456"/>
            <a:ext cx="432000" cy="718740"/>
            <a:chOff x="11900031" y="7514456"/>
            <a:chExt cx="432000" cy="718740"/>
          </a:xfrm>
        </p:grpSpPr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0A870046-103A-1843-F4AC-0BAD8F46DB03}"/>
                </a:ext>
              </a:extLst>
            </p:cNvPr>
            <p:cNvSpPr/>
            <p:nvPr/>
          </p:nvSpPr>
          <p:spPr>
            <a:xfrm>
              <a:off x="11900031" y="7514456"/>
              <a:ext cx="432000" cy="432000"/>
            </a:xfrm>
            <a:prstGeom prst="roundRect">
              <a:avLst/>
            </a:prstGeom>
            <a:solidFill>
              <a:srgbClr val="CC0000">
                <a:alpha val="50000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34385" tIns="67192" rIns="134385" bIns="67192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2646"/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E1CC9D41-459E-01DF-6DBA-3ED5D4528E11}"/>
                </a:ext>
              </a:extLst>
            </p:cNvPr>
            <p:cNvSpPr txBox="1"/>
            <p:nvPr/>
          </p:nvSpPr>
          <p:spPr>
            <a:xfrm>
              <a:off x="11921106" y="7894642"/>
              <a:ext cx="38985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吴</a:t>
              </a:r>
            </a:p>
          </p:txBody>
        </p:sp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DFEE1301-B09C-DDE9-D9FE-8D494A103413}"/>
              </a:ext>
            </a:extLst>
          </p:cNvPr>
          <p:cNvGrpSpPr/>
          <p:nvPr/>
        </p:nvGrpSpPr>
        <p:grpSpPr>
          <a:xfrm>
            <a:off x="12891785" y="9085089"/>
            <a:ext cx="595035" cy="728550"/>
            <a:chOff x="11818513" y="7514456"/>
            <a:chExt cx="595035" cy="728550"/>
          </a:xfrm>
        </p:grpSpPr>
        <p:sp>
          <p:nvSpPr>
            <p:cNvPr id="16" name="矩形: 圆角 15">
              <a:extLst>
                <a:ext uri="{FF2B5EF4-FFF2-40B4-BE49-F238E27FC236}">
                  <a16:creationId xmlns:a16="http://schemas.microsoft.com/office/drawing/2014/main" id="{17106863-CBBB-C36A-8396-D6DAE18E8B15}"/>
                </a:ext>
              </a:extLst>
            </p:cNvPr>
            <p:cNvSpPr/>
            <p:nvPr/>
          </p:nvSpPr>
          <p:spPr>
            <a:xfrm>
              <a:off x="11900031" y="7514456"/>
              <a:ext cx="432000" cy="432000"/>
            </a:xfrm>
            <a:prstGeom prst="roundRect">
              <a:avLst/>
            </a:prstGeom>
            <a:solidFill>
              <a:srgbClr val="CC0000">
                <a:alpha val="50000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34385" tIns="67192" rIns="134385" bIns="67192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2646"/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79EAF4E7-3340-BEA4-7EF4-1CF561BF3E8F}"/>
                </a:ext>
              </a:extLst>
            </p:cNvPr>
            <p:cNvSpPr txBox="1"/>
            <p:nvPr/>
          </p:nvSpPr>
          <p:spPr>
            <a:xfrm>
              <a:off x="11818513" y="7904452"/>
              <a:ext cx="59503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会稽</a:t>
              </a:r>
            </a:p>
          </p:txBody>
        </p:sp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FC08ACD9-3534-0C9A-38B7-11F69336A574}"/>
              </a:ext>
            </a:extLst>
          </p:cNvPr>
          <p:cNvGrpSpPr/>
          <p:nvPr/>
        </p:nvGrpSpPr>
        <p:grpSpPr>
          <a:xfrm>
            <a:off x="11824947" y="6342185"/>
            <a:ext cx="659484" cy="760090"/>
            <a:chOff x="11672547" y="7514456"/>
            <a:chExt cx="659484" cy="760090"/>
          </a:xfrm>
        </p:grpSpPr>
        <p:sp>
          <p:nvSpPr>
            <p:cNvPr id="19" name="矩形: 圆角 18">
              <a:extLst>
                <a:ext uri="{FF2B5EF4-FFF2-40B4-BE49-F238E27FC236}">
                  <a16:creationId xmlns:a16="http://schemas.microsoft.com/office/drawing/2014/main" id="{500611E6-E5D9-2428-E578-C234377CFCEC}"/>
                </a:ext>
              </a:extLst>
            </p:cNvPr>
            <p:cNvSpPr/>
            <p:nvPr/>
          </p:nvSpPr>
          <p:spPr>
            <a:xfrm>
              <a:off x="11900031" y="7514456"/>
              <a:ext cx="432000" cy="432000"/>
            </a:xfrm>
            <a:prstGeom prst="roundRect">
              <a:avLst/>
            </a:prstGeom>
            <a:solidFill>
              <a:srgbClr val="CC0000">
                <a:alpha val="50000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34385" tIns="67192" rIns="134385" bIns="67192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2646"/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AC075530-AE8D-0928-9992-6E8C11AFA48C}"/>
                </a:ext>
              </a:extLst>
            </p:cNvPr>
            <p:cNvSpPr txBox="1"/>
            <p:nvPr/>
          </p:nvSpPr>
          <p:spPr>
            <a:xfrm>
              <a:off x="11672547" y="7935992"/>
              <a:ext cx="59503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广陵</a:t>
              </a:r>
            </a:p>
          </p:txBody>
        </p: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CAC770C2-4386-2E1A-7A98-02D2FA61541A}"/>
              </a:ext>
            </a:extLst>
          </p:cNvPr>
          <p:cNvGrpSpPr/>
          <p:nvPr/>
        </p:nvGrpSpPr>
        <p:grpSpPr>
          <a:xfrm>
            <a:off x="12338464" y="7337390"/>
            <a:ext cx="595035" cy="728550"/>
            <a:chOff x="11818513" y="7514456"/>
            <a:chExt cx="595035" cy="728550"/>
          </a:xfrm>
        </p:grpSpPr>
        <p:sp>
          <p:nvSpPr>
            <p:cNvPr id="22" name="矩形: 圆角 21">
              <a:extLst>
                <a:ext uri="{FF2B5EF4-FFF2-40B4-BE49-F238E27FC236}">
                  <a16:creationId xmlns:a16="http://schemas.microsoft.com/office/drawing/2014/main" id="{D0E904E3-42A3-0DCB-4FCC-5D036FA8E2F1}"/>
                </a:ext>
              </a:extLst>
            </p:cNvPr>
            <p:cNvSpPr/>
            <p:nvPr/>
          </p:nvSpPr>
          <p:spPr>
            <a:xfrm>
              <a:off x="11900031" y="7514456"/>
              <a:ext cx="432000" cy="432000"/>
            </a:xfrm>
            <a:prstGeom prst="roundRect">
              <a:avLst/>
            </a:prstGeom>
            <a:solidFill>
              <a:srgbClr val="CC0000">
                <a:alpha val="50000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34385" tIns="67192" rIns="134385" bIns="67192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2646"/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C30FFD1E-43EF-B633-0E07-06A70C39DB5C}"/>
                </a:ext>
              </a:extLst>
            </p:cNvPr>
            <p:cNvSpPr txBox="1"/>
            <p:nvPr/>
          </p:nvSpPr>
          <p:spPr>
            <a:xfrm>
              <a:off x="11818513" y="7904452"/>
              <a:ext cx="59503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京口</a:t>
              </a:r>
            </a:p>
          </p:txBody>
        </p:sp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3256ADE9-DBFC-21CC-C248-C36030D97766}"/>
              </a:ext>
            </a:extLst>
          </p:cNvPr>
          <p:cNvGrpSpPr/>
          <p:nvPr/>
        </p:nvGrpSpPr>
        <p:grpSpPr>
          <a:xfrm>
            <a:off x="10856833" y="7540026"/>
            <a:ext cx="595035" cy="728550"/>
            <a:chOff x="11818513" y="7514456"/>
            <a:chExt cx="595035" cy="728550"/>
          </a:xfrm>
        </p:grpSpPr>
        <p:sp>
          <p:nvSpPr>
            <p:cNvPr id="25" name="矩形: 圆角 24">
              <a:extLst>
                <a:ext uri="{FF2B5EF4-FFF2-40B4-BE49-F238E27FC236}">
                  <a16:creationId xmlns:a16="http://schemas.microsoft.com/office/drawing/2014/main" id="{52B7F071-04DA-C433-C0A8-4FA5E5C48F55}"/>
                </a:ext>
              </a:extLst>
            </p:cNvPr>
            <p:cNvSpPr/>
            <p:nvPr/>
          </p:nvSpPr>
          <p:spPr>
            <a:xfrm>
              <a:off x="11900031" y="7514456"/>
              <a:ext cx="432000" cy="432000"/>
            </a:xfrm>
            <a:prstGeom prst="roundRect">
              <a:avLst/>
            </a:prstGeom>
            <a:solidFill>
              <a:srgbClr val="CC0000">
                <a:alpha val="50000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34385" tIns="67192" rIns="134385" bIns="67192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2646"/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17F2670D-A0B9-7BC5-73C5-C6EBA1FCF1E9}"/>
                </a:ext>
              </a:extLst>
            </p:cNvPr>
            <p:cNvSpPr txBox="1"/>
            <p:nvPr/>
          </p:nvSpPr>
          <p:spPr>
            <a:xfrm>
              <a:off x="11818513" y="7904452"/>
              <a:ext cx="59503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合肥</a:t>
              </a:r>
            </a:p>
          </p:txBody>
        </p:sp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90A2604B-C73F-3A81-62D8-BA525AB905E7}"/>
              </a:ext>
            </a:extLst>
          </p:cNvPr>
          <p:cNvGrpSpPr/>
          <p:nvPr/>
        </p:nvGrpSpPr>
        <p:grpSpPr>
          <a:xfrm>
            <a:off x="10107297" y="8982202"/>
            <a:ext cx="595035" cy="728550"/>
            <a:chOff x="11818514" y="7514456"/>
            <a:chExt cx="595035" cy="728550"/>
          </a:xfrm>
        </p:grpSpPr>
        <p:sp>
          <p:nvSpPr>
            <p:cNvPr id="28" name="矩形: 圆角 27">
              <a:extLst>
                <a:ext uri="{FF2B5EF4-FFF2-40B4-BE49-F238E27FC236}">
                  <a16:creationId xmlns:a16="http://schemas.microsoft.com/office/drawing/2014/main" id="{3E799E08-F6C8-2580-52F5-6B73070F25AF}"/>
                </a:ext>
              </a:extLst>
            </p:cNvPr>
            <p:cNvSpPr/>
            <p:nvPr/>
          </p:nvSpPr>
          <p:spPr>
            <a:xfrm>
              <a:off x="11900031" y="7514456"/>
              <a:ext cx="432000" cy="432000"/>
            </a:xfrm>
            <a:prstGeom prst="roundRect">
              <a:avLst/>
            </a:prstGeom>
            <a:solidFill>
              <a:srgbClr val="CC0000">
                <a:alpha val="50000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34385" tIns="67192" rIns="134385" bIns="67192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2646"/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CA125E4B-9531-E282-46C7-E055ECB96315}"/>
                </a:ext>
              </a:extLst>
            </p:cNvPr>
            <p:cNvSpPr txBox="1"/>
            <p:nvPr/>
          </p:nvSpPr>
          <p:spPr>
            <a:xfrm>
              <a:off x="11818514" y="7904452"/>
              <a:ext cx="59503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浔阳</a:t>
              </a:r>
            </a:p>
          </p:txBody>
        </p:sp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4DE4B055-81B0-2CE9-512E-D4B645C2F6ED}"/>
              </a:ext>
            </a:extLst>
          </p:cNvPr>
          <p:cNvGrpSpPr/>
          <p:nvPr/>
        </p:nvGrpSpPr>
        <p:grpSpPr>
          <a:xfrm>
            <a:off x="10343296" y="6846410"/>
            <a:ext cx="989485" cy="582500"/>
            <a:chOff x="11342546" y="7514456"/>
            <a:chExt cx="989485" cy="582500"/>
          </a:xfrm>
        </p:grpSpPr>
        <p:sp>
          <p:nvSpPr>
            <p:cNvPr id="31" name="矩形: 圆角 30">
              <a:extLst>
                <a:ext uri="{FF2B5EF4-FFF2-40B4-BE49-F238E27FC236}">
                  <a16:creationId xmlns:a16="http://schemas.microsoft.com/office/drawing/2014/main" id="{EEE25A23-25F2-FC38-A9EE-A5878389CBCE}"/>
                </a:ext>
              </a:extLst>
            </p:cNvPr>
            <p:cNvSpPr/>
            <p:nvPr/>
          </p:nvSpPr>
          <p:spPr>
            <a:xfrm>
              <a:off x="11900031" y="7514456"/>
              <a:ext cx="432000" cy="432000"/>
            </a:xfrm>
            <a:prstGeom prst="roundRect">
              <a:avLst/>
            </a:prstGeom>
            <a:solidFill>
              <a:srgbClr val="CC0000">
                <a:alpha val="50000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34385" tIns="67192" rIns="134385" bIns="67192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2646"/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564DFC7D-A285-A1BD-5530-E217640E19A8}"/>
                </a:ext>
              </a:extLst>
            </p:cNvPr>
            <p:cNvSpPr txBox="1"/>
            <p:nvPr/>
          </p:nvSpPr>
          <p:spPr>
            <a:xfrm>
              <a:off x="11342546" y="7758402"/>
              <a:ext cx="59503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寿春</a:t>
              </a:r>
            </a:p>
          </p:txBody>
        </p:sp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A833B95A-E1C7-C72E-5428-9D9E54DD9548}"/>
              </a:ext>
            </a:extLst>
          </p:cNvPr>
          <p:cNvGrpSpPr/>
          <p:nvPr/>
        </p:nvGrpSpPr>
        <p:grpSpPr>
          <a:xfrm>
            <a:off x="11186440" y="5770992"/>
            <a:ext cx="595035" cy="728550"/>
            <a:chOff x="11818517" y="7514456"/>
            <a:chExt cx="595035" cy="728550"/>
          </a:xfrm>
        </p:grpSpPr>
        <p:sp>
          <p:nvSpPr>
            <p:cNvPr id="34" name="矩形: 圆角 33">
              <a:extLst>
                <a:ext uri="{FF2B5EF4-FFF2-40B4-BE49-F238E27FC236}">
                  <a16:creationId xmlns:a16="http://schemas.microsoft.com/office/drawing/2014/main" id="{B9CA292A-48B6-96F0-148F-093AE273F433}"/>
                </a:ext>
              </a:extLst>
            </p:cNvPr>
            <p:cNvSpPr/>
            <p:nvPr/>
          </p:nvSpPr>
          <p:spPr>
            <a:xfrm>
              <a:off x="11900031" y="7514456"/>
              <a:ext cx="432000" cy="432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34385" tIns="67192" rIns="134385" bIns="67192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2646"/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4D98CAA3-5004-6CBA-F662-88F80923A369}"/>
                </a:ext>
              </a:extLst>
            </p:cNvPr>
            <p:cNvSpPr txBox="1"/>
            <p:nvPr/>
          </p:nvSpPr>
          <p:spPr>
            <a:xfrm>
              <a:off x="11818517" y="7904452"/>
              <a:ext cx="59503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彭城</a:t>
              </a:r>
            </a:p>
          </p:txBody>
        </p:sp>
      </p:grp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51733910-E491-0843-8A2A-CFE27A477785}"/>
              </a:ext>
            </a:extLst>
          </p:cNvPr>
          <p:cNvGrpSpPr/>
          <p:nvPr/>
        </p:nvGrpSpPr>
        <p:grpSpPr>
          <a:xfrm>
            <a:off x="7630798" y="8687421"/>
            <a:ext cx="595035" cy="728550"/>
            <a:chOff x="11818515" y="7514456"/>
            <a:chExt cx="595035" cy="728550"/>
          </a:xfrm>
        </p:grpSpPr>
        <p:sp>
          <p:nvSpPr>
            <p:cNvPr id="37" name="矩形: 圆角 36">
              <a:extLst>
                <a:ext uri="{FF2B5EF4-FFF2-40B4-BE49-F238E27FC236}">
                  <a16:creationId xmlns:a16="http://schemas.microsoft.com/office/drawing/2014/main" id="{74C2AC46-B78F-D9C0-F4A6-55AA9702C7DD}"/>
                </a:ext>
              </a:extLst>
            </p:cNvPr>
            <p:cNvSpPr/>
            <p:nvPr/>
          </p:nvSpPr>
          <p:spPr>
            <a:xfrm>
              <a:off x="11900031" y="7514456"/>
              <a:ext cx="432000" cy="432000"/>
            </a:xfrm>
            <a:prstGeom prst="roundRect">
              <a:avLst/>
            </a:prstGeom>
            <a:solidFill>
              <a:srgbClr val="CC0000">
                <a:alpha val="50000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34385" tIns="67192" rIns="134385" bIns="67192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2646"/>
            </a:p>
          </p:txBody>
        </p: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36337AC7-1821-3B9B-316F-D633C02C2565}"/>
                </a:ext>
              </a:extLst>
            </p:cNvPr>
            <p:cNvSpPr txBox="1"/>
            <p:nvPr/>
          </p:nvSpPr>
          <p:spPr>
            <a:xfrm>
              <a:off x="11818515" y="7904452"/>
              <a:ext cx="59503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南郡</a:t>
              </a:r>
            </a:p>
          </p:txBody>
        </p:sp>
      </p:grp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89A4ABC6-FAB3-22AD-E170-29C972D60CFE}"/>
              </a:ext>
            </a:extLst>
          </p:cNvPr>
          <p:cNvGrpSpPr/>
          <p:nvPr/>
        </p:nvGrpSpPr>
        <p:grpSpPr>
          <a:xfrm>
            <a:off x="7198996" y="7502292"/>
            <a:ext cx="977066" cy="432000"/>
            <a:chOff x="11354965" y="7514456"/>
            <a:chExt cx="977066" cy="432000"/>
          </a:xfrm>
        </p:grpSpPr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CA2232CF-0A27-417F-8C9A-3F893864F86A}"/>
                </a:ext>
              </a:extLst>
            </p:cNvPr>
            <p:cNvSpPr txBox="1"/>
            <p:nvPr/>
          </p:nvSpPr>
          <p:spPr>
            <a:xfrm>
              <a:off x="11354965" y="7590127"/>
              <a:ext cx="59503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襄阳</a:t>
              </a:r>
            </a:p>
          </p:txBody>
        </p:sp>
        <p:sp>
          <p:nvSpPr>
            <p:cNvPr id="40" name="矩形: 圆角 39">
              <a:extLst>
                <a:ext uri="{FF2B5EF4-FFF2-40B4-BE49-F238E27FC236}">
                  <a16:creationId xmlns:a16="http://schemas.microsoft.com/office/drawing/2014/main" id="{7CADAFBD-2E7E-841C-DE53-60266C53DA79}"/>
                </a:ext>
              </a:extLst>
            </p:cNvPr>
            <p:cNvSpPr/>
            <p:nvPr/>
          </p:nvSpPr>
          <p:spPr>
            <a:xfrm>
              <a:off x="11900031" y="7514456"/>
              <a:ext cx="432000" cy="432000"/>
            </a:xfrm>
            <a:prstGeom prst="roundRect">
              <a:avLst/>
            </a:prstGeom>
            <a:solidFill>
              <a:srgbClr val="CC0000">
                <a:alpha val="50000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34385" tIns="67192" rIns="134385" bIns="67192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2646"/>
            </a:p>
          </p:txBody>
        </p:sp>
      </p:grpSp>
      <p:grpSp>
        <p:nvGrpSpPr>
          <p:cNvPr id="42" name="组合 41">
            <a:extLst>
              <a:ext uri="{FF2B5EF4-FFF2-40B4-BE49-F238E27FC236}">
                <a16:creationId xmlns:a16="http://schemas.microsoft.com/office/drawing/2014/main" id="{D8B814A7-E66B-EC63-6152-921649863809}"/>
              </a:ext>
            </a:extLst>
          </p:cNvPr>
          <p:cNvGrpSpPr/>
          <p:nvPr/>
        </p:nvGrpSpPr>
        <p:grpSpPr>
          <a:xfrm>
            <a:off x="9377046" y="8516921"/>
            <a:ext cx="595035" cy="728550"/>
            <a:chOff x="11818515" y="7514456"/>
            <a:chExt cx="595035" cy="728550"/>
          </a:xfrm>
        </p:grpSpPr>
        <p:sp>
          <p:nvSpPr>
            <p:cNvPr id="43" name="矩形: 圆角 42">
              <a:extLst>
                <a:ext uri="{FF2B5EF4-FFF2-40B4-BE49-F238E27FC236}">
                  <a16:creationId xmlns:a16="http://schemas.microsoft.com/office/drawing/2014/main" id="{1C7FB820-CC08-7FA9-C563-901B918874F2}"/>
                </a:ext>
              </a:extLst>
            </p:cNvPr>
            <p:cNvSpPr/>
            <p:nvPr/>
          </p:nvSpPr>
          <p:spPr>
            <a:xfrm>
              <a:off x="11900031" y="7514456"/>
              <a:ext cx="432000" cy="432000"/>
            </a:xfrm>
            <a:prstGeom prst="roundRect">
              <a:avLst/>
            </a:prstGeom>
            <a:solidFill>
              <a:srgbClr val="CC0000">
                <a:alpha val="50000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34385" tIns="67192" rIns="134385" bIns="67192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2646"/>
            </a:p>
          </p:txBody>
        </p: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27728CB1-C630-B867-78F8-CA5A9DD7DA5F}"/>
                </a:ext>
              </a:extLst>
            </p:cNvPr>
            <p:cNvSpPr txBox="1"/>
            <p:nvPr/>
          </p:nvSpPr>
          <p:spPr>
            <a:xfrm>
              <a:off x="11818515" y="7904452"/>
              <a:ext cx="59503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武昌</a:t>
              </a:r>
            </a:p>
          </p:txBody>
        </p:sp>
      </p:grp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D6C6F530-B8A9-85C1-3455-06978E0DC66B}"/>
              </a:ext>
            </a:extLst>
          </p:cNvPr>
          <p:cNvGrpSpPr/>
          <p:nvPr/>
        </p:nvGrpSpPr>
        <p:grpSpPr>
          <a:xfrm>
            <a:off x="4191324" y="9076194"/>
            <a:ext cx="595035" cy="728550"/>
            <a:chOff x="11818516" y="7514456"/>
            <a:chExt cx="595035" cy="728550"/>
          </a:xfrm>
        </p:grpSpPr>
        <p:sp>
          <p:nvSpPr>
            <p:cNvPr id="49" name="矩形: 圆角 48">
              <a:extLst>
                <a:ext uri="{FF2B5EF4-FFF2-40B4-BE49-F238E27FC236}">
                  <a16:creationId xmlns:a16="http://schemas.microsoft.com/office/drawing/2014/main" id="{39F87E07-ADDD-C9E2-F84E-59F05A6D3C62}"/>
                </a:ext>
              </a:extLst>
            </p:cNvPr>
            <p:cNvSpPr/>
            <p:nvPr/>
          </p:nvSpPr>
          <p:spPr>
            <a:xfrm>
              <a:off x="11900031" y="7514456"/>
              <a:ext cx="432000" cy="432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34385" tIns="67192" rIns="134385" bIns="67192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2646" dirty="0"/>
            </a:p>
          </p:txBody>
        </p:sp>
        <p:sp>
          <p:nvSpPr>
            <p:cNvPr id="50" name="文本框 49">
              <a:extLst>
                <a:ext uri="{FF2B5EF4-FFF2-40B4-BE49-F238E27FC236}">
                  <a16:creationId xmlns:a16="http://schemas.microsoft.com/office/drawing/2014/main" id="{9A10B7AA-9033-7640-5578-C684CCBBAAF9}"/>
                </a:ext>
              </a:extLst>
            </p:cNvPr>
            <p:cNvSpPr txBox="1"/>
            <p:nvPr/>
          </p:nvSpPr>
          <p:spPr>
            <a:xfrm>
              <a:off x="11818516" y="7904452"/>
              <a:ext cx="59503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巴郡</a:t>
              </a:r>
            </a:p>
          </p:txBody>
        </p:sp>
      </p:grpSp>
      <p:grpSp>
        <p:nvGrpSpPr>
          <p:cNvPr id="51" name="组合 50">
            <a:extLst>
              <a:ext uri="{FF2B5EF4-FFF2-40B4-BE49-F238E27FC236}">
                <a16:creationId xmlns:a16="http://schemas.microsoft.com/office/drawing/2014/main" id="{F8AC4240-5279-A9CF-FED5-D89E7A5DE294}"/>
              </a:ext>
            </a:extLst>
          </p:cNvPr>
          <p:cNvGrpSpPr/>
          <p:nvPr/>
        </p:nvGrpSpPr>
        <p:grpSpPr>
          <a:xfrm>
            <a:off x="2688121" y="8387026"/>
            <a:ext cx="595035" cy="728550"/>
            <a:chOff x="11818518" y="7514456"/>
            <a:chExt cx="595035" cy="728550"/>
          </a:xfrm>
        </p:grpSpPr>
        <p:sp>
          <p:nvSpPr>
            <p:cNvPr id="52" name="矩形: 圆角 51">
              <a:extLst>
                <a:ext uri="{FF2B5EF4-FFF2-40B4-BE49-F238E27FC236}">
                  <a16:creationId xmlns:a16="http://schemas.microsoft.com/office/drawing/2014/main" id="{76DD1C0B-2699-D538-A538-24DFC042A00C}"/>
                </a:ext>
              </a:extLst>
            </p:cNvPr>
            <p:cNvSpPr/>
            <p:nvPr/>
          </p:nvSpPr>
          <p:spPr>
            <a:xfrm>
              <a:off x="11900031" y="7514456"/>
              <a:ext cx="432000" cy="432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34385" tIns="67192" rIns="134385" bIns="67192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2646"/>
            </a:p>
          </p:txBody>
        </p:sp>
        <p:sp>
          <p:nvSpPr>
            <p:cNvPr id="53" name="文本框 52">
              <a:extLst>
                <a:ext uri="{FF2B5EF4-FFF2-40B4-BE49-F238E27FC236}">
                  <a16:creationId xmlns:a16="http://schemas.microsoft.com/office/drawing/2014/main" id="{E76FDA0F-E73A-4321-8EC1-09A4C1B6B0EA}"/>
                </a:ext>
              </a:extLst>
            </p:cNvPr>
            <p:cNvSpPr txBox="1"/>
            <p:nvPr/>
          </p:nvSpPr>
          <p:spPr>
            <a:xfrm>
              <a:off x="11818518" y="7904452"/>
              <a:ext cx="59503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成都</a:t>
              </a:r>
            </a:p>
          </p:txBody>
        </p:sp>
      </p:grpSp>
      <p:grpSp>
        <p:nvGrpSpPr>
          <p:cNvPr id="54" name="组合 53">
            <a:extLst>
              <a:ext uri="{FF2B5EF4-FFF2-40B4-BE49-F238E27FC236}">
                <a16:creationId xmlns:a16="http://schemas.microsoft.com/office/drawing/2014/main" id="{9439CB05-FB50-A45C-21F7-05EAFB2B64B8}"/>
              </a:ext>
            </a:extLst>
          </p:cNvPr>
          <p:cNvGrpSpPr/>
          <p:nvPr/>
        </p:nvGrpSpPr>
        <p:grpSpPr>
          <a:xfrm>
            <a:off x="4426075" y="6597508"/>
            <a:ext cx="595035" cy="728550"/>
            <a:chOff x="11818517" y="7514456"/>
            <a:chExt cx="595035" cy="728550"/>
          </a:xfrm>
        </p:grpSpPr>
        <p:sp>
          <p:nvSpPr>
            <p:cNvPr id="55" name="矩形: 圆角 54">
              <a:extLst>
                <a:ext uri="{FF2B5EF4-FFF2-40B4-BE49-F238E27FC236}">
                  <a16:creationId xmlns:a16="http://schemas.microsoft.com/office/drawing/2014/main" id="{7C08BA01-0804-999E-0680-8E5420970937}"/>
                </a:ext>
              </a:extLst>
            </p:cNvPr>
            <p:cNvSpPr/>
            <p:nvPr/>
          </p:nvSpPr>
          <p:spPr>
            <a:xfrm>
              <a:off x="11900031" y="7514456"/>
              <a:ext cx="432000" cy="432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34385" tIns="67192" rIns="134385" bIns="67192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2646"/>
            </a:p>
          </p:txBody>
        </p:sp>
        <p:sp>
          <p:nvSpPr>
            <p:cNvPr id="56" name="文本框 55">
              <a:extLst>
                <a:ext uri="{FF2B5EF4-FFF2-40B4-BE49-F238E27FC236}">
                  <a16:creationId xmlns:a16="http://schemas.microsoft.com/office/drawing/2014/main" id="{0B61274D-7FC2-CBD1-1768-9A4CBF70DB18}"/>
                </a:ext>
              </a:extLst>
            </p:cNvPr>
            <p:cNvSpPr txBox="1"/>
            <p:nvPr/>
          </p:nvSpPr>
          <p:spPr>
            <a:xfrm>
              <a:off x="11818517" y="7904452"/>
              <a:ext cx="59503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汉中</a:t>
              </a:r>
            </a:p>
          </p:txBody>
        </p:sp>
      </p:grpSp>
      <p:grpSp>
        <p:nvGrpSpPr>
          <p:cNvPr id="57" name="组合 56">
            <a:extLst>
              <a:ext uri="{FF2B5EF4-FFF2-40B4-BE49-F238E27FC236}">
                <a16:creationId xmlns:a16="http://schemas.microsoft.com/office/drawing/2014/main" id="{9B1437C6-EA75-757A-5CB9-AC645A7EA4FD}"/>
              </a:ext>
            </a:extLst>
          </p:cNvPr>
          <p:cNvGrpSpPr/>
          <p:nvPr/>
        </p:nvGrpSpPr>
        <p:grpSpPr>
          <a:xfrm>
            <a:off x="6089454" y="8131644"/>
            <a:ext cx="595035" cy="728550"/>
            <a:chOff x="11818515" y="7514456"/>
            <a:chExt cx="595035" cy="728550"/>
          </a:xfrm>
        </p:grpSpPr>
        <p:sp>
          <p:nvSpPr>
            <p:cNvPr id="58" name="矩形: 圆角 57">
              <a:extLst>
                <a:ext uri="{FF2B5EF4-FFF2-40B4-BE49-F238E27FC236}">
                  <a16:creationId xmlns:a16="http://schemas.microsoft.com/office/drawing/2014/main" id="{72F61211-4DEA-0088-36C4-9292625D6CDB}"/>
                </a:ext>
              </a:extLst>
            </p:cNvPr>
            <p:cNvSpPr/>
            <p:nvPr/>
          </p:nvSpPr>
          <p:spPr>
            <a:xfrm>
              <a:off x="11900031" y="7514456"/>
              <a:ext cx="432000" cy="432000"/>
            </a:xfrm>
            <a:prstGeom prst="roundRect">
              <a:avLst/>
            </a:prstGeom>
            <a:solidFill>
              <a:srgbClr val="CC0000">
                <a:alpha val="50000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34385" tIns="67192" rIns="134385" bIns="67192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2646"/>
            </a:p>
          </p:txBody>
        </p:sp>
        <p:sp>
          <p:nvSpPr>
            <p:cNvPr id="59" name="文本框 58">
              <a:extLst>
                <a:ext uri="{FF2B5EF4-FFF2-40B4-BE49-F238E27FC236}">
                  <a16:creationId xmlns:a16="http://schemas.microsoft.com/office/drawing/2014/main" id="{C8E87C9E-D506-2405-D92B-FE13D1922663}"/>
                </a:ext>
              </a:extLst>
            </p:cNvPr>
            <p:cNvSpPr txBox="1"/>
            <p:nvPr/>
          </p:nvSpPr>
          <p:spPr>
            <a:xfrm>
              <a:off x="11818515" y="7904452"/>
              <a:ext cx="59503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巴东</a:t>
              </a:r>
            </a:p>
          </p:txBody>
        </p:sp>
      </p:grpSp>
      <p:grpSp>
        <p:nvGrpSpPr>
          <p:cNvPr id="60" name="组合 59">
            <a:extLst>
              <a:ext uri="{FF2B5EF4-FFF2-40B4-BE49-F238E27FC236}">
                <a16:creationId xmlns:a16="http://schemas.microsoft.com/office/drawing/2014/main" id="{72597E8C-C177-D098-CF2F-7654DD8A1D9E}"/>
              </a:ext>
            </a:extLst>
          </p:cNvPr>
          <p:cNvGrpSpPr/>
          <p:nvPr/>
        </p:nvGrpSpPr>
        <p:grpSpPr>
          <a:xfrm>
            <a:off x="11263940" y="4973147"/>
            <a:ext cx="964428" cy="530957"/>
            <a:chOff x="11367603" y="7514456"/>
            <a:chExt cx="964428" cy="530957"/>
          </a:xfrm>
        </p:grpSpPr>
        <p:sp>
          <p:nvSpPr>
            <p:cNvPr id="61" name="矩形: 圆角 60">
              <a:extLst>
                <a:ext uri="{FF2B5EF4-FFF2-40B4-BE49-F238E27FC236}">
                  <a16:creationId xmlns:a16="http://schemas.microsoft.com/office/drawing/2014/main" id="{3601925F-55A3-4BE7-CE47-078FB495B51B}"/>
                </a:ext>
              </a:extLst>
            </p:cNvPr>
            <p:cNvSpPr/>
            <p:nvPr/>
          </p:nvSpPr>
          <p:spPr>
            <a:xfrm>
              <a:off x="11900031" y="7514456"/>
              <a:ext cx="432000" cy="432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34385" tIns="67192" rIns="134385" bIns="67192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2646"/>
            </a:p>
          </p:txBody>
        </p:sp>
        <p:sp>
          <p:nvSpPr>
            <p:cNvPr id="62" name="文本框 61">
              <a:extLst>
                <a:ext uri="{FF2B5EF4-FFF2-40B4-BE49-F238E27FC236}">
                  <a16:creationId xmlns:a16="http://schemas.microsoft.com/office/drawing/2014/main" id="{1265AC45-F483-73D3-40E0-3C8F89347390}"/>
                </a:ext>
              </a:extLst>
            </p:cNvPr>
            <p:cNvSpPr txBox="1"/>
            <p:nvPr/>
          </p:nvSpPr>
          <p:spPr>
            <a:xfrm>
              <a:off x="11367603" y="7706859"/>
              <a:ext cx="59503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琅琊</a:t>
              </a:r>
            </a:p>
          </p:txBody>
        </p:sp>
      </p:grpSp>
      <p:grpSp>
        <p:nvGrpSpPr>
          <p:cNvPr id="63" name="组合 62">
            <a:extLst>
              <a:ext uri="{FF2B5EF4-FFF2-40B4-BE49-F238E27FC236}">
                <a16:creationId xmlns:a16="http://schemas.microsoft.com/office/drawing/2014/main" id="{170ED453-B5BC-CF5D-0EC8-55DF85981E0B}"/>
              </a:ext>
            </a:extLst>
          </p:cNvPr>
          <p:cNvGrpSpPr/>
          <p:nvPr/>
        </p:nvGrpSpPr>
        <p:grpSpPr>
          <a:xfrm>
            <a:off x="11898173" y="3996416"/>
            <a:ext cx="958622" cy="432000"/>
            <a:chOff x="11900031" y="7514456"/>
            <a:chExt cx="958622" cy="432000"/>
          </a:xfrm>
        </p:grpSpPr>
        <p:sp>
          <p:nvSpPr>
            <p:cNvPr id="64" name="矩形: 圆角 63">
              <a:extLst>
                <a:ext uri="{FF2B5EF4-FFF2-40B4-BE49-F238E27FC236}">
                  <a16:creationId xmlns:a16="http://schemas.microsoft.com/office/drawing/2014/main" id="{DEFBBBDC-ABB3-1D3B-4143-154E70A77191}"/>
                </a:ext>
              </a:extLst>
            </p:cNvPr>
            <p:cNvSpPr/>
            <p:nvPr/>
          </p:nvSpPr>
          <p:spPr>
            <a:xfrm>
              <a:off x="11900031" y="7514456"/>
              <a:ext cx="432000" cy="432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34385" tIns="67192" rIns="134385" bIns="67192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2646"/>
            </a:p>
          </p:txBody>
        </p:sp>
        <p:sp>
          <p:nvSpPr>
            <p:cNvPr id="65" name="文本框 64">
              <a:extLst>
                <a:ext uri="{FF2B5EF4-FFF2-40B4-BE49-F238E27FC236}">
                  <a16:creationId xmlns:a16="http://schemas.microsoft.com/office/drawing/2014/main" id="{E511DF23-EF1E-42B2-5903-CC480465ABF7}"/>
                </a:ext>
              </a:extLst>
            </p:cNvPr>
            <p:cNvSpPr txBox="1"/>
            <p:nvPr/>
          </p:nvSpPr>
          <p:spPr>
            <a:xfrm>
              <a:off x="12263618" y="7593632"/>
              <a:ext cx="59503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广固</a:t>
              </a:r>
            </a:p>
          </p:txBody>
        </p:sp>
      </p:grpSp>
      <p:grpSp>
        <p:nvGrpSpPr>
          <p:cNvPr id="66" name="组合 65">
            <a:extLst>
              <a:ext uri="{FF2B5EF4-FFF2-40B4-BE49-F238E27FC236}">
                <a16:creationId xmlns:a16="http://schemas.microsoft.com/office/drawing/2014/main" id="{36575169-F993-2E7D-7789-6DBAA38A498B}"/>
              </a:ext>
            </a:extLst>
          </p:cNvPr>
          <p:cNvGrpSpPr/>
          <p:nvPr/>
        </p:nvGrpSpPr>
        <p:grpSpPr>
          <a:xfrm>
            <a:off x="7170899" y="5444807"/>
            <a:ext cx="595035" cy="728550"/>
            <a:chOff x="11818517" y="7514456"/>
            <a:chExt cx="595035" cy="728550"/>
          </a:xfrm>
        </p:grpSpPr>
        <p:sp>
          <p:nvSpPr>
            <p:cNvPr id="67" name="矩形: 圆角 66">
              <a:extLst>
                <a:ext uri="{FF2B5EF4-FFF2-40B4-BE49-F238E27FC236}">
                  <a16:creationId xmlns:a16="http://schemas.microsoft.com/office/drawing/2014/main" id="{CFC9DD90-5749-0E5D-20CD-E05CE5DCD8AA}"/>
                </a:ext>
              </a:extLst>
            </p:cNvPr>
            <p:cNvSpPr/>
            <p:nvPr/>
          </p:nvSpPr>
          <p:spPr>
            <a:xfrm>
              <a:off x="11900031" y="7514456"/>
              <a:ext cx="432000" cy="432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34385" tIns="67192" rIns="134385" bIns="67192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2646"/>
            </a:p>
          </p:txBody>
        </p:sp>
        <p:sp>
          <p:nvSpPr>
            <p:cNvPr id="68" name="文本框 67">
              <a:extLst>
                <a:ext uri="{FF2B5EF4-FFF2-40B4-BE49-F238E27FC236}">
                  <a16:creationId xmlns:a16="http://schemas.microsoft.com/office/drawing/2014/main" id="{2E0B2905-6775-3197-6BB9-3DD7084C5D82}"/>
                </a:ext>
              </a:extLst>
            </p:cNvPr>
            <p:cNvSpPr txBox="1"/>
            <p:nvPr/>
          </p:nvSpPr>
          <p:spPr>
            <a:xfrm>
              <a:off x="11818517" y="7904452"/>
              <a:ext cx="59503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弘农</a:t>
              </a:r>
            </a:p>
          </p:txBody>
        </p:sp>
      </p:grpSp>
      <p:grpSp>
        <p:nvGrpSpPr>
          <p:cNvPr id="72" name="组合 71">
            <a:extLst>
              <a:ext uri="{FF2B5EF4-FFF2-40B4-BE49-F238E27FC236}">
                <a16:creationId xmlns:a16="http://schemas.microsoft.com/office/drawing/2014/main" id="{7ABA4EC7-0D5B-0B70-052E-00C30FC9CA2E}"/>
              </a:ext>
            </a:extLst>
          </p:cNvPr>
          <p:cNvGrpSpPr/>
          <p:nvPr/>
        </p:nvGrpSpPr>
        <p:grpSpPr>
          <a:xfrm>
            <a:off x="7622551" y="6449233"/>
            <a:ext cx="972177" cy="432000"/>
            <a:chOff x="11359854" y="7514456"/>
            <a:chExt cx="972177" cy="432000"/>
          </a:xfrm>
        </p:grpSpPr>
        <p:sp>
          <p:nvSpPr>
            <p:cNvPr id="73" name="矩形: 圆角 72">
              <a:extLst>
                <a:ext uri="{FF2B5EF4-FFF2-40B4-BE49-F238E27FC236}">
                  <a16:creationId xmlns:a16="http://schemas.microsoft.com/office/drawing/2014/main" id="{015FB38A-C555-C2FA-C85A-E2FBAB1DBE24}"/>
                </a:ext>
              </a:extLst>
            </p:cNvPr>
            <p:cNvSpPr/>
            <p:nvPr/>
          </p:nvSpPr>
          <p:spPr>
            <a:xfrm>
              <a:off x="11900031" y="7514456"/>
              <a:ext cx="432000" cy="432000"/>
            </a:xfrm>
            <a:prstGeom prst="roundRect">
              <a:avLst/>
            </a:prstGeom>
            <a:solidFill>
              <a:srgbClr val="CC0000">
                <a:alpha val="50000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34385" tIns="67192" rIns="134385" bIns="67192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2646"/>
            </a:p>
          </p:txBody>
        </p:sp>
        <p:sp>
          <p:nvSpPr>
            <p:cNvPr id="74" name="文本框 73">
              <a:extLst>
                <a:ext uri="{FF2B5EF4-FFF2-40B4-BE49-F238E27FC236}">
                  <a16:creationId xmlns:a16="http://schemas.microsoft.com/office/drawing/2014/main" id="{363D76A8-78D6-A011-1D75-9479CB2DE23F}"/>
                </a:ext>
              </a:extLst>
            </p:cNvPr>
            <p:cNvSpPr txBox="1"/>
            <p:nvPr/>
          </p:nvSpPr>
          <p:spPr>
            <a:xfrm>
              <a:off x="11359854" y="7589879"/>
              <a:ext cx="59503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宛城</a:t>
              </a:r>
            </a:p>
          </p:txBody>
        </p:sp>
      </p:grpSp>
      <p:grpSp>
        <p:nvGrpSpPr>
          <p:cNvPr id="75" name="组合 74">
            <a:extLst>
              <a:ext uri="{FF2B5EF4-FFF2-40B4-BE49-F238E27FC236}">
                <a16:creationId xmlns:a16="http://schemas.microsoft.com/office/drawing/2014/main" id="{6C89F413-DB47-1BE7-3A97-018E40C06150}"/>
              </a:ext>
            </a:extLst>
          </p:cNvPr>
          <p:cNvGrpSpPr/>
          <p:nvPr/>
        </p:nvGrpSpPr>
        <p:grpSpPr>
          <a:xfrm>
            <a:off x="7790726" y="5564485"/>
            <a:ext cx="724382" cy="740918"/>
            <a:chOff x="11607649" y="7514456"/>
            <a:chExt cx="724382" cy="740918"/>
          </a:xfrm>
        </p:grpSpPr>
        <p:sp>
          <p:nvSpPr>
            <p:cNvPr id="76" name="矩形: 圆角 75">
              <a:extLst>
                <a:ext uri="{FF2B5EF4-FFF2-40B4-BE49-F238E27FC236}">
                  <a16:creationId xmlns:a16="http://schemas.microsoft.com/office/drawing/2014/main" id="{A6A30B1F-78EE-E3D5-D634-E72BBF1587A2}"/>
                </a:ext>
              </a:extLst>
            </p:cNvPr>
            <p:cNvSpPr/>
            <p:nvPr/>
          </p:nvSpPr>
          <p:spPr>
            <a:xfrm>
              <a:off x="11900031" y="7514456"/>
              <a:ext cx="432000" cy="432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34385" tIns="67192" rIns="134385" bIns="67192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2646"/>
            </a:p>
          </p:txBody>
        </p:sp>
        <p:sp>
          <p:nvSpPr>
            <p:cNvPr id="77" name="文本框 76">
              <a:extLst>
                <a:ext uri="{FF2B5EF4-FFF2-40B4-BE49-F238E27FC236}">
                  <a16:creationId xmlns:a16="http://schemas.microsoft.com/office/drawing/2014/main" id="{79DD5E89-1E76-712E-9143-618A77EB08D6}"/>
                </a:ext>
              </a:extLst>
            </p:cNvPr>
            <p:cNvSpPr txBox="1"/>
            <p:nvPr/>
          </p:nvSpPr>
          <p:spPr>
            <a:xfrm>
              <a:off x="11607649" y="7916820"/>
              <a:ext cx="59503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洛阳</a:t>
              </a:r>
            </a:p>
          </p:txBody>
        </p:sp>
      </p:grpSp>
      <p:grpSp>
        <p:nvGrpSpPr>
          <p:cNvPr id="78" name="组合 77">
            <a:extLst>
              <a:ext uri="{FF2B5EF4-FFF2-40B4-BE49-F238E27FC236}">
                <a16:creationId xmlns:a16="http://schemas.microsoft.com/office/drawing/2014/main" id="{260655E1-EF6B-D75E-EDBF-FA8456017D62}"/>
              </a:ext>
            </a:extLst>
          </p:cNvPr>
          <p:cNvGrpSpPr/>
          <p:nvPr/>
        </p:nvGrpSpPr>
        <p:grpSpPr>
          <a:xfrm>
            <a:off x="5686014" y="5915681"/>
            <a:ext cx="595035" cy="728550"/>
            <a:chOff x="11818519" y="7514456"/>
            <a:chExt cx="595035" cy="728550"/>
          </a:xfrm>
        </p:grpSpPr>
        <p:sp>
          <p:nvSpPr>
            <p:cNvPr id="79" name="矩形: 圆角 78">
              <a:extLst>
                <a:ext uri="{FF2B5EF4-FFF2-40B4-BE49-F238E27FC236}">
                  <a16:creationId xmlns:a16="http://schemas.microsoft.com/office/drawing/2014/main" id="{43C280CA-0EF4-908D-6FD6-1424FCA3FB64}"/>
                </a:ext>
              </a:extLst>
            </p:cNvPr>
            <p:cNvSpPr/>
            <p:nvPr/>
          </p:nvSpPr>
          <p:spPr>
            <a:xfrm>
              <a:off x="11900031" y="7514456"/>
              <a:ext cx="432000" cy="432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34385" tIns="67192" rIns="134385" bIns="67192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2646"/>
            </a:p>
          </p:txBody>
        </p:sp>
        <p:sp>
          <p:nvSpPr>
            <p:cNvPr id="80" name="文本框 79">
              <a:extLst>
                <a:ext uri="{FF2B5EF4-FFF2-40B4-BE49-F238E27FC236}">
                  <a16:creationId xmlns:a16="http://schemas.microsoft.com/office/drawing/2014/main" id="{4F150082-8E5C-AB34-3DB1-E822DB4F18A1}"/>
                </a:ext>
              </a:extLst>
            </p:cNvPr>
            <p:cNvSpPr txBox="1"/>
            <p:nvPr/>
          </p:nvSpPr>
          <p:spPr>
            <a:xfrm>
              <a:off x="11818519" y="7904452"/>
              <a:ext cx="59503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长安</a:t>
              </a:r>
            </a:p>
          </p:txBody>
        </p:sp>
      </p:grpSp>
      <p:grpSp>
        <p:nvGrpSpPr>
          <p:cNvPr id="81" name="组合 80">
            <a:extLst>
              <a:ext uri="{FF2B5EF4-FFF2-40B4-BE49-F238E27FC236}">
                <a16:creationId xmlns:a16="http://schemas.microsoft.com/office/drawing/2014/main" id="{6D6B89A8-0E49-6A39-EA44-1A3BD0CAB679}"/>
              </a:ext>
            </a:extLst>
          </p:cNvPr>
          <p:cNvGrpSpPr/>
          <p:nvPr/>
        </p:nvGrpSpPr>
        <p:grpSpPr>
          <a:xfrm>
            <a:off x="2967003" y="5593410"/>
            <a:ext cx="829665" cy="774469"/>
            <a:chOff x="11502366" y="7514456"/>
            <a:chExt cx="829665" cy="774469"/>
          </a:xfrm>
        </p:grpSpPr>
        <p:sp>
          <p:nvSpPr>
            <p:cNvPr id="82" name="矩形: 圆角 81">
              <a:extLst>
                <a:ext uri="{FF2B5EF4-FFF2-40B4-BE49-F238E27FC236}">
                  <a16:creationId xmlns:a16="http://schemas.microsoft.com/office/drawing/2014/main" id="{FFAEA2FA-0EE8-5D56-9FEF-04AE1FA5A182}"/>
                </a:ext>
              </a:extLst>
            </p:cNvPr>
            <p:cNvSpPr/>
            <p:nvPr/>
          </p:nvSpPr>
          <p:spPr>
            <a:xfrm>
              <a:off x="11900031" y="7514456"/>
              <a:ext cx="432000" cy="432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34385" tIns="67192" rIns="134385" bIns="67192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2646"/>
            </a:p>
          </p:txBody>
        </p:sp>
        <p:sp>
          <p:nvSpPr>
            <p:cNvPr id="83" name="文本框 82">
              <a:extLst>
                <a:ext uri="{FF2B5EF4-FFF2-40B4-BE49-F238E27FC236}">
                  <a16:creationId xmlns:a16="http://schemas.microsoft.com/office/drawing/2014/main" id="{0F2B1DA3-05CE-CD0B-032C-81C8341FB49E}"/>
                </a:ext>
              </a:extLst>
            </p:cNvPr>
            <p:cNvSpPr txBox="1"/>
            <p:nvPr/>
          </p:nvSpPr>
          <p:spPr>
            <a:xfrm>
              <a:off x="11502366" y="7950371"/>
              <a:ext cx="59503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天水</a:t>
              </a:r>
            </a:p>
          </p:txBody>
        </p:sp>
      </p:grpSp>
      <p:grpSp>
        <p:nvGrpSpPr>
          <p:cNvPr id="84" name="组合 83">
            <a:extLst>
              <a:ext uri="{FF2B5EF4-FFF2-40B4-BE49-F238E27FC236}">
                <a16:creationId xmlns:a16="http://schemas.microsoft.com/office/drawing/2014/main" id="{E37DE6E6-9036-BBA3-259C-A5C11F5D603C}"/>
              </a:ext>
            </a:extLst>
          </p:cNvPr>
          <p:cNvGrpSpPr/>
          <p:nvPr/>
        </p:nvGrpSpPr>
        <p:grpSpPr>
          <a:xfrm>
            <a:off x="4720547" y="5040872"/>
            <a:ext cx="595035" cy="728550"/>
            <a:chOff x="11818520" y="7514456"/>
            <a:chExt cx="595035" cy="728550"/>
          </a:xfrm>
        </p:grpSpPr>
        <p:sp>
          <p:nvSpPr>
            <p:cNvPr id="85" name="矩形: 圆角 84">
              <a:extLst>
                <a:ext uri="{FF2B5EF4-FFF2-40B4-BE49-F238E27FC236}">
                  <a16:creationId xmlns:a16="http://schemas.microsoft.com/office/drawing/2014/main" id="{170C6887-7131-A3DC-4FE5-E63C18CA118A}"/>
                </a:ext>
              </a:extLst>
            </p:cNvPr>
            <p:cNvSpPr/>
            <p:nvPr/>
          </p:nvSpPr>
          <p:spPr>
            <a:xfrm>
              <a:off x="11900031" y="7514456"/>
              <a:ext cx="432000" cy="432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34385" tIns="67192" rIns="134385" bIns="67192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2646"/>
            </a:p>
          </p:txBody>
        </p:sp>
        <p:sp>
          <p:nvSpPr>
            <p:cNvPr id="86" name="文本框 85">
              <a:extLst>
                <a:ext uri="{FF2B5EF4-FFF2-40B4-BE49-F238E27FC236}">
                  <a16:creationId xmlns:a16="http://schemas.microsoft.com/office/drawing/2014/main" id="{B980DACA-8F1F-E5F3-BC98-5A0ACA508148}"/>
                </a:ext>
              </a:extLst>
            </p:cNvPr>
            <p:cNvSpPr txBox="1"/>
            <p:nvPr/>
          </p:nvSpPr>
          <p:spPr>
            <a:xfrm>
              <a:off x="11818520" y="7904452"/>
              <a:ext cx="59503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安定</a:t>
              </a:r>
            </a:p>
          </p:txBody>
        </p:sp>
      </p:grpSp>
      <p:grpSp>
        <p:nvGrpSpPr>
          <p:cNvPr id="87" name="组合 86">
            <a:extLst>
              <a:ext uri="{FF2B5EF4-FFF2-40B4-BE49-F238E27FC236}">
                <a16:creationId xmlns:a16="http://schemas.microsoft.com/office/drawing/2014/main" id="{90D2BDAF-FFCE-C746-0A97-7AD1EF4A3D23}"/>
              </a:ext>
            </a:extLst>
          </p:cNvPr>
          <p:cNvGrpSpPr/>
          <p:nvPr/>
        </p:nvGrpSpPr>
        <p:grpSpPr>
          <a:xfrm>
            <a:off x="2390603" y="4575147"/>
            <a:ext cx="595035" cy="728550"/>
            <a:chOff x="11818521" y="7514456"/>
            <a:chExt cx="595035" cy="728550"/>
          </a:xfrm>
        </p:grpSpPr>
        <p:sp>
          <p:nvSpPr>
            <p:cNvPr id="88" name="矩形: 圆角 87">
              <a:extLst>
                <a:ext uri="{FF2B5EF4-FFF2-40B4-BE49-F238E27FC236}">
                  <a16:creationId xmlns:a16="http://schemas.microsoft.com/office/drawing/2014/main" id="{2F6BBB98-D573-BF14-7831-7F3DE66F763F}"/>
                </a:ext>
              </a:extLst>
            </p:cNvPr>
            <p:cNvSpPr/>
            <p:nvPr/>
          </p:nvSpPr>
          <p:spPr>
            <a:xfrm>
              <a:off x="11900031" y="7514456"/>
              <a:ext cx="432000" cy="432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34385" tIns="67192" rIns="134385" bIns="67192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2646"/>
            </a:p>
          </p:txBody>
        </p:sp>
        <p:sp>
          <p:nvSpPr>
            <p:cNvPr id="89" name="文本框 88">
              <a:extLst>
                <a:ext uri="{FF2B5EF4-FFF2-40B4-BE49-F238E27FC236}">
                  <a16:creationId xmlns:a16="http://schemas.microsoft.com/office/drawing/2014/main" id="{6C39B499-5B9C-5294-C362-65A86247EC1C}"/>
                </a:ext>
              </a:extLst>
            </p:cNvPr>
            <p:cNvSpPr txBox="1"/>
            <p:nvPr/>
          </p:nvSpPr>
          <p:spPr>
            <a:xfrm>
              <a:off x="11818521" y="7904452"/>
              <a:ext cx="59503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金城</a:t>
              </a:r>
            </a:p>
          </p:txBody>
        </p:sp>
      </p:grpSp>
      <p:grpSp>
        <p:nvGrpSpPr>
          <p:cNvPr id="96" name="组合 95">
            <a:extLst>
              <a:ext uri="{FF2B5EF4-FFF2-40B4-BE49-F238E27FC236}">
                <a16:creationId xmlns:a16="http://schemas.microsoft.com/office/drawing/2014/main" id="{2375B32F-08E9-7B9D-6003-D521468693E9}"/>
              </a:ext>
            </a:extLst>
          </p:cNvPr>
          <p:cNvGrpSpPr/>
          <p:nvPr/>
        </p:nvGrpSpPr>
        <p:grpSpPr>
          <a:xfrm>
            <a:off x="7431365" y="3029046"/>
            <a:ext cx="1002221" cy="516264"/>
            <a:chOff x="11329810" y="7430192"/>
            <a:chExt cx="1002221" cy="516264"/>
          </a:xfrm>
        </p:grpSpPr>
        <p:sp>
          <p:nvSpPr>
            <p:cNvPr id="97" name="矩形: 圆角 96">
              <a:extLst>
                <a:ext uri="{FF2B5EF4-FFF2-40B4-BE49-F238E27FC236}">
                  <a16:creationId xmlns:a16="http://schemas.microsoft.com/office/drawing/2014/main" id="{47CB2B95-E0FF-237F-6AA7-69EA7C8456D1}"/>
                </a:ext>
              </a:extLst>
            </p:cNvPr>
            <p:cNvSpPr/>
            <p:nvPr/>
          </p:nvSpPr>
          <p:spPr>
            <a:xfrm>
              <a:off x="11900031" y="7514456"/>
              <a:ext cx="432000" cy="432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34385" tIns="67192" rIns="134385" bIns="67192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2646"/>
            </a:p>
          </p:txBody>
        </p:sp>
        <p:sp>
          <p:nvSpPr>
            <p:cNvPr id="98" name="文本框 97">
              <a:extLst>
                <a:ext uri="{FF2B5EF4-FFF2-40B4-BE49-F238E27FC236}">
                  <a16:creationId xmlns:a16="http://schemas.microsoft.com/office/drawing/2014/main" id="{DC766157-305D-7B10-24DB-2316AF12E765}"/>
                </a:ext>
              </a:extLst>
            </p:cNvPr>
            <p:cNvSpPr txBox="1"/>
            <p:nvPr/>
          </p:nvSpPr>
          <p:spPr>
            <a:xfrm>
              <a:off x="11329810" y="7430192"/>
              <a:ext cx="59503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太原</a:t>
              </a:r>
            </a:p>
          </p:txBody>
        </p:sp>
      </p:grpSp>
      <p:grpSp>
        <p:nvGrpSpPr>
          <p:cNvPr id="99" name="组合 98">
            <a:extLst>
              <a:ext uri="{FF2B5EF4-FFF2-40B4-BE49-F238E27FC236}">
                <a16:creationId xmlns:a16="http://schemas.microsoft.com/office/drawing/2014/main" id="{E58AC837-A04D-D2AF-03BC-31F59655DF9D}"/>
              </a:ext>
            </a:extLst>
          </p:cNvPr>
          <p:cNvGrpSpPr/>
          <p:nvPr/>
        </p:nvGrpSpPr>
        <p:grpSpPr>
          <a:xfrm>
            <a:off x="8323215" y="4011137"/>
            <a:ext cx="770631" cy="725499"/>
            <a:chOff x="11900031" y="7514456"/>
            <a:chExt cx="770631" cy="725499"/>
          </a:xfrm>
        </p:grpSpPr>
        <p:sp>
          <p:nvSpPr>
            <p:cNvPr id="100" name="矩形: 圆角 99">
              <a:extLst>
                <a:ext uri="{FF2B5EF4-FFF2-40B4-BE49-F238E27FC236}">
                  <a16:creationId xmlns:a16="http://schemas.microsoft.com/office/drawing/2014/main" id="{34357B6A-C628-F423-FA9F-9A02C2D38A55}"/>
                </a:ext>
              </a:extLst>
            </p:cNvPr>
            <p:cNvSpPr/>
            <p:nvPr/>
          </p:nvSpPr>
          <p:spPr>
            <a:xfrm>
              <a:off x="11900031" y="7514456"/>
              <a:ext cx="432000" cy="432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34385" tIns="67192" rIns="134385" bIns="67192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2646"/>
            </a:p>
          </p:txBody>
        </p:sp>
        <p:sp>
          <p:nvSpPr>
            <p:cNvPr id="101" name="文本框 100">
              <a:extLst>
                <a:ext uri="{FF2B5EF4-FFF2-40B4-BE49-F238E27FC236}">
                  <a16:creationId xmlns:a16="http://schemas.microsoft.com/office/drawing/2014/main" id="{AD9816C6-FB93-815B-15E8-71346E988583}"/>
                </a:ext>
              </a:extLst>
            </p:cNvPr>
            <p:cNvSpPr txBox="1"/>
            <p:nvPr/>
          </p:nvSpPr>
          <p:spPr>
            <a:xfrm>
              <a:off x="12075627" y="7901401"/>
              <a:ext cx="59503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上党</a:t>
              </a:r>
            </a:p>
          </p:txBody>
        </p:sp>
      </p:grpSp>
      <p:grpSp>
        <p:nvGrpSpPr>
          <p:cNvPr id="102" name="组合 101">
            <a:extLst>
              <a:ext uri="{FF2B5EF4-FFF2-40B4-BE49-F238E27FC236}">
                <a16:creationId xmlns:a16="http://schemas.microsoft.com/office/drawing/2014/main" id="{203C9907-F8DD-ED31-E4EE-4C24B50977B7}"/>
              </a:ext>
            </a:extLst>
          </p:cNvPr>
          <p:cNvGrpSpPr/>
          <p:nvPr/>
        </p:nvGrpSpPr>
        <p:grpSpPr>
          <a:xfrm>
            <a:off x="6683480" y="4422460"/>
            <a:ext cx="1008049" cy="488795"/>
            <a:chOff x="11323982" y="7457661"/>
            <a:chExt cx="1008049" cy="488795"/>
          </a:xfrm>
        </p:grpSpPr>
        <p:sp>
          <p:nvSpPr>
            <p:cNvPr id="103" name="矩形: 圆角 102">
              <a:extLst>
                <a:ext uri="{FF2B5EF4-FFF2-40B4-BE49-F238E27FC236}">
                  <a16:creationId xmlns:a16="http://schemas.microsoft.com/office/drawing/2014/main" id="{A1D17411-2D73-36EB-8021-0DB3885D1FD0}"/>
                </a:ext>
              </a:extLst>
            </p:cNvPr>
            <p:cNvSpPr/>
            <p:nvPr/>
          </p:nvSpPr>
          <p:spPr>
            <a:xfrm>
              <a:off x="11900031" y="7514456"/>
              <a:ext cx="432000" cy="432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34385" tIns="67192" rIns="134385" bIns="67192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2646"/>
            </a:p>
          </p:txBody>
        </p:sp>
        <p:sp>
          <p:nvSpPr>
            <p:cNvPr id="104" name="文本框 103">
              <a:extLst>
                <a:ext uri="{FF2B5EF4-FFF2-40B4-BE49-F238E27FC236}">
                  <a16:creationId xmlns:a16="http://schemas.microsoft.com/office/drawing/2014/main" id="{DF3B7137-DA4F-549D-711E-C325837C5776}"/>
                </a:ext>
              </a:extLst>
            </p:cNvPr>
            <p:cNvSpPr txBox="1"/>
            <p:nvPr/>
          </p:nvSpPr>
          <p:spPr>
            <a:xfrm>
              <a:off x="11323982" y="7457661"/>
              <a:ext cx="59503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平阳</a:t>
              </a:r>
            </a:p>
          </p:txBody>
        </p:sp>
      </p:grpSp>
      <p:grpSp>
        <p:nvGrpSpPr>
          <p:cNvPr id="105" name="组合 104">
            <a:extLst>
              <a:ext uri="{FF2B5EF4-FFF2-40B4-BE49-F238E27FC236}">
                <a16:creationId xmlns:a16="http://schemas.microsoft.com/office/drawing/2014/main" id="{FC5742A8-9662-D1B3-FF90-F0A554790487}"/>
              </a:ext>
            </a:extLst>
          </p:cNvPr>
          <p:cNvGrpSpPr/>
          <p:nvPr/>
        </p:nvGrpSpPr>
        <p:grpSpPr>
          <a:xfrm>
            <a:off x="6655754" y="6366962"/>
            <a:ext cx="595035" cy="728550"/>
            <a:chOff x="11818520" y="7514456"/>
            <a:chExt cx="595035" cy="728550"/>
          </a:xfrm>
        </p:grpSpPr>
        <p:sp>
          <p:nvSpPr>
            <p:cNvPr id="106" name="矩形: 圆角 105">
              <a:extLst>
                <a:ext uri="{FF2B5EF4-FFF2-40B4-BE49-F238E27FC236}">
                  <a16:creationId xmlns:a16="http://schemas.microsoft.com/office/drawing/2014/main" id="{C22FE5F7-0A6A-7BEA-DA55-472D08E5F34A}"/>
                </a:ext>
              </a:extLst>
            </p:cNvPr>
            <p:cNvSpPr/>
            <p:nvPr/>
          </p:nvSpPr>
          <p:spPr>
            <a:xfrm>
              <a:off x="11900031" y="7514456"/>
              <a:ext cx="432000" cy="432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34385" tIns="67192" rIns="134385" bIns="67192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2646"/>
            </a:p>
          </p:txBody>
        </p:sp>
        <p:sp>
          <p:nvSpPr>
            <p:cNvPr id="107" name="文本框 106">
              <a:extLst>
                <a:ext uri="{FF2B5EF4-FFF2-40B4-BE49-F238E27FC236}">
                  <a16:creationId xmlns:a16="http://schemas.microsoft.com/office/drawing/2014/main" id="{F0F9A220-EB89-FC4B-4A0D-9AA06D89F988}"/>
                </a:ext>
              </a:extLst>
            </p:cNvPr>
            <p:cNvSpPr txBox="1"/>
            <p:nvPr/>
          </p:nvSpPr>
          <p:spPr>
            <a:xfrm>
              <a:off x="11818520" y="7904452"/>
              <a:ext cx="59503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上洛</a:t>
              </a:r>
            </a:p>
          </p:txBody>
        </p:sp>
      </p:grpSp>
      <p:grpSp>
        <p:nvGrpSpPr>
          <p:cNvPr id="108" name="组合 107">
            <a:extLst>
              <a:ext uri="{FF2B5EF4-FFF2-40B4-BE49-F238E27FC236}">
                <a16:creationId xmlns:a16="http://schemas.microsoft.com/office/drawing/2014/main" id="{28E28711-029C-830F-74B3-3B565D2A2AB3}"/>
              </a:ext>
            </a:extLst>
          </p:cNvPr>
          <p:cNvGrpSpPr/>
          <p:nvPr/>
        </p:nvGrpSpPr>
        <p:grpSpPr>
          <a:xfrm>
            <a:off x="9428949" y="5577127"/>
            <a:ext cx="595035" cy="728550"/>
            <a:chOff x="11818519" y="7514456"/>
            <a:chExt cx="595035" cy="728550"/>
          </a:xfrm>
        </p:grpSpPr>
        <p:sp>
          <p:nvSpPr>
            <p:cNvPr id="109" name="矩形: 圆角 108">
              <a:extLst>
                <a:ext uri="{FF2B5EF4-FFF2-40B4-BE49-F238E27FC236}">
                  <a16:creationId xmlns:a16="http://schemas.microsoft.com/office/drawing/2014/main" id="{EA2D5C50-4641-B91E-1128-C7A971696499}"/>
                </a:ext>
              </a:extLst>
            </p:cNvPr>
            <p:cNvSpPr/>
            <p:nvPr/>
          </p:nvSpPr>
          <p:spPr>
            <a:xfrm>
              <a:off x="11900031" y="7514456"/>
              <a:ext cx="432000" cy="432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34385" tIns="67192" rIns="134385" bIns="67192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2646"/>
            </a:p>
          </p:txBody>
        </p:sp>
        <p:sp>
          <p:nvSpPr>
            <p:cNvPr id="110" name="文本框 109">
              <a:extLst>
                <a:ext uri="{FF2B5EF4-FFF2-40B4-BE49-F238E27FC236}">
                  <a16:creationId xmlns:a16="http://schemas.microsoft.com/office/drawing/2014/main" id="{FDBEC77B-337D-4B41-614B-E3CCD69BE99F}"/>
                </a:ext>
              </a:extLst>
            </p:cNvPr>
            <p:cNvSpPr txBox="1"/>
            <p:nvPr/>
          </p:nvSpPr>
          <p:spPr>
            <a:xfrm>
              <a:off x="11818519" y="7904452"/>
              <a:ext cx="59503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雍丘</a:t>
              </a:r>
            </a:p>
          </p:txBody>
        </p:sp>
      </p:grpSp>
      <p:grpSp>
        <p:nvGrpSpPr>
          <p:cNvPr id="111" name="组合 110">
            <a:extLst>
              <a:ext uri="{FF2B5EF4-FFF2-40B4-BE49-F238E27FC236}">
                <a16:creationId xmlns:a16="http://schemas.microsoft.com/office/drawing/2014/main" id="{ECE89895-703D-EDFE-480B-14B90AF549F4}"/>
              </a:ext>
            </a:extLst>
          </p:cNvPr>
          <p:cNvGrpSpPr/>
          <p:nvPr/>
        </p:nvGrpSpPr>
        <p:grpSpPr>
          <a:xfrm>
            <a:off x="11205847" y="3571110"/>
            <a:ext cx="721969" cy="723031"/>
            <a:chOff x="11900031" y="7223425"/>
            <a:chExt cx="721969" cy="723031"/>
          </a:xfrm>
        </p:grpSpPr>
        <p:sp>
          <p:nvSpPr>
            <p:cNvPr id="112" name="矩形: 圆角 111">
              <a:extLst>
                <a:ext uri="{FF2B5EF4-FFF2-40B4-BE49-F238E27FC236}">
                  <a16:creationId xmlns:a16="http://schemas.microsoft.com/office/drawing/2014/main" id="{C112329D-1308-E00A-7200-623AF946538B}"/>
                </a:ext>
              </a:extLst>
            </p:cNvPr>
            <p:cNvSpPr/>
            <p:nvPr/>
          </p:nvSpPr>
          <p:spPr>
            <a:xfrm>
              <a:off x="11900031" y="7514456"/>
              <a:ext cx="432000" cy="432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34385" tIns="67192" rIns="134385" bIns="67192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2646"/>
            </a:p>
          </p:txBody>
        </p:sp>
        <p:sp>
          <p:nvSpPr>
            <p:cNvPr id="113" name="文本框 112">
              <a:extLst>
                <a:ext uri="{FF2B5EF4-FFF2-40B4-BE49-F238E27FC236}">
                  <a16:creationId xmlns:a16="http://schemas.microsoft.com/office/drawing/2014/main" id="{6B8312A7-8878-DA93-BF7B-20D9EE5195FD}"/>
                </a:ext>
              </a:extLst>
            </p:cNvPr>
            <p:cNvSpPr txBox="1"/>
            <p:nvPr/>
          </p:nvSpPr>
          <p:spPr>
            <a:xfrm>
              <a:off x="12026965" y="7223425"/>
              <a:ext cx="59503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济南</a:t>
              </a:r>
            </a:p>
          </p:txBody>
        </p:sp>
      </p:grpSp>
      <p:grpSp>
        <p:nvGrpSpPr>
          <p:cNvPr id="114" name="组合 113">
            <a:extLst>
              <a:ext uri="{FF2B5EF4-FFF2-40B4-BE49-F238E27FC236}">
                <a16:creationId xmlns:a16="http://schemas.microsoft.com/office/drawing/2014/main" id="{7A27D53E-2A62-777A-030A-3EC9BCBA8836}"/>
              </a:ext>
            </a:extLst>
          </p:cNvPr>
          <p:cNvGrpSpPr/>
          <p:nvPr/>
        </p:nvGrpSpPr>
        <p:grpSpPr>
          <a:xfrm>
            <a:off x="9254895" y="4182082"/>
            <a:ext cx="635667" cy="772124"/>
            <a:chOff x="11696364" y="7514456"/>
            <a:chExt cx="635667" cy="772124"/>
          </a:xfrm>
        </p:grpSpPr>
        <p:sp>
          <p:nvSpPr>
            <p:cNvPr id="115" name="矩形: 圆角 114">
              <a:extLst>
                <a:ext uri="{FF2B5EF4-FFF2-40B4-BE49-F238E27FC236}">
                  <a16:creationId xmlns:a16="http://schemas.microsoft.com/office/drawing/2014/main" id="{D99B19C8-9945-ABD7-649D-76508962070C}"/>
                </a:ext>
              </a:extLst>
            </p:cNvPr>
            <p:cNvSpPr/>
            <p:nvPr/>
          </p:nvSpPr>
          <p:spPr>
            <a:xfrm>
              <a:off x="11900031" y="7514456"/>
              <a:ext cx="432000" cy="432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34385" tIns="67192" rIns="134385" bIns="67192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2646"/>
            </a:p>
          </p:txBody>
        </p:sp>
        <p:sp>
          <p:nvSpPr>
            <p:cNvPr id="116" name="文本框 115">
              <a:extLst>
                <a:ext uri="{FF2B5EF4-FFF2-40B4-BE49-F238E27FC236}">
                  <a16:creationId xmlns:a16="http://schemas.microsoft.com/office/drawing/2014/main" id="{11EB5314-2C7F-B2AC-1382-CDEFDFA672C0}"/>
                </a:ext>
              </a:extLst>
            </p:cNvPr>
            <p:cNvSpPr txBox="1"/>
            <p:nvPr/>
          </p:nvSpPr>
          <p:spPr>
            <a:xfrm>
              <a:off x="11696364" y="7948026"/>
              <a:ext cx="38985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邺</a:t>
              </a:r>
            </a:p>
          </p:txBody>
        </p:sp>
      </p:grpSp>
      <p:grpSp>
        <p:nvGrpSpPr>
          <p:cNvPr id="120" name="组合 119">
            <a:extLst>
              <a:ext uri="{FF2B5EF4-FFF2-40B4-BE49-F238E27FC236}">
                <a16:creationId xmlns:a16="http://schemas.microsoft.com/office/drawing/2014/main" id="{17CEB954-A4E2-D1D0-888B-AFF43105330A}"/>
              </a:ext>
            </a:extLst>
          </p:cNvPr>
          <p:cNvGrpSpPr/>
          <p:nvPr/>
        </p:nvGrpSpPr>
        <p:grpSpPr>
          <a:xfrm>
            <a:off x="9906094" y="2637333"/>
            <a:ext cx="595035" cy="728550"/>
            <a:chOff x="11818521" y="7514456"/>
            <a:chExt cx="595035" cy="728550"/>
          </a:xfrm>
        </p:grpSpPr>
        <p:sp>
          <p:nvSpPr>
            <p:cNvPr id="121" name="矩形: 圆角 120">
              <a:extLst>
                <a:ext uri="{FF2B5EF4-FFF2-40B4-BE49-F238E27FC236}">
                  <a16:creationId xmlns:a16="http://schemas.microsoft.com/office/drawing/2014/main" id="{79B59300-E11B-FF65-2EAB-5B8A50A53C2E}"/>
                </a:ext>
              </a:extLst>
            </p:cNvPr>
            <p:cNvSpPr/>
            <p:nvPr/>
          </p:nvSpPr>
          <p:spPr>
            <a:xfrm>
              <a:off x="11900031" y="7514456"/>
              <a:ext cx="432000" cy="432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34385" tIns="67192" rIns="134385" bIns="67192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2646"/>
            </a:p>
          </p:txBody>
        </p:sp>
        <p:sp>
          <p:nvSpPr>
            <p:cNvPr id="122" name="文本框 121">
              <a:extLst>
                <a:ext uri="{FF2B5EF4-FFF2-40B4-BE49-F238E27FC236}">
                  <a16:creationId xmlns:a16="http://schemas.microsoft.com/office/drawing/2014/main" id="{49F615D3-474A-4ED6-D251-8D22DFCFC028}"/>
                </a:ext>
              </a:extLst>
            </p:cNvPr>
            <p:cNvSpPr txBox="1"/>
            <p:nvPr/>
          </p:nvSpPr>
          <p:spPr>
            <a:xfrm>
              <a:off x="11818521" y="7904452"/>
              <a:ext cx="59503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中山</a:t>
              </a:r>
            </a:p>
          </p:txBody>
        </p:sp>
      </p:grpSp>
      <p:grpSp>
        <p:nvGrpSpPr>
          <p:cNvPr id="123" name="组合 122">
            <a:extLst>
              <a:ext uri="{FF2B5EF4-FFF2-40B4-BE49-F238E27FC236}">
                <a16:creationId xmlns:a16="http://schemas.microsoft.com/office/drawing/2014/main" id="{D0842739-86F1-FF7E-4897-1EE14174F9FB}"/>
              </a:ext>
            </a:extLst>
          </p:cNvPr>
          <p:cNvGrpSpPr/>
          <p:nvPr/>
        </p:nvGrpSpPr>
        <p:grpSpPr>
          <a:xfrm>
            <a:off x="10316242" y="1835764"/>
            <a:ext cx="766419" cy="562808"/>
            <a:chOff x="11565612" y="7514456"/>
            <a:chExt cx="766419" cy="562808"/>
          </a:xfrm>
        </p:grpSpPr>
        <p:sp>
          <p:nvSpPr>
            <p:cNvPr id="124" name="矩形: 圆角 123">
              <a:extLst>
                <a:ext uri="{FF2B5EF4-FFF2-40B4-BE49-F238E27FC236}">
                  <a16:creationId xmlns:a16="http://schemas.microsoft.com/office/drawing/2014/main" id="{0765FD3F-0531-9722-1A62-F27F08021431}"/>
                </a:ext>
              </a:extLst>
            </p:cNvPr>
            <p:cNvSpPr/>
            <p:nvPr/>
          </p:nvSpPr>
          <p:spPr>
            <a:xfrm>
              <a:off x="11900031" y="7514456"/>
              <a:ext cx="432000" cy="432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34385" tIns="67192" rIns="134385" bIns="67192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2646"/>
            </a:p>
          </p:txBody>
        </p:sp>
        <p:sp>
          <p:nvSpPr>
            <p:cNvPr id="125" name="文本框 124">
              <a:extLst>
                <a:ext uri="{FF2B5EF4-FFF2-40B4-BE49-F238E27FC236}">
                  <a16:creationId xmlns:a16="http://schemas.microsoft.com/office/drawing/2014/main" id="{566CA248-B999-DE56-7488-21ADB5FA69AD}"/>
                </a:ext>
              </a:extLst>
            </p:cNvPr>
            <p:cNvSpPr txBox="1"/>
            <p:nvPr/>
          </p:nvSpPr>
          <p:spPr>
            <a:xfrm>
              <a:off x="11565612" y="7738710"/>
              <a:ext cx="38985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蓟</a:t>
              </a:r>
            </a:p>
          </p:txBody>
        </p:sp>
      </p:grpSp>
      <p:grpSp>
        <p:nvGrpSpPr>
          <p:cNvPr id="126" name="组合 125">
            <a:extLst>
              <a:ext uri="{FF2B5EF4-FFF2-40B4-BE49-F238E27FC236}">
                <a16:creationId xmlns:a16="http://schemas.microsoft.com/office/drawing/2014/main" id="{2604C281-55D8-4BE2-65DC-E97C1BDE2DB0}"/>
              </a:ext>
            </a:extLst>
          </p:cNvPr>
          <p:cNvGrpSpPr/>
          <p:nvPr/>
        </p:nvGrpSpPr>
        <p:grpSpPr>
          <a:xfrm>
            <a:off x="12938430" y="586358"/>
            <a:ext cx="595035" cy="728550"/>
            <a:chOff x="11818525" y="7514456"/>
            <a:chExt cx="595035" cy="728550"/>
          </a:xfrm>
        </p:grpSpPr>
        <p:sp>
          <p:nvSpPr>
            <p:cNvPr id="127" name="矩形: 圆角 126">
              <a:extLst>
                <a:ext uri="{FF2B5EF4-FFF2-40B4-BE49-F238E27FC236}">
                  <a16:creationId xmlns:a16="http://schemas.microsoft.com/office/drawing/2014/main" id="{F83BD972-FFD9-EA96-0A3B-0D5D641EC4F8}"/>
                </a:ext>
              </a:extLst>
            </p:cNvPr>
            <p:cNvSpPr/>
            <p:nvPr/>
          </p:nvSpPr>
          <p:spPr>
            <a:xfrm>
              <a:off x="11900031" y="7514456"/>
              <a:ext cx="432000" cy="432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34385" tIns="67192" rIns="134385" bIns="67192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2646"/>
            </a:p>
          </p:txBody>
        </p:sp>
        <p:sp>
          <p:nvSpPr>
            <p:cNvPr id="128" name="文本框 127">
              <a:extLst>
                <a:ext uri="{FF2B5EF4-FFF2-40B4-BE49-F238E27FC236}">
                  <a16:creationId xmlns:a16="http://schemas.microsoft.com/office/drawing/2014/main" id="{1BDDBC6B-A8D3-756B-2CE5-FC2DC0B49BD1}"/>
                </a:ext>
              </a:extLst>
            </p:cNvPr>
            <p:cNvSpPr txBox="1"/>
            <p:nvPr/>
          </p:nvSpPr>
          <p:spPr>
            <a:xfrm>
              <a:off x="11818525" y="7904452"/>
              <a:ext cx="59503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龙城</a:t>
              </a:r>
            </a:p>
          </p:txBody>
        </p:sp>
      </p:grpSp>
      <p:grpSp>
        <p:nvGrpSpPr>
          <p:cNvPr id="129" name="组合 128">
            <a:extLst>
              <a:ext uri="{FF2B5EF4-FFF2-40B4-BE49-F238E27FC236}">
                <a16:creationId xmlns:a16="http://schemas.microsoft.com/office/drawing/2014/main" id="{844D7CCF-F044-4783-F0B4-C2A58D3D8E3E}"/>
              </a:ext>
            </a:extLst>
          </p:cNvPr>
          <p:cNvGrpSpPr/>
          <p:nvPr/>
        </p:nvGrpSpPr>
        <p:grpSpPr>
          <a:xfrm>
            <a:off x="8884458" y="3291383"/>
            <a:ext cx="817596" cy="719754"/>
            <a:chOff x="11514435" y="7514456"/>
            <a:chExt cx="817596" cy="719754"/>
          </a:xfrm>
        </p:grpSpPr>
        <p:sp>
          <p:nvSpPr>
            <p:cNvPr id="130" name="矩形: 圆角 129">
              <a:extLst>
                <a:ext uri="{FF2B5EF4-FFF2-40B4-BE49-F238E27FC236}">
                  <a16:creationId xmlns:a16="http://schemas.microsoft.com/office/drawing/2014/main" id="{72FAFCDD-F38F-C657-85D5-6DEB26CCFB03}"/>
                </a:ext>
              </a:extLst>
            </p:cNvPr>
            <p:cNvSpPr/>
            <p:nvPr/>
          </p:nvSpPr>
          <p:spPr>
            <a:xfrm>
              <a:off x="11900031" y="7514456"/>
              <a:ext cx="432000" cy="432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34385" tIns="67192" rIns="134385" bIns="67192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2646"/>
            </a:p>
          </p:txBody>
        </p:sp>
        <p:sp>
          <p:nvSpPr>
            <p:cNvPr id="131" name="文本框 130">
              <a:extLst>
                <a:ext uri="{FF2B5EF4-FFF2-40B4-BE49-F238E27FC236}">
                  <a16:creationId xmlns:a16="http://schemas.microsoft.com/office/drawing/2014/main" id="{38B381A0-F9CC-8964-51F4-228D02C149C9}"/>
                </a:ext>
              </a:extLst>
            </p:cNvPr>
            <p:cNvSpPr txBox="1"/>
            <p:nvPr/>
          </p:nvSpPr>
          <p:spPr>
            <a:xfrm>
              <a:off x="11514435" y="7895656"/>
              <a:ext cx="59503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襄国</a:t>
              </a:r>
            </a:p>
          </p:txBody>
        </p:sp>
      </p:grpSp>
      <p:grpSp>
        <p:nvGrpSpPr>
          <p:cNvPr id="132" name="组合 131">
            <a:extLst>
              <a:ext uri="{FF2B5EF4-FFF2-40B4-BE49-F238E27FC236}">
                <a16:creationId xmlns:a16="http://schemas.microsoft.com/office/drawing/2014/main" id="{7DB47020-56A2-E51C-05E4-C5E5A60B74B1}"/>
              </a:ext>
            </a:extLst>
          </p:cNvPr>
          <p:cNvGrpSpPr/>
          <p:nvPr/>
        </p:nvGrpSpPr>
        <p:grpSpPr>
          <a:xfrm>
            <a:off x="10425754" y="3180757"/>
            <a:ext cx="988544" cy="517226"/>
            <a:chOff x="11900031" y="7429230"/>
            <a:chExt cx="988544" cy="517226"/>
          </a:xfrm>
        </p:grpSpPr>
        <p:sp>
          <p:nvSpPr>
            <p:cNvPr id="133" name="矩形: 圆角 132">
              <a:extLst>
                <a:ext uri="{FF2B5EF4-FFF2-40B4-BE49-F238E27FC236}">
                  <a16:creationId xmlns:a16="http://schemas.microsoft.com/office/drawing/2014/main" id="{0E36C5C7-E85F-6CE4-CA29-C29F847E93C0}"/>
                </a:ext>
              </a:extLst>
            </p:cNvPr>
            <p:cNvSpPr/>
            <p:nvPr/>
          </p:nvSpPr>
          <p:spPr>
            <a:xfrm>
              <a:off x="11900031" y="7514456"/>
              <a:ext cx="432000" cy="432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34385" tIns="67192" rIns="134385" bIns="67192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2646"/>
            </a:p>
          </p:txBody>
        </p:sp>
        <p:sp>
          <p:nvSpPr>
            <p:cNvPr id="134" name="文本框 133">
              <a:extLst>
                <a:ext uri="{FF2B5EF4-FFF2-40B4-BE49-F238E27FC236}">
                  <a16:creationId xmlns:a16="http://schemas.microsoft.com/office/drawing/2014/main" id="{2AD5D892-F578-5148-A2E4-35BB80DDAC43}"/>
                </a:ext>
              </a:extLst>
            </p:cNvPr>
            <p:cNvSpPr txBox="1"/>
            <p:nvPr/>
          </p:nvSpPr>
          <p:spPr>
            <a:xfrm>
              <a:off x="12293540" y="7429230"/>
              <a:ext cx="59503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信都</a:t>
              </a:r>
            </a:p>
          </p:txBody>
        </p:sp>
      </p:grpSp>
      <p:grpSp>
        <p:nvGrpSpPr>
          <p:cNvPr id="135" name="组合 134">
            <a:extLst>
              <a:ext uri="{FF2B5EF4-FFF2-40B4-BE49-F238E27FC236}">
                <a16:creationId xmlns:a16="http://schemas.microsoft.com/office/drawing/2014/main" id="{5C6B8E6E-B897-06EA-9D3D-3CC33564E8F0}"/>
              </a:ext>
            </a:extLst>
          </p:cNvPr>
          <p:cNvGrpSpPr/>
          <p:nvPr/>
        </p:nvGrpSpPr>
        <p:grpSpPr>
          <a:xfrm>
            <a:off x="7497800" y="1170210"/>
            <a:ext cx="595035" cy="728550"/>
            <a:chOff x="11818520" y="7514456"/>
            <a:chExt cx="595035" cy="728550"/>
          </a:xfrm>
        </p:grpSpPr>
        <p:sp>
          <p:nvSpPr>
            <p:cNvPr id="136" name="矩形: 圆角 135">
              <a:extLst>
                <a:ext uri="{FF2B5EF4-FFF2-40B4-BE49-F238E27FC236}">
                  <a16:creationId xmlns:a16="http://schemas.microsoft.com/office/drawing/2014/main" id="{1CDF083F-EFA3-4902-FE44-1BDA74D160BE}"/>
                </a:ext>
              </a:extLst>
            </p:cNvPr>
            <p:cNvSpPr/>
            <p:nvPr/>
          </p:nvSpPr>
          <p:spPr>
            <a:xfrm>
              <a:off x="11900031" y="7514456"/>
              <a:ext cx="432000" cy="432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34385" tIns="67192" rIns="134385" bIns="67192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2646"/>
            </a:p>
          </p:txBody>
        </p:sp>
        <p:sp>
          <p:nvSpPr>
            <p:cNvPr id="137" name="文本框 136">
              <a:extLst>
                <a:ext uri="{FF2B5EF4-FFF2-40B4-BE49-F238E27FC236}">
                  <a16:creationId xmlns:a16="http://schemas.microsoft.com/office/drawing/2014/main" id="{85CC3296-56F0-6CA4-D069-83D91DCB77EC}"/>
                </a:ext>
              </a:extLst>
            </p:cNvPr>
            <p:cNvSpPr txBox="1"/>
            <p:nvPr/>
          </p:nvSpPr>
          <p:spPr>
            <a:xfrm>
              <a:off x="11818520" y="7904452"/>
              <a:ext cx="59503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盛乐</a:t>
              </a:r>
            </a:p>
          </p:txBody>
        </p:sp>
      </p:grpSp>
      <p:grpSp>
        <p:nvGrpSpPr>
          <p:cNvPr id="138" name="组合 137">
            <a:extLst>
              <a:ext uri="{FF2B5EF4-FFF2-40B4-BE49-F238E27FC236}">
                <a16:creationId xmlns:a16="http://schemas.microsoft.com/office/drawing/2014/main" id="{F5818FE4-6745-83D7-D838-AC3821D6F021}"/>
              </a:ext>
            </a:extLst>
          </p:cNvPr>
          <p:cNvGrpSpPr/>
          <p:nvPr/>
        </p:nvGrpSpPr>
        <p:grpSpPr>
          <a:xfrm>
            <a:off x="8338302" y="1072083"/>
            <a:ext cx="595035" cy="746027"/>
            <a:chOff x="11852572" y="7200429"/>
            <a:chExt cx="595035" cy="746027"/>
          </a:xfrm>
        </p:grpSpPr>
        <p:sp>
          <p:nvSpPr>
            <p:cNvPr id="139" name="矩形: 圆角 138">
              <a:extLst>
                <a:ext uri="{FF2B5EF4-FFF2-40B4-BE49-F238E27FC236}">
                  <a16:creationId xmlns:a16="http://schemas.microsoft.com/office/drawing/2014/main" id="{178A1923-A63E-874D-AC66-0F0755367A26}"/>
                </a:ext>
              </a:extLst>
            </p:cNvPr>
            <p:cNvSpPr/>
            <p:nvPr/>
          </p:nvSpPr>
          <p:spPr>
            <a:xfrm>
              <a:off x="11900031" y="7514456"/>
              <a:ext cx="432000" cy="432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34385" tIns="67192" rIns="134385" bIns="67192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2646"/>
            </a:p>
          </p:txBody>
        </p:sp>
        <p:sp>
          <p:nvSpPr>
            <p:cNvPr id="140" name="文本框 139">
              <a:extLst>
                <a:ext uri="{FF2B5EF4-FFF2-40B4-BE49-F238E27FC236}">
                  <a16:creationId xmlns:a16="http://schemas.microsoft.com/office/drawing/2014/main" id="{93098901-FE27-FAD0-BC74-7F10E2EC9653}"/>
                </a:ext>
              </a:extLst>
            </p:cNvPr>
            <p:cNvSpPr txBox="1"/>
            <p:nvPr/>
          </p:nvSpPr>
          <p:spPr>
            <a:xfrm>
              <a:off x="11852572" y="7200429"/>
              <a:ext cx="59503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平城</a:t>
              </a:r>
            </a:p>
          </p:txBody>
        </p:sp>
      </p:grpSp>
      <p:grpSp>
        <p:nvGrpSpPr>
          <p:cNvPr id="141" name="组合 140">
            <a:extLst>
              <a:ext uri="{FF2B5EF4-FFF2-40B4-BE49-F238E27FC236}">
                <a16:creationId xmlns:a16="http://schemas.microsoft.com/office/drawing/2014/main" id="{15FBE355-5CD2-74E1-D18A-D9C7A547ECCB}"/>
              </a:ext>
            </a:extLst>
          </p:cNvPr>
          <p:cNvGrpSpPr/>
          <p:nvPr/>
        </p:nvGrpSpPr>
        <p:grpSpPr>
          <a:xfrm>
            <a:off x="1389296" y="3181125"/>
            <a:ext cx="595035" cy="728550"/>
            <a:chOff x="11818516" y="7514456"/>
            <a:chExt cx="595035" cy="728550"/>
          </a:xfrm>
        </p:grpSpPr>
        <p:sp>
          <p:nvSpPr>
            <p:cNvPr id="142" name="矩形: 圆角 141">
              <a:extLst>
                <a:ext uri="{FF2B5EF4-FFF2-40B4-BE49-F238E27FC236}">
                  <a16:creationId xmlns:a16="http://schemas.microsoft.com/office/drawing/2014/main" id="{8C8218FF-C1EA-86D6-18B2-62E5CE1B5557}"/>
                </a:ext>
              </a:extLst>
            </p:cNvPr>
            <p:cNvSpPr/>
            <p:nvPr/>
          </p:nvSpPr>
          <p:spPr>
            <a:xfrm>
              <a:off x="11900031" y="7514456"/>
              <a:ext cx="432000" cy="432000"/>
            </a:xfrm>
            <a:prstGeom prst="roundRect">
              <a:avLst/>
            </a:prstGeom>
            <a:solidFill>
              <a:srgbClr val="CC0000">
                <a:alpha val="50000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34385" tIns="67192" rIns="134385" bIns="67192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2646"/>
            </a:p>
          </p:txBody>
        </p:sp>
        <p:sp>
          <p:nvSpPr>
            <p:cNvPr id="143" name="文本框 142">
              <a:extLst>
                <a:ext uri="{FF2B5EF4-FFF2-40B4-BE49-F238E27FC236}">
                  <a16:creationId xmlns:a16="http://schemas.microsoft.com/office/drawing/2014/main" id="{7711B5AB-27F9-9206-FFAC-A565D9315E48}"/>
                </a:ext>
              </a:extLst>
            </p:cNvPr>
            <p:cNvSpPr txBox="1"/>
            <p:nvPr/>
          </p:nvSpPr>
          <p:spPr>
            <a:xfrm>
              <a:off x="11818516" y="7904452"/>
              <a:ext cx="59503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姑臧</a:t>
              </a:r>
            </a:p>
          </p:txBody>
        </p:sp>
      </p:grpSp>
      <p:grpSp>
        <p:nvGrpSpPr>
          <p:cNvPr id="144" name="组合 143">
            <a:extLst>
              <a:ext uri="{FF2B5EF4-FFF2-40B4-BE49-F238E27FC236}">
                <a16:creationId xmlns:a16="http://schemas.microsoft.com/office/drawing/2014/main" id="{3D471012-B387-3A77-37F6-2092E09BD19D}"/>
              </a:ext>
            </a:extLst>
          </p:cNvPr>
          <p:cNvGrpSpPr/>
          <p:nvPr/>
        </p:nvGrpSpPr>
        <p:grpSpPr>
          <a:xfrm>
            <a:off x="106598" y="2420040"/>
            <a:ext cx="595035" cy="728550"/>
            <a:chOff x="11818518" y="7514456"/>
            <a:chExt cx="595035" cy="728550"/>
          </a:xfrm>
        </p:grpSpPr>
        <p:sp>
          <p:nvSpPr>
            <p:cNvPr id="145" name="矩形: 圆角 144">
              <a:extLst>
                <a:ext uri="{FF2B5EF4-FFF2-40B4-BE49-F238E27FC236}">
                  <a16:creationId xmlns:a16="http://schemas.microsoft.com/office/drawing/2014/main" id="{9B81777F-B12B-FC92-6AD8-D33FCC76ED5B}"/>
                </a:ext>
              </a:extLst>
            </p:cNvPr>
            <p:cNvSpPr/>
            <p:nvPr/>
          </p:nvSpPr>
          <p:spPr>
            <a:xfrm>
              <a:off x="11900031" y="7514456"/>
              <a:ext cx="432000" cy="432000"/>
            </a:xfrm>
            <a:prstGeom prst="roundRect">
              <a:avLst/>
            </a:prstGeom>
            <a:solidFill>
              <a:srgbClr val="CC0000">
                <a:alpha val="50000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34385" tIns="67192" rIns="134385" bIns="67192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2646"/>
            </a:p>
          </p:txBody>
        </p:sp>
        <p:sp>
          <p:nvSpPr>
            <p:cNvPr id="146" name="文本框 145">
              <a:extLst>
                <a:ext uri="{FF2B5EF4-FFF2-40B4-BE49-F238E27FC236}">
                  <a16:creationId xmlns:a16="http://schemas.microsoft.com/office/drawing/2014/main" id="{07DF4FB7-0590-B190-769D-BEFEF529EDCE}"/>
                </a:ext>
              </a:extLst>
            </p:cNvPr>
            <p:cNvSpPr txBox="1"/>
            <p:nvPr/>
          </p:nvSpPr>
          <p:spPr>
            <a:xfrm>
              <a:off x="11818518" y="7904452"/>
              <a:ext cx="59503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张掖</a:t>
              </a:r>
            </a:p>
          </p:txBody>
        </p:sp>
      </p:grpSp>
      <p:grpSp>
        <p:nvGrpSpPr>
          <p:cNvPr id="147" name="组合 146">
            <a:extLst>
              <a:ext uri="{FF2B5EF4-FFF2-40B4-BE49-F238E27FC236}">
                <a16:creationId xmlns:a16="http://schemas.microsoft.com/office/drawing/2014/main" id="{0DFEC9BA-8DB2-31E4-4FC3-D83ECF198F61}"/>
              </a:ext>
            </a:extLst>
          </p:cNvPr>
          <p:cNvGrpSpPr/>
          <p:nvPr/>
        </p:nvGrpSpPr>
        <p:grpSpPr>
          <a:xfrm>
            <a:off x="10090341" y="6038940"/>
            <a:ext cx="728420" cy="748847"/>
            <a:chOff x="11603611" y="7514456"/>
            <a:chExt cx="728420" cy="748847"/>
          </a:xfrm>
        </p:grpSpPr>
        <p:sp>
          <p:nvSpPr>
            <p:cNvPr id="148" name="矩形: 圆角 147">
              <a:extLst>
                <a:ext uri="{FF2B5EF4-FFF2-40B4-BE49-F238E27FC236}">
                  <a16:creationId xmlns:a16="http://schemas.microsoft.com/office/drawing/2014/main" id="{982C2582-AAFF-FBF8-2811-DD2656EE96FE}"/>
                </a:ext>
              </a:extLst>
            </p:cNvPr>
            <p:cNvSpPr/>
            <p:nvPr/>
          </p:nvSpPr>
          <p:spPr>
            <a:xfrm>
              <a:off x="11900031" y="7514456"/>
              <a:ext cx="432000" cy="432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34385" tIns="67192" rIns="134385" bIns="67192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2646"/>
            </a:p>
          </p:txBody>
        </p:sp>
        <p:sp>
          <p:nvSpPr>
            <p:cNvPr id="149" name="文本框 148">
              <a:extLst>
                <a:ext uri="{FF2B5EF4-FFF2-40B4-BE49-F238E27FC236}">
                  <a16:creationId xmlns:a16="http://schemas.microsoft.com/office/drawing/2014/main" id="{57C892A1-BB7A-CBBF-5062-0133D3DE925B}"/>
                </a:ext>
              </a:extLst>
            </p:cNvPr>
            <p:cNvSpPr txBox="1"/>
            <p:nvPr/>
          </p:nvSpPr>
          <p:spPr>
            <a:xfrm>
              <a:off x="11603611" y="7924749"/>
              <a:ext cx="38985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谯</a:t>
              </a:r>
            </a:p>
          </p:txBody>
        </p:sp>
      </p:grpSp>
      <p:grpSp>
        <p:nvGrpSpPr>
          <p:cNvPr id="150" name="组合 149">
            <a:extLst>
              <a:ext uri="{FF2B5EF4-FFF2-40B4-BE49-F238E27FC236}">
                <a16:creationId xmlns:a16="http://schemas.microsoft.com/office/drawing/2014/main" id="{2054B375-9FD2-9027-8656-84AF9BEA4190}"/>
              </a:ext>
            </a:extLst>
          </p:cNvPr>
          <p:cNvGrpSpPr/>
          <p:nvPr/>
        </p:nvGrpSpPr>
        <p:grpSpPr>
          <a:xfrm>
            <a:off x="10441200" y="4695255"/>
            <a:ext cx="595035" cy="728550"/>
            <a:chOff x="11818520" y="7514456"/>
            <a:chExt cx="595035" cy="728550"/>
          </a:xfrm>
        </p:grpSpPr>
        <p:sp>
          <p:nvSpPr>
            <p:cNvPr id="151" name="矩形: 圆角 150">
              <a:extLst>
                <a:ext uri="{FF2B5EF4-FFF2-40B4-BE49-F238E27FC236}">
                  <a16:creationId xmlns:a16="http://schemas.microsoft.com/office/drawing/2014/main" id="{8AAAC4E4-42B3-E935-56F9-E0D21E096141}"/>
                </a:ext>
              </a:extLst>
            </p:cNvPr>
            <p:cNvSpPr/>
            <p:nvPr/>
          </p:nvSpPr>
          <p:spPr>
            <a:xfrm>
              <a:off x="11900031" y="7514456"/>
              <a:ext cx="432000" cy="432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34385" tIns="67192" rIns="134385" bIns="67192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2646"/>
            </a:p>
          </p:txBody>
        </p:sp>
        <p:sp>
          <p:nvSpPr>
            <p:cNvPr id="152" name="文本框 151">
              <a:extLst>
                <a:ext uri="{FF2B5EF4-FFF2-40B4-BE49-F238E27FC236}">
                  <a16:creationId xmlns:a16="http://schemas.microsoft.com/office/drawing/2014/main" id="{2C9BF6A2-9D89-08DA-9E33-A0253F1021AA}"/>
                </a:ext>
              </a:extLst>
            </p:cNvPr>
            <p:cNvSpPr txBox="1"/>
            <p:nvPr/>
          </p:nvSpPr>
          <p:spPr>
            <a:xfrm>
              <a:off x="11818520" y="7904452"/>
              <a:ext cx="59503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东平</a:t>
              </a:r>
            </a:p>
          </p:txBody>
        </p:sp>
      </p:grp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50DB888B-AF6A-8BEC-96D0-468BE885C3E8}"/>
              </a:ext>
            </a:extLst>
          </p:cNvPr>
          <p:cNvCxnSpPr>
            <a:cxnSpLocks/>
            <a:stCxn id="40" idx="2"/>
            <a:endCxn id="37" idx="0"/>
          </p:cNvCxnSpPr>
          <p:nvPr/>
        </p:nvCxnSpPr>
        <p:spPr>
          <a:xfrm flipH="1">
            <a:off x="7928314" y="7934292"/>
            <a:ext cx="31748" cy="75312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直接连接符 70">
            <a:extLst>
              <a:ext uri="{FF2B5EF4-FFF2-40B4-BE49-F238E27FC236}">
                <a16:creationId xmlns:a16="http://schemas.microsoft.com/office/drawing/2014/main" id="{62D6EFDD-0FBC-321A-38B2-2A0A798B4E45}"/>
              </a:ext>
            </a:extLst>
          </p:cNvPr>
          <p:cNvCxnSpPr>
            <a:cxnSpLocks/>
            <a:stCxn id="43" idx="1"/>
            <a:endCxn id="37" idx="3"/>
          </p:cNvCxnSpPr>
          <p:nvPr/>
        </p:nvCxnSpPr>
        <p:spPr>
          <a:xfrm flipH="1">
            <a:off x="8144314" y="8732921"/>
            <a:ext cx="1314248" cy="1705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直接连接符 91">
            <a:extLst>
              <a:ext uri="{FF2B5EF4-FFF2-40B4-BE49-F238E27FC236}">
                <a16:creationId xmlns:a16="http://schemas.microsoft.com/office/drawing/2014/main" id="{2F9A786F-3D2A-D7E7-40C9-9905DAB589FE}"/>
              </a:ext>
            </a:extLst>
          </p:cNvPr>
          <p:cNvCxnSpPr>
            <a:cxnSpLocks/>
            <a:stCxn id="25" idx="0"/>
            <a:endCxn id="31" idx="2"/>
          </p:cNvCxnSpPr>
          <p:nvPr/>
        </p:nvCxnSpPr>
        <p:spPr>
          <a:xfrm flipH="1" flipV="1">
            <a:off x="11116781" y="7278410"/>
            <a:ext cx="37570" cy="26161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直接连接符 152">
            <a:extLst>
              <a:ext uri="{FF2B5EF4-FFF2-40B4-BE49-F238E27FC236}">
                <a16:creationId xmlns:a16="http://schemas.microsoft.com/office/drawing/2014/main" id="{30D43D59-AAF4-DC42-4B08-3D12CD1651CB}"/>
              </a:ext>
            </a:extLst>
          </p:cNvPr>
          <p:cNvCxnSpPr>
            <a:cxnSpLocks/>
            <a:stCxn id="28" idx="0"/>
            <a:endCxn id="25" idx="1"/>
          </p:cNvCxnSpPr>
          <p:nvPr/>
        </p:nvCxnSpPr>
        <p:spPr>
          <a:xfrm flipV="1">
            <a:off x="10404814" y="7756026"/>
            <a:ext cx="533537" cy="122617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直接连接符 155">
            <a:extLst>
              <a:ext uri="{FF2B5EF4-FFF2-40B4-BE49-F238E27FC236}">
                <a16:creationId xmlns:a16="http://schemas.microsoft.com/office/drawing/2014/main" id="{A9C59A11-E6EE-250B-6A6B-AD677FF083FF}"/>
              </a:ext>
            </a:extLst>
          </p:cNvPr>
          <p:cNvCxnSpPr>
            <a:cxnSpLocks/>
            <a:stCxn id="28" idx="1"/>
            <a:endCxn id="43" idx="3"/>
          </p:cNvCxnSpPr>
          <p:nvPr/>
        </p:nvCxnSpPr>
        <p:spPr>
          <a:xfrm flipH="1" flipV="1">
            <a:off x="9890562" y="8732921"/>
            <a:ext cx="298252" cy="46528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直接连接符 158">
            <a:extLst>
              <a:ext uri="{FF2B5EF4-FFF2-40B4-BE49-F238E27FC236}">
                <a16:creationId xmlns:a16="http://schemas.microsoft.com/office/drawing/2014/main" id="{318E83BD-C239-5AE7-1336-CFD0537BEFEF}"/>
              </a:ext>
            </a:extLst>
          </p:cNvPr>
          <p:cNvCxnSpPr>
            <a:cxnSpLocks/>
            <a:stCxn id="4" idx="1"/>
            <a:endCxn id="25" idx="3"/>
          </p:cNvCxnSpPr>
          <p:nvPr/>
        </p:nvCxnSpPr>
        <p:spPr>
          <a:xfrm flipH="1">
            <a:off x="11370351" y="7667852"/>
            <a:ext cx="301188" cy="88174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直接连接符 162">
            <a:extLst>
              <a:ext uri="{FF2B5EF4-FFF2-40B4-BE49-F238E27FC236}">
                <a16:creationId xmlns:a16="http://schemas.microsoft.com/office/drawing/2014/main" id="{2E0CD532-ACF9-A235-8455-067989195F02}"/>
              </a:ext>
            </a:extLst>
          </p:cNvPr>
          <p:cNvCxnSpPr>
            <a:cxnSpLocks/>
            <a:stCxn id="28" idx="3"/>
            <a:endCxn id="4" idx="2"/>
          </p:cNvCxnSpPr>
          <p:nvPr/>
        </p:nvCxnSpPr>
        <p:spPr>
          <a:xfrm flipV="1">
            <a:off x="10620814" y="7883852"/>
            <a:ext cx="1266725" cy="13143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直接连接符 166">
            <a:extLst>
              <a:ext uri="{FF2B5EF4-FFF2-40B4-BE49-F238E27FC236}">
                <a16:creationId xmlns:a16="http://schemas.microsoft.com/office/drawing/2014/main" id="{E81DCBD6-C0DF-6C43-3934-4F525641B3FB}"/>
              </a:ext>
            </a:extLst>
          </p:cNvPr>
          <p:cNvCxnSpPr>
            <a:cxnSpLocks/>
            <a:stCxn id="4" idx="3"/>
            <a:endCxn id="22" idx="1"/>
          </p:cNvCxnSpPr>
          <p:nvPr/>
        </p:nvCxnSpPr>
        <p:spPr>
          <a:xfrm flipV="1">
            <a:off x="12103539" y="7553390"/>
            <a:ext cx="316443" cy="11446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直接连接符 169">
            <a:extLst>
              <a:ext uri="{FF2B5EF4-FFF2-40B4-BE49-F238E27FC236}">
                <a16:creationId xmlns:a16="http://schemas.microsoft.com/office/drawing/2014/main" id="{D6F17A90-EF0E-2455-3F5C-0DCAD3D7F2E7}"/>
              </a:ext>
            </a:extLst>
          </p:cNvPr>
          <p:cNvCxnSpPr>
            <a:cxnSpLocks/>
            <a:stCxn id="22" idx="3"/>
            <a:endCxn id="13" idx="0"/>
          </p:cNvCxnSpPr>
          <p:nvPr/>
        </p:nvCxnSpPr>
        <p:spPr>
          <a:xfrm>
            <a:off x="12851982" y="7553390"/>
            <a:ext cx="337321" cy="39306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直接连接符 178">
            <a:extLst>
              <a:ext uri="{FF2B5EF4-FFF2-40B4-BE49-F238E27FC236}">
                <a16:creationId xmlns:a16="http://schemas.microsoft.com/office/drawing/2014/main" id="{B8C85BF4-001D-9D84-3861-F02182D0EDFF}"/>
              </a:ext>
            </a:extLst>
          </p:cNvPr>
          <p:cNvCxnSpPr>
            <a:cxnSpLocks/>
            <a:stCxn id="130" idx="1"/>
            <a:endCxn id="97" idx="3"/>
          </p:cNvCxnSpPr>
          <p:nvPr/>
        </p:nvCxnSpPr>
        <p:spPr>
          <a:xfrm flipH="1" flipV="1">
            <a:off x="8433586" y="3329310"/>
            <a:ext cx="836468" cy="178073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直接连接符 181">
            <a:extLst>
              <a:ext uri="{FF2B5EF4-FFF2-40B4-BE49-F238E27FC236}">
                <a16:creationId xmlns:a16="http://schemas.microsoft.com/office/drawing/2014/main" id="{7E465C9E-CDE3-A6CD-CD46-29F6E5E8FDDA}"/>
              </a:ext>
            </a:extLst>
          </p:cNvPr>
          <p:cNvCxnSpPr>
            <a:cxnSpLocks/>
            <a:stCxn id="97" idx="2"/>
            <a:endCxn id="100" idx="0"/>
          </p:cNvCxnSpPr>
          <p:nvPr/>
        </p:nvCxnSpPr>
        <p:spPr>
          <a:xfrm>
            <a:off x="8217586" y="3545310"/>
            <a:ext cx="321629" cy="46582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直接连接符 185">
            <a:extLst>
              <a:ext uri="{FF2B5EF4-FFF2-40B4-BE49-F238E27FC236}">
                <a16:creationId xmlns:a16="http://schemas.microsoft.com/office/drawing/2014/main" id="{B669F5E1-CA6B-C179-A2BB-435AA168B681}"/>
              </a:ext>
            </a:extLst>
          </p:cNvPr>
          <p:cNvCxnSpPr>
            <a:cxnSpLocks/>
            <a:stCxn id="97" idx="1"/>
            <a:endCxn id="103" idx="0"/>
          </p:cNvCxnSpPr>
          <p:nvPr/>
        </p:nvCxnSpPr>
        <p:spPr>
          <a:xfrm flipH="1">
            <a:off x="7475529" y="3329310"/>
            <a:ext cx="526057" cy="11499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直接连接符 188">
            <a:extLst>
              <a:ext uri="{FF2B5EF4-FFF2-40B4-BE49-F238E27FC236}">
                <a16:creationId xmlns:a16="http://schemas.microsoft.com/office/drawing/2014/main" id="{2D93AD63-741E-3AF1-206E-365969D19799}"/>
              </a:ext>
            </a:extLst>
          </p:cNvPr>
          <p:cNvCxnSpPr>
            <a:cxnSpLocks/>
            <a:stCxn id="139" idx="2"/>
            <a:endCxn id="97" idx="0"/>
          </p:cNvCxnSpPr>
          <p:nvPr/>
        </p:nvCxnSpPr>
        <p:spPr>
          <a:xfrm flipH="1">
            <a:off x="8217586" y="1818110"/>
            <a:ext cx="384175" cy="129520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直接连接符 191">
            <a:extLst>
              <a:ext uri="{FF2B5EF4-FFF2-40B4-BE49-F238E27FC236}">
                <a16:creationId xmlns:a16="http://schemas.microsoft.com/office/drawing/2014/main" id="{1AFBD8A5-C5D3-D744-234D-0E7F5AA6957F}"/>
              </a:ext>
            </a:extLst>
          </p:cNvPr>
          <p:cNvCxnSpPr>
            <a:cxnSpLocks/>
            <a:stCxn id="130" idx="2"/>
            <a:endCxn id="115" idx="0"/>
          </p:cNvCxnSpPr>
          <p:nvPr/>
        </p:nvCxnSpPr>
        <p:spPr>
          <a:xfrm>
            <a:off x="9486054" y="3723383"/>
            <a:ext cx="188508" cy="4586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直接连接符 194">
            <a:extLst>
              <a:ext uri="{FF2B5EF4-FFF2-40B4-BE49-F238E27FC236}">
                <a16:creationId xmlns:a16="http://schemas.microsoft.com/office/drawing/2014/main" id="{816DD1ED-4674-4657-EB55-1949E2EC793C}"/>
              </a:ext>
            </a:extLst>
          </p:cNvPr>
          <p:cNvCxnSpPr>
            <a:cxnSpLocks/>
            <a:stCxn id="115" idx="1"/>
            <a:endCxn id="100" idx="3"/>
          </p:cNvCxnSpPr>
          <p:nvPr/>
        </p:nvCxnSpPr>
        <p:spPr>
          <a:xfrm flipH="1" flipV="1">
            <a:off x="8755215" y="4227137"/>
            <a:ext cx="703347" cy="170945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直接连接符 197">
            <a:extLst>
              <a:ext uri="{FF2B5EF4-FFF2-40B4-BE49-F238E27FC236}">
                <a16:creationId xmlns:a16="http://schemas.microsoft.com/office/drawing/2014/main" id="{E3E7899D-555F-B49F-0A4F-0ADD98363D71}"/>
              </a:ext>
            </a:extLst>
          </p:cNvPr>
          <p:cNvCxnSpPr>
            <a:cxnSpLocks/>
            <a:stCxn id="139" idx="1"/>
            <a:endCxn id="136" idx="3"/>
          </p:cNvCxnSpPr>
          <p:nvPr/>
        </p:nvCxnSpPr>
        <p:spPr>
          <a:xfrm flipH="1" flipV="1">
            <a:off x="8011311" y="1386210"/>
            <a:ext cx="374450" cy="2159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直接连接符 201">
            <a:extLst>
              <a:ext uri="{FF2B5EF4-FFF2-40B4-BE49-F238E27FC236}">
                <a16:creationId xmlns:a16="http://schemas.microsoft.com/office/drawing/2014/main" id="{65FDA09B-A28D-5794-F49F-208F511B6E10}"/>
              </a:ext>
            </a:extLst>
          </p:cNvPr>
          <p:cNvCxnSpPr>
            <a:cxnSpLocks/>
            <a:stCxn id="139" idx="3"/>
            <a:endCxn id="124" idx="1"/>
          </p:cNvCxnSpPr>
          <p:nvPr/>
        </p:nvCxnSpPr>
        <p:spPr>
          <a:xfrm>
            <a:off x="8817761" y="1602110"/>
            <a:ext cx="1832900" cy="449654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直接连接符 204">
            <a:extLst>
              <a:ext uri="{FF2B5EF4-FFF2-40B4-BE49-F238E27FC236}">
                <a16:creationId xmlns:a16="http://schemas.microsoft.com/office/drawing/2014/main" id="{BB3791BB-AF4A-12CF-C6B3-D4BF5EDAC4E5}"/>
              </a:ext>
            </a:extLst>
          </p:cNvPr>
          <p:cNvCxnSpPr>
            <a:cxnSpLocks/>
            <a:stCxn id="76" idx="0"/>
            <a:endCxn id="100" idx="2"/>
          </p:cNvCxnSpPr>
          <p:nvPr/>
        </p:nvCxnSpPr>
        <p:spPr>
          <a:xfrm flipV="1">
            <a:off x="8299108" y="4443137"/>
            <a:ext cx="240107" cy="1121348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直接连接符 207">
            <a:extLst>
              <a:ext uri="{FF2B5EF4-FFF2-40B4-BE49-F238E27FC236}">
                <a16:creationId xmlns:a16="http://schemas.microsoft.com/office/drawing/2014/main" id="{7C3C937C-7A49-3DE9-8366-59F1BE438928}"/>
              </a:ext>
            </a:extLst>
          </p:cNvPr>
          <p:cNvCxnSpPr>
            <a:cxnSpLocks/>
            <a:stCxn id="100" idx="1"/>
            <a:endCxn id="103" idx="3"/>
          </p:cNvCxnSpPr>
          <p:nvPr/>
        </p:nvCxnSpPr>
        <p:spPr>
          <a:xfrm flipH="1">
            <a:off x="7691529" y="4227137"/>
            <a:ext cx="631686" cy="46811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直接连接符 210">
            <a:extLst>
              <a:ext uri="{FF2B5EF4-FFF2-40B4-BE49-F238E27FC236}">
                <a16:creationId xmlns:a16="http://schemas.microsoft.com/office/drawing/2014/main" id="{EDCB6E43-03B9-9514-01A1-38407ED96ACB}"/>
              </a:ext>
            </a:extLst>
          </p:cNvPr>
          <p:cNvCxnSpPr>
            <a:cxnSpLocks/>
            <a:stCxn id="76" idx="1"/>
            <a:endCxn id="67" idx="3"/>
          </p:cNvCxnSpPr>
          <p:nvPr/>
        </p:nvCxnSpPr>
        <p:spPr>
          <a:xfrm flipH="1" flipV="1">
            <a:off x="7684413" y="5660807"/>
            <a:ext cx="398695" cy="11967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" name="直接连接符 213">
            <a:extLst>
              <a:ext uri="{FF2B5EF4-FFF2-40B4-BE49-F238E27FC236}">
                <a16:creationId xmlns:a16="http://schemas.microsoft.com/office/drawing/2014/main" id="{E6661579-FD0F-EA7D-4812-3E1538D2C7C8}"/>
              </a:ext>
            </a:extLst>
          </p:cNvPr>
          <p:cNvCxnSpPr>
            <a:cxnSpLocks/>
          </p:cNvCxnSpPr>
          <p:nvPr/>
        </p:nvCxnSpPr>
        <p:spPr>
          <a:xfrm flipH="1" flipV="1">
            <a:off x="8289282" y="5996485"/>
            <a:ext cx="79620" cy="45274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8" name="直接连接符 217">
            <a:extLst>
              <a:ext uri="{FF2B5EF4-FFF2-40B4-BE49-F238E27FC236}">
                <a16:creationId xmlns:a16="http://schemas.microsoft.com/office/drawing/2014/main" id="{B0018AD9-82AB-4FDC-BF86-AE0C468E686D}"/>
              </a:ext>
            </a:extLst>
          </p:cNvPr>
          <p:cNvCxnSpPr>
            <a:cxnSpLocks/>
            <a:stCxn id="67" idx="1"/>
            <a:endCxn id="79" idx="3"/>
          </p:cNvCxnSpPr>
          <p:nvPr/>
        </p:nvCxnSpPr>
        <p:spPr>
          <a:xfrm flipH="1">
            <a:off x="6199526" y="5660807"/>
            <a:ext cx="1052887" cy="470874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1" name="直接连接符 220">
            <a:extLst>
              <a:ext uri="{FF2B5EF4-FFF2-40B4-BE49-F238E27FC236}">
                <a16:creationId xmlns:a16="http://schemas.microsoft.com/office/drawing/2014/main" id="{F53E8B47-C087-62B8-0731-B10028C5D8DD}"/>
              </a:ext>
            </a:extLst>
          </p:cNvPr>
          <p:cNvCxnSpPr>
            <a:cxnSpLocks/>
            <a:stCxn id="106" idx="1"/>
            <a:endCxn id="79" idx="3"/>
          </p:cNvCxnSpPr>
          <p:nvPr/>
        </p:nvCxnSpPr>
        <p:spPr>
          <a:xfrm flipH="1" flipV="1">
            <a:off x="6199526" y="6131681"/>
            <a:ext cx="537739" cy="451281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4" name="直接连接符 223">
            <a:extLst>
              <a:ext uri="{FF2B5EF4-FFF2-40B4-BE49-F238E27FC236}">
                <a16:creationId xmlns:a16="http://schemas.microsoft.com/office/drawing/2014/main" id="{57A290E1-8C15-496D-8BBD-BB429BEC0598}"/>
              </a:ext>
            </a:extLst>
          </p:cNvPr>
          <p:cNvCxnSpPr>
            <a:cxnSpLocks/>
            <a:stCxn id="79" idx="1"/>
            <a:endCxn id="55" idx="3"/>
          </p:cNvCxnSpPr>
          <p:nvPr/>
        </p:nvCxnSpPr>
        <p:spPr>
          <a:xfrm flipH="1">
            <a:off x="4939589" y="6131681"/>
            <a:ext cx="827937" cy="681827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7" name="直接连接符 226">
            <a:extLst>
              <a:ext uri="{FF2B5EF4-FFF2-40B4-BE49-F238E27FC236}">
                <a16:creationId xmlns:a16="http://schemas.microsoft.com/office/drawing/2014/main" id="{D9DDA7D0-C94E-AF43-F5E8-3E9A5FEDE4B4}"/>
              </a:ext>
            </a:extLst>
          </p:cNvPr>
          <p:cNvCxnSpPr>
            <a:cxnSpLocks/>
            <a:stCxn id="85" idx="3"/>
            <a:endCxn id="79" idx="0"/>
          </p:cNvCxnSpPr>
          <p:nvPr/>
        </p:nvCxnSpPr>
        <p:spPr>
          <a:xfrm>
            <a:off x="5234058" y="5256872"/>
            <a:ext cx="749468" cy="6588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0" name="直接连接符 229">
            <a:extLst>
              <a:ext uri="{FF2B5EF4-FFF2-40B4-BE49-F238E27FC236}">
                <a16:creationId xmlns:a16="http://schemas.microsoft.com/office/drawing/2014/main" id="{51ED6082-F99A-16BE-C859-A33187F4A9AF}"/>
              </a:ext>
            </a:extLst>
          </p:cNvPr>
          <p:cNvCxnSpPr>
            <a:cxnSpLocks/>
            <a:stCxn id="103" idx="1"/>
            <a:endCxn id="79" idx="0"/>
          </p:cNvCxnSpPr>
          <p:nvPr/>
        </p:nvCxnSpPr>
        <p:spPr>
          <a:xfrm flipH="1">
            <a:off x="5983526" y="4695255"/>
            <a:ext cx="1276003" cy="1220426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3" name="直接连接符 232">
            <a:extLst>
              <a:ext uri="{FF2B5EF4-FFF2-40B4-BE49-F238E27FC236}">
                <a16:creationId xmlns:a16="http://schemas.microsoft.com/office/drawing/2014/main" id="{57C34B3C-5363-A9CB-C981-A95A176AC2B8}"/>
              </a:ext>
            </a:extLst>
          </p:cNvPr>
          <p:cNvCxnSpPr>
            <a:cxnSpLocks/>
            <a:stCxn id="148" idx="1"/>
            <a:endCxn id="109" idx="3"/>
          </p:cNvCxnSpPr>
          <p:nvPr/>
        </p:nvCxnSpPr>
        <p:spPr>
          <a:xfrm flipH="1" flipV="1">
            <a:off x="9942461" y="5793127"/>
            <a:ext cx="444300" cy="46181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6" name="直接连接符 235">
            <a:extLst>
              <a:ext uri="{FF2B5EF4-FFF2-40B4-BE49-F238E27FC236}">
                <a16:creationId xmlns:a16="http://schemas.microsoft.com/office/drawing/2014/main" id="{F6E12E35-FA0F-E41C-9878-4B8D9E52D797}"/>
              </a:ext>
            </a:extLst>
          </p:cNvPr>
          <p:cNvCxnSpPr>
            <a:cxnSpLocks/>
            <a:stCxn id="31" idx="0"/>
            <a:endCxn id="148" idx="2"/>
          </p:cNvCxnSpPr>
          <p:nvPr/>
        </p:nvCxnSpPr>
        <p:spPr>
          <a:xfrm flipH="1" flipV="1">
            <a:off x="10602761" y="6470940"/>
            <a:ext cx="514020" cy="37547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0" name="任意多边形: 形状 239">
            <a:extLst>
              <a:ext uri="{FF2B5EF4-FFF2-40B4-BE49-F238E27FC236}">
                <a16:creationId xmlns:a16="http://schemas.microsoft.com/office/drawing/2014/main" id="{87E8DD69-E0F8-5FC4-AF1F-9BB8F291D9A6}"/>
              </a:ext>
            </a:extLst>
          </p:cNvPr>
          <p:cNvSpPr/>
          <p:nvPr/>
        </p:nvSpPr>
        <p:spPr>
          <a:xfrm>
            <a:off x="12565069" y="8162925"/>
            <a:ext cx="411156" cy="1152525"/>
          </a:xfrm>
          <a:custGeom>
            <a:avLst/>
            <a:gdLst>
              <a:gd name="csX0" fmla="*/ 411156 w 411156"/>
              <a:gd name="csY0" fmla="*/ 0 h 1152525"/>
              <a:gd name="csX1" fmla="*/ 153981 w 411156"/>
              <a:gd name="csY1" fmla="*/ 130175 h 1152525"/>
              <a:gd name="csX2" fmla="*/ 4756 w 411156"/>
              <a:gd name="csY2" fmla="*/ 460375 h 1152525"/>
              <a:gd name="csX3" fmla="*/ 71431 w 411156"/>
              <a:gd name="csY3" fmla="*/ 981075 h 1152525"/>
              <a:gd name="csX4" fmla="*/ 401631 w 411156"/>
              <a:gd name="csY4" fmla="*/ 1152525 h 11525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11156" h="1152525">
                <a:moveTo>
                  <a:pt x="411156" y="0"/>
                </a:moveTo>
                <a:cubicBezTo>
                  <a:pt x="316435" y="26723"/>
                  <a:pt x="221714" y="53446"/>
                  <a:pt x="153981" y="130175"/>
                </a:cubicBezTo>
                <a:cubicBezTo>
                  <a:pt x="86248" y="206904"/>
                  <a:pt x="18514" y="318558"/>
                  <a:pt x="4756" y="460375"/>
                </a:cubicBezTo>
                <a:cubicBezTo>
                  <a:pt x="-9002" y="602192"/>
                  <a:pt x="5285" y="865717"/>
                  <a:pt x="71431" y="981075"/>
                </a:cubicBezTo>
                <a:cubicBezTo>
                  <a:pt x="137577" y="1096433"/>
                  <a:pt x="269604" y="1124479"/>
                  <a:pt x="401631" y="1152525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41" name="直接连接符 240">
            <a:extLst>
              <a:ext uri="{FF2B5EF4-FFF2-40B4-BE49-F238E27FC236}">
                <a16:creationId xmlns:a16="http://schemas.microsoft.com/office/drawing/2014/main" id="{30D7F7BB-ABA5-9B22-6ABA-4E539E8CA810}"/>
              </a:ext>
            </a:extLst>
          </p:cNvPr>
          <p:cNvCxnSpPr>
            <a:cxnSpLocks/>
            <a:stCxn id="40" idx="0"/>
            <a:endCxn id="73" idx="2"/>
          </p:cNvCxnSpPr>
          <p:nvPr/>
        </p:nvCxnSpPr>
        <p:spPr>
          <a:xfrm flipV="1">
            <a:off x="7960062" y="6881233"/>
            <a:ext cx="418666" cy="62105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4" name="直接连接符 243">
            <a:extLst>
              <a:ext uri="{FF2B5EF4-FFF2-40B4-BE49-F238E27FC236}">
                <a16:creationId xmlns:a16="http://schemas.microsoft.com/office/drawing/2014/main" id="{AB13DF7E-EBE4-0002-865E-6F00784CD7B2}"/>
              </a:ext>
            </a:extLst>
          </p:cNvPr>
          <p:cNvCxnSpPr>
            <a:cxnSpLocks/>
            <a:stCxn id="40" idx="0"/>
            <a:endCxn id="106" idx="3"/>
          </p:cNvCxnSpPr>
          <p:nvPr/>
        </p:nvCxnSpPr>
        <p:spPr>
          <a:xfrm flipH="1" flipV="1">
            <a:off x="7169265" y="6582962"/>
            <a:ext cx="790797" cy="9193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7" name="直接连接符 246">
            <a:extLst>
              <a:ext uri="{FF2B5EF4-FFF2-40B4-BE49-F238E27FC236}">
                <a16:creationId xmlns:a16="http://schemas.microsoft.com/office/drawing/2014/main" id="{8467FE7A-0EC8-BBC6-9542-6587E1DF154C}"/>
              </a:ext>
            </a:extLst>
          </p:cNvPr>
          <p:cNvCxnSpPr>
            <a:cxnSpLocks/>
            <a:stCxn id="58" idx="3"/>
            <a:endCxn id="37" idx="1"/>
          </p:cNvCxnSpPr>
          <p:nvPr/>
        </p:nvCxnSpPr>
        <p:spPr>
          <a:xfrm>
            <a:off x="6602970" y="8347644"/>
            <a:ext cx="1109344" cy="55577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0" name="直接连接符 249">
            <a:extLst>
              <a:ext uri="{FF2B5EF4-FFF2-40B4-BE49-F238E27FC236}">
                <a16:creationId xmlns:a16="http://schemas.microsoft.com/office/drawing/2014/main" id="{0F8D54AE-B5DE-5626-4C02-14254546B7D6}"/>
              </a:ext>
            </a:extLst>
          </p:cNvPr>
          <p:cNvCxnSpPr>
            <a:cxnSpLocks/>
            <a:stCxn id="58" idx="1"/>
            <a:endCxn id="49" idx="3"/>
          </p:cNvCxnSpPr>
          <p:nvPr/>
        </p:nvCxnSpPr>
        <p:spPr>
          <a:xfrm flipH="1">
            <a:off x="4704839" y="8347644"/>
            <a:ext cx="1466131" cy="94455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4" name="直接连接符 253">
            <a:extLst>
              <a:ext uri="{FF2B5EF4-FFF2-40B4-BE49-F238E27FC236}">
                <a16:creationId xmlns:a16="http://schemas.microsoft.com/office/drawing/2014/main" id="{358945FC-E258-2CC3-D402-8F7FD6E8E7D1}"/>
              </a:ext>
            </a:extLst>
          </p:cNvPr>
          <p:cNvCxnSpPr>
            <a:cxnSpLocks/>
            <a:stCxn id="49" idx="1"/>
            <a:endCxn id="52" idx="3"/>
          </p:cNvCxnSpPr>
          <p:nvPr/>
        </p:nvCxnSpPr>
        <p:spPr>
          <a:xfrm flipH="1" flipV="1">
            <a:off x="3201634" y="8603026"/>
            <a:ext cx="1071205" cy="68916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7" name="直接连接符 256">
            <a:extLst>
              <a:ext uri="{FF2B5EF4-FFF2-40B4-BE49-F238E27FC236}">
                <a16:creationId xmlns:a16="http://schemas.microsoft.com/office/drawing/2014/main" id="{FB8AD3A6-A318-FB5D-0714-3A035F7E7257}"/>
              </a:ext>
            </a:extLst>
          </p:cNvPr>
          <p:cNvCxnSpPr>
            <a:cxnSpLocks/>
            <a:stCxn id="55" idx="1"/>
            <a:endCxn id="52" idx="0"/>
          </p:cNvCxnSpPr>
          <p:nvPr/>
        </p:nvCxnSpPr>
        <p:spPr>
          <a:xfrm flipH="1">
            <a:off x="2985634" y="6813508"/>
            <a:ext cx="1521955" cy="1573518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0" name="直接连接符 259">
            <a:extLst>
              <a:ext uri="{FF2B5EF4-FFF2-40B4-BE49-F238E27FC236}">
                <a16:creationId xmlns:a16="http://schemas.microsoft.com/office/drawing/2014/main" id="{08C455CF-C266-B2C9-0212-3C1C98CC96D1}"/>
              </a:ext>
            </a:extLst>
          </p:cNvPr>
          <p:cNvCxnSpPr>
            <a:cxnSpLocks/>
            <a:stCxn id="31" idx="1"/>
            <a:endCxn id="73" idx="3"/>
          </p:cNvCxnSpPr>
          <p:nvPr/>
        </p:nvCxnSpPr>
        <p:spPr>
          <a:xfrm flipH="1" flipV="1">
            <a:off x="8594728" y="6665233"/>
            <a:ext cx="2306053" cy="39717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4" name="直接连接符 263">
            <a:extLst>
              <a:ext uri="{FF2B5EF4-FFF2-40B4-BE49-F238E27FC236}">
                <a16:creationId xmlns:a16="http://schemas.microsoft.com/office/drawing/2014/main" id="{B0C52567-2BE4-C19B-7D6E-111ABDC137D4}"/>
              </a:ext>
            </a:extLst>
          </p:cNvPr>
          <p:cNvCxnSpPr>
            <a:cxnSpLocks/>
            <a:stCxn id="76" idx="3"/>
            <a:endCxn id="109" idx="1"/>
          </p:cNvCxnSpPr>
          <p:nvPr/>
        </p:nvCxnSpPr>
        <p:spPr>
          <a:xfrm>
            <a:off x="8515108" y="5780485"/>
            <a:ext cx="995353" cy="12642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7" name="直接连接符 266">
            <a:extLst>
              <a:ext uri="{FF2B5EF4-FFF2-40B4-BE49-F238E27FC236}">
                <a16:creationId xmlns:a16="http://schemas.microsoft.com/office/drawing/2014/main" id="{A8129286-CC15-34D6-7624-EFDE7A7725D9}"/>
              </a:ext>
            </a:extLst>
          </p:cNvPr>
          <p:cNvCxnSpPr>
            <a:cxnSpLocks/>
            <a:stCxn id="115" idx="2"/>
            <a:endCxn id="109" idx="0"/>
          </p:cNvCxnSpPr>
          <p:nvPr/>
        </p:nvCxnSpPr>
        <p:spPr>
          <a:xfrm>
            <a:off x="9674562" y="4614082"/>
            <a:ext cx="51899" cy="9630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0" name="直接连接符 269">
            <a:extLst>
              <a:ext uri="{FF2B5EF4-FFF2-40B4-BE49-F238E27FC236}">
                <a16:creationId xmlns:a16="http://schemas.microsoft.com/office/drawing/2014/main" id="{E791F38F-B712-916B-B850-09E67B0465B4}"/>
              </a:ext>
            </a:extLst>
          </p:cNvPr>
          <p:cNvCxnSpPr>
            <a:cxnSpLocks/>
            <a:stCxn id="151" idx="1"/>
            <a:endCxn id="109" idx="3"/>
          </p:cNvCxnSpPr>
          <p:nvPr/>
        </p:nvCxnSpPr>
        <p:spPr>
          <a:xfrm flipH="1">
            <a:off x="9942461" y="4911255"/>
            <a:ext cx="580250" cy="88187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3" name="直接连接符 272">
            <a:extLst>
              <a:ext uri="{FF2B5EF4-FFF2-40B4-BE49-F238E27FC236}">
                <a16:creationId xmlns:a16="http://schemas.microsoft.com/office/drawing/2014/main" id="{BA29308C-442D-9688-D210-63261EAA29FC}"/>
              </a:ext>
            </a:extLst>
          </p:cNvPr>
          <p:cNvCxnSpPr>
            <a:cxnSpLocks/>
            <a:stCxn id="130" idx="0"/>
            <a:endCxn id="121" idx="1"/>
          </p:cNvCxnSpPr>
          <p:nvPr/>
        </p:nvCxnSpPr>
        <p:spPr>
          <a:xfrm flipV="1">
            <a:off x="9486054" y="2853333"/>
            <a:ext cx="501550" cy="4380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6" name="直接连接符 275">
            <a:extLst>
              <a:ext uri="{FF2B5EF4-FFF2-40B4-BE49-F238E27FC236}">
                <a16:creationId xmlns:a16="http://schemas.microsoft.com/office/drawing/2014/main" id="{74B2D046-963F-D5CA-90F2-9436ED39E543}"/>
              </a:ext>
            </a:extLst>
          </p:cNvPr>
          <p:cNvCxnSpPr>
            <a:cxnSpLocks/>
            <a:stCxn id="121" idx="3"/>
            <a:endCxn id="124" idx="2"/>
          </p:cNvCxnSpPr>
          <p:nvPr/>
        </p:nvCxnSpPr>
        <p:spPr>
          <a:xfrm flipV="1">
            <a:off x="10419604" y="2267764"/>
            <a:ext cx="447057" cy="58556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9" name="直接连接符 278">
            <a:extLst>
              <a:ext uri="{FF2B5EF4-FFF2-40B4-BE49-F238E27FC236}">
                <a16:creationId xmlns:a16="http://schemas.microsoft.com/office/drawing/2014/main" id="{AEFEE351-74BF-AD61-B273-33D66DB798D8}"/>
              </a:ext>
            </a:extLst>
          </p:cNvPr>
          <p:cNvCxnSpPr>
            <a:cxnSpLocks/>
            <a:stCxn id="121" idx="3"/>
            <a:endCxn id="133" idx="0"/>
          </p:cNvCxnSpPr>
          <p:nvPr/>
        </p:nvCxnSpPr>
        <p:spPr>
          <a:xfrm>
            <a:off x="10419604" y="2853333"/>
            <a:ext cx="222150" cy="4126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2" name="直接连接符 281">
            <a:extLst>
              <a:ext uri="{FF2B5EF4-FFF2-40B4-BE49-F238E27FC236}">
                <a16:creationId xmlns:a16="http://schemas.microsoft.com/office/drawing/2014/main" id="{2D6B7DEE-0717-DAAF-E965-AB19EA10E1B4}"/>
              </a:ext>
            </a:extLst>
          </p:cNvPr>
          <p:cNvCxnSpPr>
            <a:cxnSpLocks/>
            <a:stCxn id="130" idx="3"/>
            <a:endCxn id="133" idx="1"/>
          </p:cNvCxnSpPr>
          <p:nvPr/>
        </p:nvCxnSpPr>
        <p:spPr>
          <a:xfrm flipV="1">
            <a:off x="9702054" y="3481983"/>
            <a:ext cx="723700" cy="254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5" name="直接连接符 284">
            <a:extLst>
              <a:ext uri="{FF2B5EF4-FFF2-40B4-BE49-F238E27FC236}">
                <a16:creationId xmlns:a16="http://schemas.microsoft.com/office/drawing/2014/main" id="{1F84F66F-E90B-952B-BF0C-F42F55A499B9}"/>
              </a:ext>
            </a:extLst>
          </p:cNvPr>
          <p:cNvCxnSpPr>
            <a:cxnSpLocks/>
            <a:stCxn id="124" idx="3"/>
            <a:endCxn id="127" idx="1"/>
          </p:cNvCxnSpPr>
          <p:nvPr/>
        </p:nvCxnSpPr>
        <p:spPr>
          <a:xfrm flipV="1">
            <a:off x="11082661" y="802358"/>
            <a:ext cx="1937275" cy="1249406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8" name="直接连接符 287">
            <a:extLst>
              <a:ext uri="{FF2B5EF4-FFF2-40B4-BE49-F238E27FC236}">
                <a16:creationId xmlns:a16="http://schemas.microsoft.com/office/drawing/2014/main" id="{B047ED4C-EA49-8E06-8131-DF40E7B1A7F3}"/>
              </a:ext>
            </a:extLst>
          </p:cNvPr>
          <p:cNvCxnSpPr>
            <a:cxnSpLocks/>
            <a:stCxn id="4" idx="3"/>
            <a:endCxn id="13" idx="1"/>
          </p:cNvCxnSpPr>
          <p:nvPr/>
        </p:nvCxnSpPr>
        <p:spPr>
          <a:xfrm>
            <a:off x="12103539" y="7667852"/>
            <a:ext cx="869764" cy="49460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1" name="直接连接符 290">
            <a:extLst>
              <a:ext uri="{FF2B5EF4-FFF2-40B4-BE49-F238E27FC236}">
                <a16:creationId xmlns:a16="http://schemas.microsoft.com/office/drawing/2014/main" id="{AFC8629F-578C-0466-80AD-D89723882973}"/>
              </a:ext>
            </a:extLst>
          </p:cNvPr>
          <p:cNvCxnSpPr>
            <a:cxnSpLocks/>
            <a:stCxn id="22" idx="0"/>
            <a:endCxn id="19" idx="2"/>
          </p:cNvCxnSpPr>
          <p:nvPr/>
        </p:nvCxnSpPr>
        <p:spPr>
          <a:xfrm flipH="1" flipV="1">
            <a:off x="12268431" y="6774185"/>
            <a:ext cx="367551" cy="563205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4" name="直接连接符 293">
            <a:extLst>
              <a:ext uri="{FF2B5EF4-FFF2-40B4-BE49-F238E27FC236}">
                <a16:creationId xmlns:a16="http://schemas.microsoft.com/office/drawing/2014/main" id="{DFB68D64-1CCA-FC51-9694-458C251118EC}"/>
              </a:ext>
            </a:extLst>
          </p:cNvPr>
          <p:cNvCxnSpPr>
            <a:cxnSpLocks/>
            <a:endCxn id="109" idx="1"/>
          </p:cNvCxnSpPr>
          <p:nvPr/>
        </p:nvCxnSpPr>
        <p:spPr>
          <a:xfrm flipV="1">
            <a:off x="8601761" y="5793127"/>
            <a:ext cx="908700" cy="85946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7" name="直接连接符 296">
            <a:extLst>
              <a:ext uri="{FF2B5EF4-FFF2-40B4-BE49-F238E27FC236}">
                <a16:creationId xmlns:a16="http://schemas.microsoft.com/office/drawing/2014/main" id="{4490C6DE-2FCB-2A27-8412-58C52CEDC537}"/>
              </a:ext>
            </a:extLst>
          </p:cNvPr>
          <p:cNvCxnSpPr>
            <a:cxnSpLocks/>
            <a:stCxn id="34" idx="1"/>
            <a:endCxn id="148" idx="3"/>
          </p:cNvCxnSpPr>
          <p:nvPr/>
        </p:nvCxnSpPr>
        <p:spPr>
          <a:xfrm flipH="1">
            <a:off x="10818761" y="5986992"/>
            <a:ext cx="449193" cy="26794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" name="直接连接符 299">
            <a:extLst>
              <a:ext uri="{FF2B5EF4-FFF2-40B4-BE49-F238E27FC236}">
                <a16:creationId xmlns:a16="http://schemas.microsoft.com/office/drawing/2014/main" id="{F1B59CE8-C5C7-F319-0F50-2816C52C79C3}"/>
              </a:ext>
            </a:extLst>
          </p:cNvPr>
          <p:cNvCxnSpPr>
            <a:cxnSpLocks/>
            <a:stCxn id="19" idx="0"/>
            <a:endCxn id="34" idx="3"/>
          </p:cNvCxnSpPr>
          <p:nvPr/>
        </p:nvCxnSpPr>
        <p:spPr>
          <a:xfrm flipH="1" flipV="1">
            <a:off x="11699954" y="5986992"/>
            <a:ext cx="568477" cy="35519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3" name="直接连接符 302">
            <a:extLst>
              <a:ext uri="{FF2B5EF4-FFF2-40B4-BE49-F238E27FC236}">
                <a16:creationId xmlns:a16="http://schemas.microsoft.com/office/drawing/2014/main" id="{8A0AE966-64BF-6E87-0E20-118ABAAC2BA2}"/>
              </a:ext>
            </a:extLst>
          </p:cNvPr>
          <p:cNvCxnSpPr>
            <a:cxnSpLocks/>
            <a:stCxn id="19" idx="1"/>
            <a:endCxn id="31" idx="3"/>
          </p:cNvCxnSpPr>
          <p:nvPr/>
        </p:nvCxnSpPr>
        <p:spPr>
          <a:xfrm flipH="1">
            <a:off x="11332781" y="6558185"/>
            <a:ext cx="719650" cy="5042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6" name="直接连接符 305">
            <a:extLst>
              <a:ext uri="{FF2B5EF4-FFF2-40B4-BE49-F238E27FC236}">
                <a16:creationId xmlns:a16="http://schemas.microsoft.com/office/drawing/2014/main" id="{666F04A2-818B-B614-0C1B-5EAF9C1DD862}"/>
              </a:ext>
            </a:extLst>
          </p:cNvPr>
          <p:cNvCxnSpPr>
            <a:cxnSpLocks/>
            <a:stCxn id="82" idx="3"/>
            <a:endCxn id="85" idx="1"/>
          </p:cNvCxnSpPr>
          <p:nvPr/>
        </p:nvCxnSpPr>
        <p:spPr>
          <a:xfrm flipV="1">
            <a:off x="3796668" y="5256872"/>
            <a:ext cx="1005390" cy="5525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0" name="直接连接符 309">
            <a:extLst>
              <a:ext uri="{FF2B5EF4-FFF2-40B4-BE49-F238E27FC236}">
                <a16:creationId xmlns:a16="http://schemas.microsoft.com/office/drawing/2014/main" id="{276F5805-B8C3-8B20-2AE2-D916FA409F63}"/>
              </a:ext>
            </a:extLst>
          </p:cNvPr>
          <p:cNvCxnSpPr>
            <a:cxnSpLocks/>
            <a:stCxn id="115" idx="3"/>
            <a:endCxn id="133" idx="2"/>
          </p:cNvCxnSpPr>
          <p:nvPr/>
        </p:nvCxnSpPr>
        <p:spPr>
          <a:xfrm flipV="1">
            <a:off x="9890562" y="3697983"/>
            <a:ext cx="751192" cy="7000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4" name="直接连接符 313">
            <a:extLst>
              <a:ext uri="{FF2B5EF4-FFF2-40B4-BE49-F238E27FC236}">
                <a16:creationId xmlns:a16="http://schemas.microsoft.com/office/drawing/2014/main" id="{594F2668-E713-E835-D6AA-FB6A9927790F}"/>
              </a:ext>
            </a:extLst>
          </p:cNvPr>
          <p:cNvCxnSpPr>
            <a:cxnSpLocks/>
            <a:stCxn id="82" idx="2"/>
            <a:endCxn id="55" idx="0"/>
          </p:cNvCxnSpPr>
          <p:nvPr/>
        </p:nvCxnSpPr>
        <p:spPr>
          <a:xfrm>
            <a:off x="3580668" y="6025410"/>
            <a:ext cx="1142921" cy="572098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8" name="直接连接符 317">
            <a:extLst>
              <a:ext uri="{FF2B5EF4-FFF2-40B4-BE49-F238E27FC236}">
                <a16:creationId xmlns:a16="http://schemas.microsoft.com/office/drawing/2014/main" id="{CF793282-FADC-3E9A-3981-4117003D9FC5}"/>
              </a:ext>
            </a:extLst>
          </p:cNvPr>
          <p:cNvCxnSpPr>
            <a:cxnSpLocks/>
            <a:stCxn id="106" idx="1"/>
            <a:endCxn id="55" idx="3"/>
          </p:cNvCxnSpPr>
          <p:nvPr/>
        </p:nvCxnSpPr>
        <p:spPr>
          <a:xfrm flipH="1">
            <a:off x="4939589" y="6582962"/>
            <a:ext cx="1797676" cy="230546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1" name="直接连接符 320">
            <a:extLst>
              <a:ext uri="{FF2B5EF4-FFF2-40B4-BE49-F238E27FC236}">
                <a16:creationId xmlns:a16="http://schemas.microsoft.com/office/drawing/2014/main" id="{62FA18BD-3AA1-2835-C343-6CF180262E5A}"/>
              </a:ext>
            </a:extLst>
          </p:cNvPr>
          <p:cNvCxnSpPr>
            <a:cxnSpLocks/>
            <a:stCxn id="88" idx="3"/>
            <a:endCxn id="82" idx="0"/>
          </p:cNvCxnSpPr>
          <p:nvPr/>
        </p:nvCxnSpPr>
        <p:spPr>
          <a:xfrm>
            <a:off x="2904113" y="4791147"/>
            <a:ext cx="676555" cy="8022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4" name="直接连接符 323">
            <a:extLst>
              <a:ext uri="{FF2B5EF4-FFF2-40B4-BE49-F238E27FC236}">
                <a16:creationId xmlns:a16="http://schemas.microsoft.com/office/drawing/2014/main" id="{F871D2BB-803E-DA9E-6A89-E5855B6DCA1F}"/>
              </a:ext>
            </a:extLst>
          </p:cNvPr>
          <p:cNvCxnSpPr>
            <a:cxnSpLocks/>
            <a:stCxn id="142" idx="3"/>
            <a:endCxn id="88" idx="0"/>
          </p:cNvCxnSpPr>
          <p:nvPr/>
        </p:nvCxnSpPr>
        <p:spPr>
          <a:xfrm>
            <a:off x="1902811" y="3397125"/>
            <a:ext cx="785302" cy="117802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7" name="直接连接符 326">
            <a:extLst>
              <a:ext uri="{FF2B5EF4-FFF2-40B4-BE49-F238E27FC236}">
                <a16:creationId xmlns:a16="http://schemas.microsoft.com/office/drawing/2014/main" id="{55ECA9AC-56C4-21AE-4692-ACEEAFAF0606}"/>
              </a:ext>
            </a:extLst>
          </p:cNvPr>
          <p:cNvCxnSpPr>
            <a:cxnSpLocks/>
            <a:stCxn id="145" idx="3"/>
            <a:endCxn id="142" idx="1"/>
          </p:cNvCxnSpPr>
          <p:nvPr/>
        </p:nvCxnSpPr>
        <p:spPr>
          <a:xfrm>
            <a:off x="620111" y="2636040"/>
            <a:ext cx="850700" cy="7610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0" name="直接连接符 329">
            <a:extLst>
              <a:ext uri="{FF2B5EF4-FFF2-40B4-BE49-F238E27FC236}">
                <a16:creationId xmlns:a16="http://schemas.microsoft.com/office/drawing/2014/main" id="{3AE8FAA8-A46C-0471-AC10-B7EBA0EF9A23}"/>
              </a:ext>
            </a:extLst>
          </p:cNvPr>
          <p:cNvCxnSpPr>
            <a:cxnSpLocks/>
            <a:stCxn id="40" idx="3"/>
            <a:endCxn id="43" idx="0"/>
          </p:cNvCxnSpPr>
          <p:nvPr/>
        </p:nvCxnSpPr>
        <p:spPr>
          <a:xfrm>
            <a:off x="8176062" y="7718292"/>
            <a:ext cx="1498500" cy="79862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3" name="直接连接符 332">
            <a:extLst>
              <a:ext uri="{FF2B5EF4-FFF2-40B4-BE49-F238E27FC236}">
                <a16:creationId xmlns:a16="http://schemas.microsoft.com/office/drawing/2014/main" id="{63B0D3DB-BB32-CB76-C461-43C9AC70E67F}"/>
              </a:ext>
            </a:extLst>
          </p:cNvPr>
          <p:cNvCxnSpPr>
            <a:cxnSpLocks/>
            <a:stCxn id="61" idx="2"/>
            <a:endCxn id="34" idx="0"/>
          </p:cNvCxnSpPr>
          <p:nvPr/>
        </p:nvCxnSpPr>
        <p:spPr>
          <a:xfrm flipH="1">
            <a:off x="11483954" y="5405147"/>
            <a:ext cx="528414" cy="3658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6" name="直接连接符 335">
            <a:extLst>
              <a:ext uri="{FF2B5EF4-FFF2-40B4-BE49-F238E27FC236}">
                <a16:creationId xmlns:a16="http://schemas.microsoft.com/office/drawing/2014/main" id="{767F64E8-07CC-F06A-5F26-3770B70D9D53}"/>
              </a:ext>
            </a:extLst>
          </p:cNvPr>
          <p:cNvCxnSpPr>
            <a:cxnSpLocks/>
            <a:stCxn id="64" idx="2"/>
            <a:endCxn id="61" idx="0"/>
          </p:cNvCxnSpPr>
          <p:nvPr/>
        </p:nvCxnSpPr>
        <p:spPr>
          <a:xfrm flipH="1">
            <a:off x="12012368" y="4428416"/>
            <a:ext cx="101805" cy="54473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9" name="直接连接符 338">
            <a:extLst>
              <a:ext uri="{FF2B5EF4-FFF2-40B4-BE49-F238E27FC236}">
                <a16:creationId xmlns:a16="http://schemas.microsoft.com/office/drawing/2014/main" id="{94815DF2-D3BD-3707-D116-1FD803BECD4D}"/>
              </a:ext>
            </a:extLst>
          </p:cNvPr>
          <p:cNvCxnSpPr>
            <a:cxnSpLocks/>
            <a:stCxn id="112" idx="3"/>
            <a:endCxn id="64" idx="1"/>
          </p:cNvCxnSpPr>
          <p:nvPr/>
        </p:nvCxnSpPr>
        <p:spPr>
          <a:xfrm>
            <a:off x="11637847" y="4078141"/>
            <a:ext cx="260326" cy="1342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2" name="直接连接符 341">
            <a:extLst>
              <a:ext uri="{FF2B5EF4-FFF2-40B4-BE49-F238E27FC236}">
                <a16:creationId xmlns:a16="http://schemas.microsoft.com/office/drawing/2014/main" id="{63B9FEA1-5BC0-0365-4395-2E3E0272DBBF}"/>
              </a:ext>
            </a:extLst>
          </p:cNvPr>
          <p:cNvCxnSpPr>
            <a:cxnSpLocks/>
            <a:stCxn id="112" idx="2"/>
            <a:endCxn id="151" idx="3"/>
          </p:cNvCxnSpPr>
          <p:nvPr/>
        </p:nvCxnSpPr>
        <p:spPr>
          <a:xfrm flipH="1">
            <a:off x="10954711" y="4294141"/>
            <a:ext cx="467136" cy="617114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5" name="直接连接符 344">
            <a:extLst>
              <a:ext uri="{FF2B5EF4-FFF2-40B4-BE49-F238E27FC236}">
                <a16:creationId xmlns:a16="http://schemas.microsoft.com/office/drawing/2014/main" id="{DAE6A710-D151-3863-CE9A-FDA2D26441C9}"/>
              </a:ext>
            </a:extLst>
          </p:cNvPr>
          <p:cNvCxnSpPr>
            <a:cxnSpLocks/>
            <a:stCxn id="133" idx="3"/>
            <a:endCxn id="112" idx="1"/>
          </p:cNvCxnSpPr>
          <p:nvPr/>
        </p:nvCxnSpPr>
        <p:spPr>
          <a:xfrm>
            <a:off x="10857754" y="3481983"/>
            <a:ext cx="348093" cy="59615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8" name="直接连接符 347">
            <a:extLst>
              <a:ext uri="{FF2B5EF4-FFF2-40B4-BE49-F238E27FC236}">
                <a16:creationId xmlns:a16="http://schemas.microsoft.com/office/drawing/2014/main" id="{1C72450E-B4D5-581C-D405-DA03BDAF7A8B}"/>
              </a:ext>
            </a:extLst>
          </p:cNvPr>
          <p:cNvCxnSpPr>
            <a:cxnSpLocks/>
            <a:stCxn id="151" idx="3"/>
            <a:endCxn id="61" idx="1"/>
          </p:cNvCxnSpPr>
          <p:nvPr/>
        </p:nvCxnSpPr>
        <p:spPr>
          <a:xfrm>
            <a:off x="10954711" y="4911255"/>
            <a:ext cx="841657" cy="27789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2" name="直接连接符 351">
            <a:extLst>
              <a:ext uri="{FF2B5EF4-FFF2-40B4-BE49-F238E27FC236}">
                <a16:creationId xmlns:a16="http://schemas.microsoft.com/office/drawing/2014/main" id="{2459C6CC-20E4-A037-EC1D-BC66C252EF69}"/>
              </a:ext>
            </a:extLst>
          </p:cNvPr>
          <p:cNvCxnSpPr>
            <a:cxnSpLocks/>
            <a:stCxn id="115" idx="3"/>
            <a:endCxn id="151" idx="1"/>
          </p:cNvCxnSpPr>
          <p:nvPr/>
        </p:nvCxnSpPr>
        <p:spPr>
          <a:xfrm>
            <a:off x="9890562" y="4398082"/>
            <a:ext cx="632149" cy="51317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5" name="直接连接符 354">
            <a:extLst>
              <a:ext uri="{FF2B5EF4-FFF2-40B4-BE49-F238E27FC236}">
                <a16:creationId xmlns:a16="http://schemas.microsoft.com/office/drawing/2014/main" id="{25872F61-7A6E-B7D8-5B38-A3BCE2526130}"/>
              </a:ext>
            </a:extLst>
          </p:cNvPr>
          <p:cNvCxnSpPr>
            <a:cxnSpLocks/>
            <a:stCxn id="67" idx="0"/>
            <a:endCxn id="103" idx="2"/>
          </p:cNvCxnSpPr>
          <p:nvPr/>
        </p:nvCxnSpPr>
        <p:spPr>
          <a:xfrm flipV="1">
            <a:off x="7468413" y="4911255"/>
            <a:ext cx="7116" cy="533552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36594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4F72D1-A3F3-8C22-A39E-1593E409BA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6" name="墨迹 5">
                <a:extLst>
                  <a:ext uri="{FF2B5EF4-FFF2-40B4-BE49-F238E27FC236}">
                    <a16:creationId xmlns:a16="http://schemas.microsoft.com/office/drawing/2014/main" id="{E8FD48B8-AB00-28FC-B741-EF777334E375}"/>
                  </a:ext>
                </a:extLst>
              </p14:cNvPr>
              <p14:cNvContentPartPr/>
              <p14:nvPr/>
            </p14:nvContentPartPr>
            <p14:xfrm>
              <a:off x="11374385" y="1294680"/>
              <a:ext cx="3723120" cy="2250720"/>
            </p14:xfrm>
          </p:contentPart>
        </mc:Choice>
        <mc:Fallback xmlns="">
          <p:pic>
            <p:nvPicPr>
              <p:cNvPr id="6" name="墨迹 5">
                <a:extLst>
                  <a:ext uri="{FF2B5EF4-FFF2-40B4-BE49-F238E27FC236}">
                    <a16:creationId xmlns:a16="http://schemas.microsoft.com/office/drawing/2014/main" id="{4BC4B4C3-E566-A9D9-0749-6DDF1693259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311385" y="1232040"/>
                <a:ext cx="3848760" cy="237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7" name="墨迹 6">
                <a:extLst>
                  <a:ext uri="{FF2B5EF4-FFF2-40B4-BE49-F238E27FC236}">
                    <a16:creationId xmlns:a16="http://schemas.microsoft.com/office/drawing/2014/main" id="{6B7A1761-814D-CC36-0BFF-9823C2C3ED82}"/>
                  </a:ext>
                </a:extLst>
              </p14:cNvPr>
              <p14:cNvContentPartPr/>
              <p14:nvPr/>
            </p14:nvContentPartPr>
            <p14:xfrm>
              <a:off x="12090065" y="3416700"/>
              <a:ext cx="2378880" cy="1450080"/>
            </p14:xfrm>
          </p:contentPart>
        </mc:Choice>
        <mc:Fallback xmlns="">
          <p:pic>
            <p:nvPicPr>
              <p:cNvPr id="7" name="墨迹 6">
                <a:extLst>
                  <a:ext uri="{FF2B5EF4-FFF2-40B4-BE49-F238E27FC236}">
                    <a16:creationId xmlns:a16="http://schemas.microsoft.com/office/drawing/2014/main" id="{D034EA22-3985-B829-5027-079961A53E29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2027425" y="3354060"/>
                <a:ext cx="2504520" cy="157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8" name="墨迹 7">
                <a:extLst>
                  <a:ext uri="{FF2B5EF4-FFF2-40B4-BE49-F238E27FC236}">
                    <a16:creationId xmlns:a16="http://schemas.microsoft.com/office/drawing/2014/main" id="{875876A8-1D06-6DC6-EF08-60A8325CFC64}"/>
                  </a:ext>
                </a:extLst>
              </p14:cNvPr>
              <p14:cNvContentPartPr/>
              <p14:nvPr/>
            </p14:nvContentPartPr>
            <p14:xfrm>
              <a:off x="12375545" y="4940220"/>
              <a:ext cx="1032480" cy="2197440"/>
            </p14:xfrm>
          </p:contentPart>
        </mc:Choice>
        <mc:Fallback xmlns="">
          <p:pic>
            <p:nvPicPr>
              <p:cNvPr id="8" name="墨迹 7">
                <a:extLst>
                  <a:ext uri="{FF2B5EF4-FFF2-40B4-BE49-F238E27FC236}">
                    <a16:creationId xmlns:a16="http://schemas.microsoft.com/office/drawing/2014/main" id="{57CD3276-E690-68AB-09F4-65D16DA21FD8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2312545" y="4877220"/>
                <a:ext cx="1158120" cy="232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9" name="墨迹 8">
                <a:extLst>
                  <a:ext uri="{FF2B5EF4-FFF2-40B4-BE49-F238E27FC236}">
                    <a16:creationId xmlns:a16="http://schemas.microsoft.com/office/drawing/2014/main" id="{F127CDC7-4A92-3DD7-8B6C-0F3932FF1ABA}"/>
                  </a:ext>
                </a:extLst>
              </p14:cNvPr>
              <p14:cNvContentPartPr/>
              <p14:nvPr/>
            </p14:nvContentPartPr>
            <p14:xfrm>
              <a:off x="13032185" y="7159260"/>
              <a:ext cx="1126440" cy="2581920"/>
            </p14:xfrm>
          </p:contentPart>
        </mc:Choice>
        <mc:Fallback xmlns="">
          <p:pic>
            <p:nvPicPr>
              <p:cNvPr id="9" name="墨迹 8">
                <a:extLst>
                  <a:ext uri="{FF2B5EF4-FFF2-40B4-BE49-F238E27FC236}">
                    <a16:creationId xmlns:a16="http://schemas.microsoft.com/office/drawing/2014/main" id="{044738CA-E916-D9E0-D51B-0FD193222B75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2969185" y="7096620"/>
                <a:ext cx="1252080" cy="2707560"/>
              </a:xfrm>
              <a:prstGeom prst="rect">
                <a:avLst/>
              </a:prstGeom>
            </p:spPr>
          </p:pic>
        </mc:Fallback>
      </mc:AlternateContent>
      <p:grpSp>
        <p:nvGrpSpPr>
          <p:cNvPr id="11" name="组合 10">
            <a:extLst>
              <a:ext uri="{FF2B5EF4-FFF2-40B4-BE49-F238E27FC236}">
                <a16:creationId xmlns:a16="http://schemas.microsoft.com/office/drawing/2014/main" id="{586552A1-17F1-72D2-8D59-57883522583C}"/>
              </a:ext>
            </a:extLst>
          </p:cNvPr>
          <p:cNvGrpSpPr/>
          <p:nvPr/>
        </p:nvGrpSpPr>
        <p:grpSpPr>
          <a:xfrm>
            <a:off x="11480603" y="7630739"/>
            <a:ext cx="595035" cy="855985"/>
            <a:chOff x="11815577" y="7514456"/>
            <a:chExt cx="595035" cy="855985"/>
          </a:xfrm>
        </p:grpSpPr>
        <p:sp>
          <p:nvSpPr>
            <p:cNvPr id="4" name="矩形: 圆角 3">
              <a:extLst>
                <a:ext uri="{FF2B5EF4-FFF2-40B4-BE49-F238E27FC236}">
                  <a16:creationId xmlns:a16="http://schemas.microsoft.com/office/drawing/2014/main" id="{7FF62A07-3D5B-A8A3-1DBF-1023F580E094}"/>
                </a:ext>
              </a:extLst>
            </p:cNvPr>
            <p:cNvSpPr/>
            <p:nvPr/>
          </p:nvSpPr>
          <p:spPr>
            <a:xfrm>
              <a:off x="11900031" y="7514456"/>
              <a:ext cx="432000" cy="432000"/>
            </a:xfrm>
            <a:prstGeom prst="roundRect">
              <a:avLst/>
            </a:prstGeom>
            <a:solidFill>
              <a:srgbClr val="CC0000">
                <a:alpha val="50000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34385" tIns="67192" rIns="134385" bIns="67192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2646"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53DA0795-E442-94AB-844B-BF3983FF4293}"/>
                </a:ext>
              </a:extLst>
            </p:cNvPr>
            <p:cNvSpPr txBox="1"/>
            <p:nvPr/>
          </p:nvSpPr>
          <p:spPr>
            <a:xfrm>
              <a:off x="11815577" y="8031887"/>
              <a:ext cx="59503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建康</a:t>
              </a:r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E4C7B4EC-7306-EFA6-8C5F-5C11E2506CCF}"/>
              </a:ext>
            </a:extLst>
          </p:cNvPr>
          <p:cNvGrpSpPr/>
          <p:nvPr/>
        </p:nvGrpSpPr>
        <p:grpSpPr>
          <a:xfrm>
            <a:off x="12827764" y="8014181"/>
            <a:ext cx="432000" cy="718740"/>
            <a:chOff x="11900031" y="7514456"/>
            <a:chExt cx="432000" cy="718740"/>
          </a:xfrm>
        </p:grpSpPr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A1839B9A-80CB-78C1-5286-5689E2C44CBB}"/>
                </a:ext>
              </a:extLst>
            </p:cNvPr>
            <p:cNvSpPr/>
            <p:nvPr/>
          </p:nvSpPr>
          <p:spPr>
            <a:xfrm>
              <a:off x="11900031" y="7514456"/>
              <a:ext cx="432000" cy="432000"/>
            </a:xfrm>
            <a:prstGeom prst="roundRect">
              <a:avLst/>
            </a:prstGeom>
            <a:solidFill>
              <a:srgbClr val="CC0000">
                <a:alpha val="50000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34385" tIns="67192" rIns="134385" bIns="67192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2646"/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A693C1F6-DE21-EB83-2C3E-0C9C936AD673}"/>
                </a:ext>
              </a:extLst>
            </p:cNvPr>
            <p:cNvSpPr txBox="1"/>
            <p:nvPr/>
          </p:nvSpPr>
          <p:spPr>
            <a:xfrm>
              <a:off x="11921106" y="7894642"/>
              <a:ext cx="38985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吴</a:t>
              </a:r>
            </a:p>
          </p:txBody>
        </p:sp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C365562E-45FB-0EEA-FBCC-3C1C19D8B618}"/>
              </a:ext>
            </a:extLst>
          </p:cNvPr>
          <p:cNvGrpSpPr/>
          <p:nvPr/>
        </p:nvGrpSpPr>
        <p:grpSpPr>
          <a:xfrm>
            <a:off x="12412410" y="9080309"/>
            <a:ext cx="595035" cy="728550"/>
            <a:chOff x="11818513" y="7514456"/>
            <a:chExt cx="595035" cy="728550"/>
          </a:xfrm>
        </p:grpSpPr>
        <p:sp>
          <p:nvSpPr>
            <p:cNvPr id="16" name="矩形: 圆角 15">
              <a:extLst>
                <a:ext uri="{FF2B5EF4-FFF2-40B4-BE49-F238E27FC236}">
                  <a16:creationId xmlns:a16="http://schemas.microsoft.com/office/drawing/2014/main" id="{F3F279DC-949E-475E-67E5-2D3546513AF3}"/>
                </a:ext>
              </a:extLst>
            </p:cNvPr>
            <p:cNvSpPr/>
            <p:nvPr/>
          </p:nvSpPr>
          <p:spPr>
            <a:xfrm>
              <a:off x="11900031" y="7514456"/>
              <a:ext cx="432000" cy="432000"/>
            </a:xfrm>
            <a:prstGeom prst="roundRect">
              <a:avLst/>
            </a:prstGeom>
            <a:solidFill>
              <a:srgbClr val="CC0000">
                <a:alpha val="50000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34385" tIns="67192" rIns="134385" bIns="67192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2646"/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E0F908BD-7803-B041-1865-3D32A6896F26}"/>
                </a:ext>
              </a:extLst>
            </p:cNvPr>
            <p:cNvSpPr txBox="1"/>
            <p:nvPr/>
          </p:nvSpPr>
          <p:spPr>
            <a:xfrm>
              <a:off x="11818513" y="7904452"/>
              <a:ext cx="59503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会稽</a:t>
              </a:r>
            </a:p>
          </p:txBody>
        </p:sp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2D213878-6D43-A525-1755-F50D37A7A171}"/>
              </a:ext>
            </a:extLst>
          </p:cNvPr>
          <p:cNvGrpSpPr/>
          <p:nvPr/>
        </p:nvGrpSpPr>
        <p:grpSpPr>
          <a:xfrm>
            <a:off x="11824947" y="6342185"/>
            <a:ext cx="659484" cy="760090"/>
            <a:chOff x="11672547" y="7514456"/>
            <a:chExt cx="659484" cy="760090"/>
          </a:xfrm>
        </p:grpSpPr>
        <p:sp>
          <p:nvSpPr>
            <p:cNvPr id="19" name="矩形: 圆角 18">
              <a:extLst>
                <a:ext uri="{FF2B5EF4-FFF2-40B4-BE49-F238E27FC236}">
                  <a16:creationId xmlns:a16="http://schemas.microsoft.com/office/drawing/2014/main" id="{55CB00AA-8F18-514B-2245-D533A06660CD}"/>
                </a:ext>
              </a:extLst>
            </p:cNvPr>
            <p:cNvSpPr/>
            <p:nvPr/>
          </p:nvSpPr>
          <p:spPr>
            <a:xfrm>
              <a:off x="11900031" y="7514456"/>
              <a:ext cx="432000" cy="432000"/>
            </a:xfrm>
            <a:prstGeom prst="roundRect">
              <a:avLst/>
            </a:prstGeom>
            <a:solidFill>
              <a:srgbClr val="CC0000">
                <a:alpha val="50000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34385" tIns="67192" rIns="134385" bIns="67192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2646"/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6B54B457-C0A5-FD0F-C00B-4D03DBB55B5A}"/>
                </a:ext>
              </a:extLst>
            </p:cNvPr>
            <p:cNvSpPr txBox="1"/>
            <p:nvPr/>
          </p:nvSpPr>
          <p:spPr>
            <a:xfrm>
              <a:off x="11672547" y="7935992"/>
              <a:ext cx="59503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广陵</a:t>
              </a:r>
            </a:p>
          </p:txBody>
        </p: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ED809EE9-443C-46FC-5315-A66DEE050633}"/>
              </a:ext>
            </a:extLst>
          </p:cNvPr>
          <p:cNvGrpSpPr/>
          <p:nvPr/>
        </p:nvGrpSpPr>
        <p:grpSpPr>
          <a:xfrm>
            <a:off x="12187662" y="7316364"/>
            <a:ext cx="595035" cy="728550"/>
            <a:chOff x="11818513" y="7514456"/>
            <a:chExt cx="595035" cy="728550"/>
          </a:xfrm>
        </p:grpSpPr>
        <p:sp>
          <p:nvSpPr>
            <p:cNvPr id="22" name="矩形: 圆角 21">
              <a:extLst>
                <a:ext uri="{FF2B5EF4-FFF2-40B4-BE49-F238E27FC236}">
                  <a16:creationId xmlns:a16="http://schemas.microsoft.com/office/drawing/2014/main" id="{0919E368-6A09-45C0-C9E6-EF8A0D699688}"/>
                </a:ext>
              </a:extLst>
            </p:cNvPr>
            <p:cNvSpPr/>
            <p:nvPr/>
          </p:nvSpPr>
          <p:spPr>
            <a:xfrm>
              <a:off x="11900031" y="7514456"/>
              <a:ext cx="432000" cy="432000"/>
            </a:xfrm>
            <a:prstGeom prst="roundRect">
              <a:avLst/>
            </a:prstGeom>
            <a:solidFill>
              <a:srgbClr val="CC0000">
                <a:alpha val="50000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34385" tIns="67192" rIns="134385" bIns="67192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2646"/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C1C42FDF-4BFE-C509-068F-BC6CA59E5798}"/>
                </a:ext>
              </a:extLst>
            </p:cNvPr>
            <p:cNvSpPr txBox="1"/>
            <p:nvPr/>
          </p:nvSpPr>
          <p:spPr>
            <a:xfrm>
              <a:off x="11818513" y="7904452"/>
              <a:ext cx="59503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京口</a:t>
              </a:r>
            </a:p>
          </p:txBody>
        </p:sp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9B487B07-319C-3552-B4F1-EB573090F1B9}"/>
              </a:ext>
            </a:extLst>
          </p:cNvPr>
          <p:cNvGrpSpPr/>
          <p:nvPr/>
        </p:nvGrpSpPr>
        <p:grpSpPr>
          <a:xfrm>
            <a:off x="10509217" y="7702539"/>
            <a:ext cx="595035" cy="728550"/>
            <a:chOff x="11818513" y="7514456"/>
            <a:chExt cx="595035" cy="728550"/>
          </a:xfrm>
        </p:grpSpPr>
        <p:sp>
          <p:nvSpPr>
            <p:cNvPr id="25" name="矩形: 圆角 24">
              <a:extLst>
                <a:ext uri="{FF2B5EF4-FFF2-40B4-BE49-F238E27FC236}">
                  <a16:creationId xmlns:a16="http://schemas.microsoft.com/office/drawing/2014/main" id="{E63A94A3-77E4-0B00-E44F-18A93201201E}"/>
                </a:ext>
              </a:extLst>
            </p:cNvPr>
            <p:cNvSpPr/>
            <p:nvPr/>
          </p:nvSpPr>
          <p:spPr>
            <a:xfrm>
              <a:off x="11900031" y="7514456"/>
              <a:ext cx="432000" cy="432000"/>
            </a:xfrm>
            <a:prstGeom prst="roundRect">
              <a:avLst/>
            </a:prstGeom>
            <a:solidFill>
              <a:srgbClr val="CC0000">
                <a:alpha val="50000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34385" tIns="67192" rIns="134385" bIns="67192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2646"/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626BB135-E7A1-9358-AFAB-8E96D47160E5}"/>
                </a:ext>
              </a:extLst>
            </p:cNvPr>
            <p:cNvSpPr txBox="1"/>
            <p:nvPr/>
          </p:nvSpPr>
          <p:spPr>
            <a:xfrm>
              <a:off x="11818513" y="7904452"/>
              <a:ext cx="59503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合肥</a:t>
              </a:r>
            </a:p>
          </p:txBody>
        </p:sp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7F36F547-EB04-C443-71D3-FC84B349C1AD}"/>
              </a:ext>
            </a:extLst>
          </p:cNvPr>
          <p:cNvGrpSpPr/>
          <p:nvPr/>
        </p:nvGrpSpPr>
        <p:grpSpPr>
          <a:xfrm>
            <a:off x="10271626" y="9089703"/>
            <a:ext cx="595035" cy="728550"/>
            <a:chOff x="11818514" y="7514456"/>
            <a:chExt cx="595035" cy="728550"/>
          </a:xfrm>
        </p:grpSpPr>
        <p:sp>
          <p:nvSpPr>
            <p:cNvPr id="28" name="矩形: 圆角 27">
              <a:extLst>
                <a:ext uri="{FF2B5EF4-FFF2-40B4-BE49-F238E27FC236}">
                  <a16:creationId xmlns:a16="http://schemas.microsoft.com/office/drawing/2014/main" id="{ECA7076E-9A39-38C5-2A85-E9B13E193DAF}"/>
                </a:ext>
              </a:extLst>
            </p:cNvPr>
            <p:cNvSpPr/>
            <p:nvPr/>
          </p:nvSpPr>
          <p:spPr>
            <a:xfrm>
              <a:off x="11900031" y="7514456"/>
              <a:ext cx="432000" cy="432000"/>
            </a:xfrm>
            <a:prstGeom prst="roundRect">
              <a:avLst/>
            </a:prstGeom>
            <a:solidFill>
              <a:srgbClr val="CC0000">
                <a:alpha val="50000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34385" tIns="67192" rIns="134385" bIns="67192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2646"/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950EEF49-77DE-B536-01FE-EBEE1ED4ECFA}"/>
                </a:ext>
              </a:extLst>
            </p:cNvPr>
            <p:cNvSpPr txBox="1"/>
            <p:nvPr/>
          </p:nvSpPr>
          <p:spPr>
            <a:xfrm>
              <a:off x="11818514" y="7904452"/>
              <a:ext cx="59503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浔阳</a:t>
              </a:r>
            </a:p>
          </p:txBody>
        </p:sp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CF95A43B-DA5B-88BC-3AF9-97BA9DED2130}"/>
              </a:ext>
            </a:extLst>
          </p:cNvPr>
          <p:cNvGrpSpPr/>
          <p:nvPr/>
        </p:nvGrpSpPr>
        <p:grpSpPr>
          <a:xfrm>
            <a:off x="9935942" y="6878149"/>
            <a:ext cx="989485" cy="582500"/>
            <a:chOff x="11342546" y="7514456"/>
            <a:chExt cx="989485" cy="582500"/>
          </a:xfrm>
        </p:grpSpPr>
        <p:sp>
          <p:nvSpPr>
            <p:cNvPr id="31" name="矩形: 圆角 30">
              <a:extLst>
                <a:ext uri="{FF2B5EF4-FFF2-40B4-BE49-F238E27FC236}">
                  <a16:creationId xmlns:a16="http://schemas.microsoft.com/office/drawing/2014/main" id="{AE1842B6-2760-3D08-9127-1E3FA6290201}"/>
                </a:ext>
              </a:extLst>
            </p:cNvPr>
            <p:cNvSpPr/>
            <p:nvPr/>
          </p:nvSpPr>
          <p:spPr>
            <a:xfrm>
              <a:off x="11900031" y="7514456"/>
              <a:ext cx="432000" cy="432000"/>
            </a:xfrm>
            <a:prstGeom prst="roundRect">
              <a:avLst/>
            </a:prstGeom>
            <a:solidFill>
              <a:srgbClr val="CC0000">
                <a:alpha val="50000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34385" tIns="67192" rIns="134385" bIns="67192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2646"/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A24E7ED0-9967-B624-1495-4F4F100F7744}"/>
                </a:ext>
              </a:extLst>
            </p:cNvPr>
            <p:cNvSpPr txBox="1"/>
            <p:nvPr/>
          </p:nvSpPr>
          <p:spPr>
            <a:xfrm>
              <a:off x="11342546" y="7758402"/>
              <a:ext cx="59503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寿春</a:t>
              </a:r>
            </a:p>
          </p:txBody>
        </p:sp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D33A78B7-EFCA-78AF-161B-457F2F42873D}"/>
              </a:ext>
            </a:extLst>
          </p:cNvPr>
          <p:cNvGrpSpPr/>
          <p:nvPr/>
        </p:nvGrpSpPr>
        <p:grpSpPr>
          <a:xfrm>
            <a:off x="11082802" y="5649535"/>
            <a:ext cx="595035" cy="728550"/>
            <a:chOff x="11818517" y="7514456"/>
            <a:chExt cx="595035" cy="728550"/>
          </a:xfrm>
        </p:grpSpPr>
        <p:sp>
          <p:nvSpPr>
            <p:cNvPr id="34" name="矩形: 圆角 33">
              <a:extLst>
                <a:ext uri="{FF2B5EF4-FFF2-40B4-BE49-F238E27FC236}">
                  <a16:creationId xmlns:a16="http://schemas.microsoft.com/office/drawing/2014/main" id="{29CC6BC2-9E32-66DB-A2A4-0E178B1B365E}"/>
                </a:ext>
              </a:extLst>
            </p:cNvPr>
            <p:cNvSpPr/>
            <p:nvPr/>
          </p:nvSpPr>
          <p:spPr>
            <a:xfrm>
              <a:off x="11900031" y="7514456"/>
              <a:ext cx="432000" cy="432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34385" tIns="67192" rIns="134385" bIns="67192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2646"/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15BFE1DC-D273-172B-0444-720F94C02550}"/>
                </a:ext>
              </a:extLst>
            </p:cNvPr>
            <p:cNvSpPr txBox="1"/>
            <p:nvPr/>
          </p:nvSpPr>
          <p:spPr>
            <a:xfrm>
              <a:off x="11818517" y="7904452"/>
              <a:ext cx="59503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彭城</a:t>
              </a:r>
            </a:p>
          </p:txBody>
        </p:sp>
      </p:grp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09E98C5C-5AD0-CDFC-FEE9-C24D9BAAAA44}"/>
              </a:ext>
            </a:extLst>
          </p:cNvPr>
          <p:cNvGrpSpPr/>
          <p:nvPr/>
        </p:nvGrpSpPr>
        <p:grpSpPr>
          <a:xfrm>
            <a:off x="7630798" y="8687421"/>
            <a:ext cx="595035" cy="728550"/>
            <a:chOff x="11818515" y="7514456"/>
            <a:chExt cx="595035" cy="728550"/>
          </a:xfrm>
        </p:grpSpPr>
        <p:sp>
          <p:nvSpPr>
            <p:cNvPr id="37" name="矩形: 圆角 36">
              <a:extLst>
                <a:ext uri="{FF2B5EF4-FFF2-40B4-BE49-F238E27FC236}">
                  <a16:creationId xmlns:a16="http://schemas.microsoft.com/office/drawing/2014/main" id="{C31064DC-D765-63C0-49C1-38A096073646}"/>
                </a:ext>
              </a:extLst>
            </p:cNvPr>
            <p:cNvSpPr/>
            <p:nvPr/>
          </p:nvSpPr>
          <p:spPr>
            <a:xfrm>
              <a:off x="11900031" y="7514456"/>
              <a:ext cx="432000" cy="432000"/>
            </a:xfrm>
            <a:prstGeom prst="roundRect">
              <a:avLst/>
            </a:prstGeom>
            <a:solidFill>
              <a:srgbClr val="CC0000">
                <a:alpha val="50000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34385" tIns="67192" rIns="134385" bIns="67192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2646"/>
            </a:p>
          </p:txBody>
        </p: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C1D550D2-BC2A-27F1-58DF-572295ABE975}"/>
                </a:ext>
              </a:extLst>
            </p:cNvPr>
            <p:cNvSpPr txBox="1"/>
            <p:nvPr/>
          </p:nvSpPr>
          <p:spPr>
            <a:xfrm>
              <a:off x="11818515" y="7904452"/>
              <a:ext cx="59503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南郡</a:t>
              </a:r>
            </a:p>
          </p:txBody>
        </p:sp>
      </p:grp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31DE67CF-249B-314F-2C1C-24B2E77F77F1}"/>
              </a:ext>
            </a:extLst>
          </p:cNvPr>
          <p:cNvGrpSpPr/>
          <p:nvPr/>
        </p:nvGrpSpPr>
        <p:grpSpPr>
          <a:xfrm>
            <a:off x="7198996" y="7502292"/>
            <a:ext cx="977066" cy="432000"/>
            <a:chOff x="11354965" y="7514456"/>
            <a:chExt cx="977066" cy="432000"/>
          </a:xfrm>
        </p:grpSpPr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0028ACB9-8E7C-BBD0-3676-695B046EFFE6}"/>
                </a:ext>
              </a:extLst>
            </p:cNvPr>
            <p:cNvSpPr txBox="1"/>
            <p:nvPr/>
          </p:nvSpPr>
          <p:spPr>
            <a:xfrm>
              <a:off x="11354965" y="7590127"/>
              <a:ext cx="59503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襄阳</a:t>
              </a:r>
            </a:p>
          </p:txBody>
        </p:sp>
        <p:sp>
          <p:nvSpPr>
            <p:cNvPr id="40" name="矩形: 圆角 39">
              <a:extLst>
                <a:ext uri="{FF2B5EF4-FFF2-40B4-BE49-F238E27FC236}">
                  <a16:creationId xmlns:a16="http://schemas.microsoft.com/office/drawing/2014/main" id="{239F6FB1-C0C2-5578-109C-9B54E8760DE9}"/>
                </a:ext>
              </a:extLst>
            </p:cNvPr>
            <p:cNvSpPr/>
            <p:nvPr/>
          </p:nvSpPr>
          <p:spPr>
            <a:xfrm>
              <a:off x="11900031" y="7514456"/>
              <a:ext cx="432000" cy="432000"/>
            </a:xfrm>
            <a:prstGeom prst="roundRect">
              <a:avLst/>
            </a:prstGeom>
            <a:solidFill>
              <a:srgbClr val="CC0000">
                <a:alpha val="50000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34385" tIns="67192" rIns="134385" bIns="67192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2646"/>
            </a:p>
          </p:txBody>
        </p:sp>
      </p:grpSp>
      <p:grpSp>
        <p:nvGrpSpPr>
          <p:cNvPr id="42" name="组合 41">
            <a:extLst>
              <a:ext uri="{FF2B5EF4-FFF2-40B4-BE49-F238E27FC236}">
                <a16:creationId xmlns:a16="http://schemas.microsoft.com/office/drawing/2014/main" id="{9284C8ED-65B4-7B4B-1DD6-117B520051A0}"/>
              </a:ext>
            </a:extLst>
          </p:cNvPr>
          <p:cNvGrpSpPr/>
          <p:nvPr/>
        </p:nvGrpSpPr>
        <p:grpSpPr>
          <a:xfrm>
            <a:off x="9005226" y="8480986"/>
            <a:ext cx="595035" cy="728550"/>
            <a:chOff x="11818515" y="7514456"/>
            <a:chExt cx="595035" cy="728550"/>
          </a:xfrm>
        </p:grpSpPr>
        <p:sp>
          <p:nvSpPr>
            <p:cNvPr id="43" name="矩形: 圆角 42">
              <a:extLst>
                <a:ext uri="{FF2B5EF4-FFF2-40B4-BE49-F238E27FC236}">
                  <a16:creationId xmlns:a16="http://schemas.microsoft.com/office/drawing/2014/main" id="{F0EB31D8-10C3-554E-33A4-1691BBD27E0F}"/>
                </a:ext>
              </a:extLst>
            </p:cNvPr>
            <p:cNvSpPr/>
            <p:nvPr/>
          </p:nvSpPr>
          <p:spPr>
            <a:xfrm>
              <a:off x="11900031" y="7514456"/>
              <a:ext cx="432000" cy="432000"/>
            </a:xfrm>
            <a:prstGeom prst="roundRect">
              <a:avLst/>
            </a:prstGeom>
            <a:solidFill>
              <a:srgbClr val="CC0000">
                <a:alpha val="50000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34385" tIns="67192" rIns="134385" bIns="67192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2646"/>
            </a:p>
          </p:txBody>
        </p: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AA164DA2-BF0A-7E6C-B1AB-3DAF129DDD69}"/>
                </a:ext>
              </a:extLst>
            </p:cNvPr>
            <p:cNvSpPr txBox="1"/>
            <p:nvPr/>
          </p:nvSpPr>
          <p:spPr>
            <a:xfrm>
              <a:off x="11818515" y="7904452"/>
              <a:ext cx="59503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武昌</a:t>
              </a:r>
            </a:p>
          </p:txBody>
        </p:sp>
      </p:grp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5ACC6A76-C47D-3580-DF06-FE69745ABE7B}"/>
              </a:ext>
            </a:extLst>
          </p:cNvPr>
          <p:cNvGrpSpPr/>
          <p:nvPr/>
        </p:nvGrpSpPr>
        <p:grpSpPr>
          <a:xfrm>
            <a:off x="4191324" y="9076194"/>
            <a:ext cx="595035" cy="728550"/>
            <a:chOff x="11818516" y="7514456"/>
            <a:chExt cx="595035" cy="728550"/>
          </a:xfrm>
        </p:grpSpPr>
        <p:sp>
          <p:nvSpPr>
            <p:cNvPr id="49" name="矩形: 圆角 48">
              <a:extLst>
                <a:ext uri="{FF2B5EF4-FFF2-40B4-BE49-F238E27FC236}">
                  <a16:creationId xmlns:a16="http://schemas.microsoft.com/office/drawing/2014/main" id="{452CB5A0-F3D2-D6E8-E950-6CEEF1943383}"/>
                </a:ext>
              </a:extLst>
            </p:cNvPr>
            <p:cNvSpPr/>
            <p:nvPr/>
          </p:nvSpPr>
          <p:spPr>
            <a:xfrm>
              <a:off x="11900031" y="7514456"/>
              <a:ext cx="432000" cy="432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34385" tIns="67192" rIns="134385" bIns="67192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2646" dirty="0"/>
            </a:p>
          </p:txBody>
        </p:sp>
        <p:sp>
          <p:nvSpPr>
            <p:cNvPr id="50" name="文本框 49">
              <a:extLst>
                <a:ext uri="{FF2B5EF4-FFF2-40B4-BE49-F238E27FC236}">
                  <a16:creationId xmlns:a16="http://schemas.microsoft.com/office/drawing/2014/main" id="{2A2FA7D9-2CE5-4328-0DBD-233B4AFF50D6}"/>
                </a:ext>
              </a:extLst>
            </p:cNvPr>
            <p:cNvSpPr txBox="1"/>
            <p:nvPr/>
          </p:nvSpPr>
          <p:spPr>
            <a:xfrm>
              <a:off x="11818516" y="7904452"/>
              <a:ext cx="59503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巴郡</a:t>
              </a:r>
            </a:p>
          </p:txBody>
        </p:sp>
      </p:grpSp>
      <p:grpSp>
        <p:nvGrpSpPr>
          <p:cNvPr id="51" name="组合 50">
            <a:extLst>
              <a:ext uri="{FF2B5EF4-FFF2-40B4-BE49-F238E27FC236}">
                <a16:creationId xmlns:a16="http://schemas.microsoft.com/office/drawing/2014/main" id="{56F5038F-AC4A-A02A-8720-16A7A2B87890}"/>
              </a:ext>
            </a:extLst>
          </p:cNvPr>
          <p:cNvGrpSpPr/>
          <p:nvPr/>
        </p:nvGrpSpPr>
        <p:grpSpPr>
          <a:xfrm>
            <a:off x="2688121" y="8387026"/>
            <a:ext cx="595035" cy="728550"/>
            <a:chOff x="11818518" y="7514456"/>
            <a:chExt cx="595035" cy="728550"/>
          </a:xfrm>
        </p:grpSpPr>
        <p:sp>
          <p:nvSpPr>
            <p:cNvPr id="52" name="矩形: 圆角 51">
              <a:extLst>
                <a:ext uri="{FF2B5EF4-FFF2-40B4-BE49-F238E27FC236}">
                  <a16:creationId xmlns:a16="http://schemas.microsoft.com/office/drawing/2014/main" id="{644324AF-DC44-4964-B922-EE8DA3C76965}"/>
                </a:ext>
              </a:extLst>
            </p:cNvPr>
            <p:cNvSpPr/>
            <p:nvPr/>
          </p:nvSpPr>
          <p:spPr>
            <a:xfrm>
              <a:off x="11900031" y="7514456"/>
              <a:ext cx="432000" cy="432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34385" tIns="67192" rIns="134385" bIns="67192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2646"/>
            </a:p>
          </p:txBody>
        </p:sp>
        <p:sp>
          <p:nvSpPr>
            <p:cNvPr id="53" name="文本框 52">
              <a:extLst>
                <a:ext uri="{FF2B5EF4-FFF2-40B4-BE49-F238E27FC236}">
                  <a16:creationId xmlns:a16="http://schemas.microsoft.com/office/drawing/2014/main" id="{51C196E5-BA0C-0E6A-C49F-50B57DF7621D}"/>
                </a:ext>
              </a:extLst>
            </p:cNvPr>
            <p:cNvSpPr txBox="1"/>
            <p:nvPr/>
          </p:nvSpPr>
          <p:spPr>
            <a:xfrm>
              <a:off x="11818518" y="7904452"/>
              <a:ext cx="59503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成都</a:t>
              </a:r>
            </a:p>
          </p:txBody>
        </p:sp>
      </p:grpSp>
      <p:grpSp>
        <p:nvGrpSpPr>
          <p:cNvPr id="54" name="组合 53">
            <a:extLst>
              <a:ext uri="{FF2B5EF4-FFF2-40B4-BE49-F238E27FC236}">
                <a16:creationId xmlns:a16="http://schemas.microsoft.com/office/drawing/2014/main" id="{4F4570DE-DB63-F8AD-2491-5CB0AB9318EC}"/>
              </a:ext>
            </a:extLst>
          </p:cNvPr>
          <p:cNvGrpSpPr/>
          <p:nvPr/>
        </p:nvGrpSpPr>
        <p:grpSpPr>
          <a:xfrm>
            <a:off x="4426075" y="6597508"/>
            <a:ext cx="595035" cy="728550"/>
            <a:chOff x="11818517" y="7514456"/>
            <a:chExt cx="595035" cy="728550"/>
          </a:xfrm>
        </p:grpSpPr>
        <p:sp>
          <p:nvSpPr>
            <p:cNvPr id="55" name="矩形: 圆角 54">
              <a:extLst>
                <a:ext uri="{FF2B5EF4-FFF2-40B4-BE49-F238E27FC236}">
                  <a16:creationId xmlns:a16="http://schemas.microsoft.com/office/drawing/2014/main" id="{C1B3722D-C51E-4A1D-F2EA-B0423E4079A8}"/>
                </a:ext>
              </a:extLst>
            </p:cNvPr>
            <p:cNvSpPr/>
            <p:nvPr/>
          </p:nvSpPr>
          <p:spPr>
            <a:xfrm>
              <a:off x="11900031" y="7514456"/>
              <a:ext cx="432000" cy="432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34385" tIns="67192" rIns="134385" bIns="67192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2646"/>
            </a:p>
          </p:txBody>
        </p:sp>
        <p:sp>
          <p:nvSpPr>
            <p:cNvPr id="56" name="文本框 55">
              <a:extLst>
                <a:ext uri="{FF2B5EF4-FFF2-40B4-BE49-F238E27FC236}">
                  <a16:creationId xmlns:a16="http://schemas.microsoft.com/office/drawing/2014/main" id="{00487BBA-1EA5-BA89-E3B1-014E8CAFBCCE}"/>
                </a:ext>
              </a:extLst>
            </p:cNvPr>
            <p:cNvSpPr txBox="1"/>
            <p:nvPr/>
          </p:nvSpPr>
          <p:spPr>
            <a:xfrm>
              <a:off x="11818517" y="7904452"/>
              <a:ext cx="59503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汉中</a:t>
              </a:r>
            </a:p>
          </p:txBody>
        </p:sp>
      </p:grpSp>
      <p:grpSp>
        <p:nvGrpSpPr>
          <p:cNvPr id="57" name="组合 56">
            <a:extLst>
              <a:ext uri="{FF2B5EF4-FFF2-40B4-BE49-F238E27FC236}">
                <a16:creationId xmlns:a16="http://schemas.microsoft.com/office/drawing/2014/main" id="{37833AC8-9081-4227-99EC-5C98ADEF0A47}"/>
              </a:ext>
            </a:extLst>
          </p:cNvPr>
          <p:cNvGrpSpPr/>
          <p:nvPr/>
        </p:nvGrpSpPr>
        <p:grpSpPr>
          <a:xfrm>
            <a:off x="6089454" y="8131644"/>
            <a:ext cx="595035" cy="728550"/>
            <a:chOff x="11818515" y="7514456"/>
            <a:chExt cx="595035" cy="728550"/>
          </a:xfrm>
        </p:grpSpPr>
        <p:sp>
          <p:nvSpPr>
            <p:cNvPr id="58" name="矩形: 圆角 57">
              <a:extLst>
                <a:ext uri="{FF2B5EF4-FFF2-40B4-BE49-F238E27FC236}">
                  <a16:creationId xmlns:a16="http://schemas.microsoft.com/office/drawing/2014/main" id="{FE7C3194-F229-FAC9-566E-C0AE186D0BF6}"/>
                </a:ext>
              </a:extLst>
            </p:cNvPr>
            <p:cNvSpPr/>
            <p:nvPr/>
          </p:nvSpPr>
          <p:spPr>
            <a:xfrm>
              <a:off x="11900031" y="7514456"/>
              <a:ext cx="432000" cy="432000"/>
            </a:xfrm>
            <a:prstGeom prst="roundRect">
              <a:avLst/>
            </a:prstGeom>
            <a:solidFill>
              <a:srgbClr val="CC0000">
                <a:alpha val="50000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34385" tIns="67192" rIns="134385" bIns="67192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2646"/>
            </a:p>
          </p:txBody>
        </p:sp>
        <p:sp>
          <p:nvSpPr>
            <p:cNvPr id="59" name="文本框 58">
              <a:extLst>
                <a:ext uri="{FF2B5EF4-FFF2-40B4-BE49-F238E27FC236}">
                  <a16:creationId xmlns:a16="http://schemas.microsoft.com/office/drawing/2014/main" id="{5CD940CB-35E6-24E5-AB12-9A4803D9ABD6}"/>
                </a:ext>
              </a:extLst>
            </p:cNvPr>
            <p:cNvSpPr txBox="1"/>
            <p:nvPr/>
          </p:nvSpPr>
          <p:spPr>
            <a:xfrm>
              <a:off x="11818515" y="7904452"/>
              <a:ext cx="59503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巴东</a:t>
              </a:r>
            </a:p>
          </p:txBody>
        </p:sp>
      </p:grpSp>
      <p:grpSp>
        <p:nvGrpSpPr>
          <p:cNvPr id="60" name="组合 59">
            <a:extLst>
              <a:ext uri="{FF2B5EF4-FFF2-40B4-BE49-F238E27FC236}">
                <a16:creationId xmlns:a16="http://schemas.microsoft.com/office/drawing/2014/main" id="{84C132D1-5569-6195-AF50-877F3338C636}"/>
              </a:ext>
            </a:extLst>
          </p:cNvPr>
          <p:cNvGrpSpPr/>
          <p:nvPr/>
        </p:nvGrpSpPr>
        <p:grpSpPr>
          <a:xfrm>
            <a:off x="11263940" y="4973147"/>
            <a:ext cx="964428" cy="530957"/>
            <a:chOff x="11367603" y="7514456"/>
            <a:chExt cx="964428" cy="530957"/>
          </a:xfrm>
        </p:grpSpPr>
        <p:sp>
          <p:nvSpPr>
            <p:cNvPr id="61" name="矩形: 圆角 60">
              <a:extLst>
                <a:ext uri="{FF2B5EF4-FFF2-40B4-BE49-F238E27FC236}">
                  <a16:creationId xmlns:a16="http://schemas.microsoft.com/office/drawing/2014/main" id="{F3BD9FA1-60E5-D076-A8DD-182626B1A74E}"/>
                </a:ext>
              </a:extLst>
            </p:cNvPr>
            <p:cNvSpPr/>
            <p:nvPr/>
          </p:nvSpPr>
          <p:spPr>
            <a:xfrm>
              <a:off x="11900031" y="7514456"/>
              <a:ext cx="432000" cy="432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34385" tIns="67192" rIns="134385" bIns="67192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2646"/>
            </a:p>
          </p:txBody>
        </p:sp>
        <p:sp>
          <p:nvSpPr>
            <p:cNvPr id="62" name="文本框 61">
              <a:extLst>
                <a:ext uri="{FF2B5EF4-FFF2-40B4-BE49-F238E27FC236}">
                  <a16:creationId xmlns:a16="http://schemas.microsoft.com/office/drawing/2014/main" id="{ABD968EA-B6DE-B89E-FEB1-A8B8361225D6}"/>
                </a:ext>
              </a:extLst>
            </p:cNvPr>
            <p:cNvSpPr txBox="1"/>
            <p:nvPr/>
          </p:nvSpPr>
          <p:spPr>
            <a:xfrm>
              <a:off x="11367603" y="7706859"/>
              <a:ext cx="59503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琅琊</a:t>
              </a:r>
            </a:p>
          </p:txBody>
        </p:sp>
      </p:grpSp>
      <p:grpSp>
        <p:nvGrpSpPr>
          <p:cNvPr id="63" name="组合 62">
            <a:extLst>
              <a:ext uri="{FF2B5EF4-FFF2-40B4-BE49-F238E27FC236}">
                <a16:creationId xmlns:a16="http://schemas.microsoft.com/office/drawing/2014/main" id="{9AAD85B7-949F-01B4-44F7-46F00C78140B}"/>
              </a:ext>
            </a:extLst>
          </p:cNvPr>
          <p:cNvGrpSpPr/>
          <p:nvPr/>
        </p:nvGrpSpPr>
        <p:grpSpPr>
          <a:xfrm>
            <a:off x="11898173" y="3996416"/>
            <a:ext cx="958622" cy="432000"/>
            <a:chOff x="11900031" y="7514456"/>
            <a:chExt cx="958622" cy="432000"/>
          </a:xfrm>
        </p:grpSpPr>
        <p:sp>
          <p:nvSpPr>
            <p:cNvPr id="64" name="矩形: 圆角 63">
              <a:extLst>
                <a:ext uri="{FF2B5EF4-FFF2-40B4-BE49-F238E27FC236}">
                  <a16:creationId xmlns:a16="http://schemas.microsoft.com/office/drawing/2014/main" id="{DD07B040-9D3A-A054-8A02-D8273EC87BB6}"/>
                </a:ext>
              </a:extLst>
            </p:cNvPr>
            <p:cNvSpPr/>
            <p:nvPr/>
          </p:nvSpPr>
          <p:spPr>
            <a:xfrm>
              <a:off x="11900031" y="7514456"/>
              <a:ext cx="432000" cy="432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34385" tIns="67192" rIns="134385" bIns="67192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2646"/>
            </a:p>
          </p:txBody>
        </p:sp>
        <p:sp>
          <p:nvSpPr>
            <p:cNvPr id="65" name="文本框 64">
              <a:extLst>
                <a:ext uri="{FF2B5EF4-FFF2-40B4-BE49-F238E27FC236}">
                  <a16:creationId xmlns:a16="http://schemas.microsoft.com/office/drawing/2014/main" id="{E11F1FB8-A81F-454C-22AE-085EE31DDD67}"/>
                </a:ext>
              </a:extLst>
            </p:cNvPr>
            <p:cNvSpPr txBox="1"/>
            <p:nvPr/>
          </p:nvSpPr>
          <p:spPr>
            <a:xfrm>
              <a:off x="12263618" y="7593632"/>
              <a:ext cx="59503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广固</a:t>
              </a:r>
            </a:p>
          </p:txBody>
        </p:sp>
      </p:grpSp>
      <p:grpSp>
        <p:nvGrpSpPr>
          <p:cNvPr id="66" name="组合 65">
            <a:extLst>
              <a:ext uri="{FF2B5EF4-FFF2-40B4-BE49-F238E27FC236}">
                <a16:creationId xmlns:a16="http://schemas.microsoft.com/office/drawing/2014/main" id="{ED7BB1CD-4587-8B34-8B05-6420D1140FBF}"/>
              </a:ext>
            </a:extLst>
          </p:cNvPr>
          <p:cNvGrpSpPr/>
          <p:nvPr/>
        </p:nvGrpSpPr>
        <p:grpSpPr>
          <a:xfrm>
            <a:off x="7170899" y="5444807"/>
            <a:ext cx="595035" cy="728550"/>
            <a:chOff x="11818517" y="7514456"/>
            <a:chExt cx="595035" cy="728550"/>
          </a:xfrm>
        </p:grpSpPr>
        <p:sp>
          <p:nvSpPr>
            <p:cNvPr id="67" name="矩形: 圆角 66">
              <a:extLst>
                <a:ext uri="{FF2B5EF4-FFF2-40B4-BE49-F238E27FC236}">
                  <a16:creationId xmlns:a16="http://schemas.microsoft.com/office/drawing/2014/main" id="{8391CFFF-F0D1-9F64-94B7-09C6DB13495C}"/>
                </a:ext>
              </a:extLst>
            </p:cNvPr>
            <p:cNvSpPr/>
            <p:nvPr/>
          </p:nvSpPr>
          <p:spPr>
            <a:xfrm>
              <a:off x="11900031" y="7514456"/>
              <a:ext cx="432000" cy="432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34385" tIns="67192" rIns="134385" bIns="67192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2646"/>
            </a:p>
          </p:txBody>
        </p:sp>
        <p:sp>
          <p:nvSpPr>
            <p:cNvPr id="68" name="文本框 67">
              <a:extLst>
                <a:ext uri="{FF2B5EF4-FFF2-40B4-BE49-F238E27FC236}">
                  <a16:creationId xmlns:a16="http://schemas.microsoft.com/office/drawing/2014/main" id="{12632CCC-87E8-26ED-C4AA-26CCE7E444F4}"/>
                </a:ext>
              </a:extLst>
            </p:cNvPr>
            <p:cNvSpPr txBox="1"/>
            <p:nvPr/>
          </p:nvSpPr>
          <p:spPr>
            <a:xfrm>
              <a:off x="11818517" y="7904452"/>
              <a:ext cx="59503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弘农</a:t>
              </a:r>
            </a:p>
          </p:txBody>
        </p:sp>
      </p:grpSp>
      <p:grpSp>
        <p:nvGrpSpPr>
          <p:cNvPr id="72" name="组合 71">
            <a:extLst>
              <a:ext uri="{FF2B5EF4-FFF2-40B4-BE49-F238E27FC236}">
                <a16:creationId xmlns:a16="http://schemas.microsoft.com/office/drawing/2014/main" id="{B400A4C6-B62D-6DBD-9B09-BF14410281DB}"/>
              </a:ext>
            </a:extLst>
          </p:cNvPr>
          <p:cNvGrpSpPr/>
          <p:nvPr/>
        </p:nvGrpSpPr>
        <p:grpSpPr>
          <a:xfrm>
            <a:off x="7622551" y="6449233"/>
            <a:ext cx="972177" cy="432000"/>
            <a:chOff x="11359854" y="7514456"/>
            <a:chExt cx="972177" cy="432000"/>
          </a:xfrm>
        </p:grpSpPr>
        <p:sp>
          <p:nvSpPr>
            <p:cNvPr id="73" name="矩形: 圆角 72">
              <a:extLst>
                <a:ext uri="{FF2B5EF4-FFF2-40B4-BE49-F238E27FC236}">
                  <a16:creationId xmlns:a16="http://schemas.microsoft.com/office/drawing/2014/main" id="{203A5406-00C9-29AE-E82D-F5B966434F3C}"/>
                </a:ext>
              </a:extLst>
            </p:cNvPr>
            <p:cNvSpPr/>
            <p:nvPr/>
          </p:nvSpPr>
          <p:spPr>
            <a:xfrm>
              <a:off x="11900031" y="7514456"/>
              <a:ext cx="432000" cy="432000"/>
            </a:xfrm>
            <a:prstGeom prst="roundRect">
              <a:avLst/>
            </a:prstGeom>
            <a:solidFill>
              <a:srgbClr val="CC0000">
                <a:alpha val="50000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34385" tIns="67192" rIns="134385" bIns="67192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2646"/>
            </a:p>
          </p:txBody>
        </p:sp>
        <p:sp>
          <p:nvSpPr>
            <p:cNvPr id="74" name="文本框 73">
              <a:extLst>
                <a:ext uri="{FF2B5EF4-FFF2-40B4-BE49-F238E27FC236}">
                  <a16:creationId xmlns:a16="http://schemas.microsoft.com/office/drawing/2014/main" id="{C4361791-1FBE-4C02-F455-3BC233BD021F}"/>
                </a:ext>
              </a:extLst>
            </p:cNvPr>
            <p:cNvSpPr txBox="1"/>
            <p:nvPr/>
          </p:nvSpPr>
          <p:spPr>
            <a:xfrm>
              <a:off x="11359854" y="7589879"/>
              <a:ext cx="59503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宛城</a:t>
              </a:r>
            </a:p>
          </p:txBody>
        </p:sp>
      </p:grpSp>
      <p:grpSp>
        <p:nvGrpSpPr>
          <p:cNvPr id="75" name="组合 74">
            <a:extLst>
              <a:ext uri="{FF2B5EF4-FFF2-40B4-BE49-F238E27FC236}">
                <a16:creationId xmlns:a16="http://schemas.microsoft.com/office/drawing/2014/main" id="{A9E7CFE1-964C-C3A4-96B8-C8C869C4C156}"/>
              </a:ext>
            </a:extLst>
          </p:cNvPr>
          <p:cNvGrpSpPr/>
          <p:nvPr/>
        </p:nvGrpSpPr>
        <p:grpSpPr>
          <a:xfrm>
            <a:off x="7790726" y="5564485"/>
            <a:ext cx="724382" cy="740918"/>
            <a:chOff x="11607649" y="7514456"/>
            <a:chExt cx="724382" cy="740918"/>
          </a:xfrm>
        </p:grpSpPr>
        <p:sp>
          <p:nvSpPr>
            <p:cNvPr id="76" name="矩形: 圆角 75">
              <a:extLst>
                <a:ext uri="{FF2B5EF4-FFF2-40B4-BE49-F238E27FC236}">
                  <a16:creationId xmlns:a16="http://schemas.microsoft.com/office/drawing/2014/main" id="{981EF9DC-7B69-EDC2-E5DF-F04AFF4F4766}"/>
                </a:ext>
              </a:extLst>
            </p:cNvPr>
            <p:cNvSpPr/>
            <p:nvPr/>
          </p:nvSpPr>
          <p:spPr>
            <a:xfrm>
              <a:off x="11900031" y="7514456"/>
              <a:ext cx="432000" cy="432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34385" tIns="67192" rIns="134385" bIns="67192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2646"/>
            </a:p>
          </p:txBody>
        </p:sp>
        <p:sp>
          <p:nvSpPr>
            <p:cNvPr id="77" name="文本框 76">
              <a:extLst>
                <a:ext uri="{FF2B5EF4-FFF2-40B4-BE49-F238E27FC236}">
                  <a16:creationId xmlns:a16="http://schemas.microsoft.com/office/drawing/2014/main" id="{EA65D4E5-A479-6215-AD70-D97B1896B40A}"/>
                </a:ext>
              </a:extLst>
            </p:cNvPr>
            <p:cNvSpPr txBox="1"/>
            <p:nvPr/>
          </p:nvSpPr>
          <p:spPr>
            <a:xfrm>
              <a:off x="11607649" y="7916820"/>
              <a:ext cx="59503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洛阳</a:t>
              </a:r>
            </a:p>
          </p:txBody>
        </p:sp>
      </p:grpSp>
      <p:grpSp>
        <p:nvGrpSpPr>
          <p:cNvPr id="78" name="组合 77">
            <a:extLst>
              <a:ext uri="{FF2B5EF4-FFF2-40B4-BE49-F238E27FC236}">
                <a16:creationId xmlns:a16="http://schemas.microsoft.com/office/drawing/2014/main" id="{27046A1A-349D-B260-C909-F8FB55535C09}"/>
              </a:ext>
            </a:extLst>
          </p:cNvPr>
          <p:cNvGrpSpPr/>
          <p:nvPr/>
        </p:nvGrpSpPr>
        <p:grpSpPr>
          <a:xfrm>
            <a:off x="5686014" y="5915681"/>
            <a:ext cx="595035" cy="728550"/>
            <a:chOff x="11818519" y="7514456"/>
            <a:chExt cx="595035" cy="728550"/>
          </a:xfrm>
        </p:grpSpPr>
        <p:sp>
          <p:nvSpPr>
            <p:cNvPr id="79" name="矩形: 圆角 78">
              <a:extLst>
                <a:ext uri="{FF2B5EF4-FFF2-40B4-BE49-F238E27FC236}">
                  <a16:creationId xmlns:a16="http://schemas.microsoft.com/office/drawing/2014/main" id="{167D012E-FDD4-9AA2-B360-9DE960A3A471}"/>
                </a:ext>
              </a:extLst>
            </p:cNvPr>
            <p:cNvSpPr/>
            <p:nvPr/>
          </p:nvSpPr>
          <p:spPr>
            <a:xfrm>
              <a:off x="11900031" y="7514456"/>
              <a:ext cx="432000" cy="432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34385" tIns="67192" rIns="134385" bIns="67192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2646"/>
            </a:p>
          </p:txBody>
        </p:sp>
        <p:sp>
          <p:nvSpPr>
            <p:cNvPr id="80" name="文本框 79">
              <a:extLst>
                <a:ext uri="{FF2B5EF4-FFF2-40B4-BE49-F238E27FC236}">
                  <a16:creationId xmlns:a16="http://schemas.microsoft.com/office/drawing/2014/main" id="{1AF8035E-32D2-986C-DEC1-EB623510FD69}"/>
                </a:ext>
              </a:extLst>
            </p:cNvPr>
            <p:cNvSpPr txBox="1"/>
            <p:nvPr/>
          </p:nvSpPr>
          <p:spPr>
            <a:xfrm>
              <a:off x="11818519" y="7904452"/>
              <a:ext cx="59503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长安</a:t>
              </a:r>
            </a:p>
          </p:txBody>
        </p:sp>
      </p:grpSp>
      <p:grpSp>
        <p:nvGrpSpPr>
          <p:cNvPr id="81" name="组合 80">
            <a:extLst>
              <a:ext uri="{FF2B5EF4-FFF2-40B4-BE49-F238E27FC236}">
                <a16:creationId xmlns:a16="http://schemas.microsoft.com/office/drawing/2014/main" id="{DE38BF08-2634-55B6-26C0-964324C0ED30}"/>
              </a:ext>
            </a:extLst>
          </p:cNvPr>
          <p:cNvGrpSpPr/>
          <p:nvPr/>
        </p:nvGrpSpPr>
        <p:grpSpPr>
          <a:xfrm>
            <a:off x="2967003" y="5593410"/>
            <a:ext cx="829665" cy="774469"/>
            <a:chOff x="11502366" y="7514456"/>
            <a:chExt cx="829665" cy="774469"/>
          </a:xfrm>
        </p:grpSpPr>
        <p:sp>
          <p:nvSpPr>
            <p:cNvPr id="82" name="矩形: 圆角 81">
              <a:extLst>
                <a:ext uri="{FF2B5EF4-FFF2-40B4-BE49-F238E27FC236}">
                  <a16:creationId xmlns:a16="http://schemas.microsoft.com/office/drawing/2014/main" id="{78E592DB-5B52-4EC9-9011-13E3CAC683B4}"/>
                </a:ext>
              </a:extLst>
            </p:cNvPr>
            <p:cNvSpPr/>
            <p:nvPr/>
          </p:nvSpPr>
          <p:spPr>
            <a:xfrm>
              <a:off x="11900031" y="7514456"/>
              <a:ext cx="432000" cy="432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34385" tIns="67192" rIns="134385" bIns="67192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2646"/>
            </a:p>
          </p:txBody>
        </p:sp>
        <p:sp>
          <p:nvSpPr>
            <p:cNvPr id="83" name="文本框 82">
              <a:extLst>
                <a:ext uri="{FF2B5EF4-FFF2-40B4-BE49-F238E27FC236}">
                  <a16:creationId xmlns:a16="http://schemas.microsoft.com/office/drawing/2014/main" id="{356D7CA0-EB48-5FE9-BF59-08B2C1C9B781}"/>
                </a:ext>
              </a:extLst>
            </p:cNvPr>
            <p:cNvSpPr txBox="1"/>
            <p:nvPr/>
          </p:nvSpPr>
          <p:spPr>
            <a:xfrm>
              <a:off x="11502366" y="7950371"/>
              <a:ext cx="59503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天水</a:t>
              </a:r>
            </a:p>
          </p:txBody>
        </p:sp>
      </p:grpSp>
      <p:grpSp>
        <p:nvGrpSpPr>
          <p:cNvPr id="84" name="组合 83">
            <a:extLst>
              <a:ext uri="{FF2B5EF4-FFF2-40B4-BE49-F238E27FC236}">
                <a16:creationId xmlns:a16="http://schemas.microsoft.com/office/drawing/2014/main" id="{E88D6E37-5DDE-85DE-3AC0-B89C3517D861}"/>
              </a:ext>
            </a:extLst>
          </p:cNvPr>
          <p:cNvGrpSpPr/>
          <p:nvPr/>
        </p:nvGrpSpPr>
        <p:grpSpPr>
          <a:xfrm>
            <a:off x="4720547" y="5040872"/>
            <a:ext cx="595035" cy="728550"/>
            <a:chOff x="11818520" y="7514456"/>
            <a:chExt cx="595035" cy="728550"/>
          </a:xfrm>
        </p:grpSpPr>
        <p:sp>
          <p:nvSpPr>
            <p:cNvPr id="85" name="矩形: 圆角 84">
              <a:extLst>
                <a:ext uri="{FF2B5EF4-FFF2-40B4-BE49-F238E27FC236}">
                  <a16:creationId xmlns:a16="http://schemas.microsoft.com/office/drawing/2014/main" id="{C50A75BA-466F-3C93-6EA2-633305C65F62}"/>
                </a:ext>
              </a:extLst>
            </p:cNvPr>
            <p:cNvSpPr/>
            <p:nvPr/>
          </p:nvSpPr>
          <p:spPr>
            <a:xfrm>
              <a:off x="11900031" y="7514456"/>
              <a:ext cx="432000" cy="432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34385" tIns="67192" rIns="134385" bIns="67192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2646"/>
            </a:p>
          </p:txBody>
        </p:sp>
        <p:sp>
          <p:nvSpPr>
            <p:cNvPr id="86" name="文本框 85">
              <a:extLst>
                <a:ext uri="{FF2B5EF4-FFF2-40B4-BE49-F238E27FC236}">
                  <a16:creationId xmlns:a16="http://schemas.microsoft.com/office/drawing/2014/main" id="{120DAC16-5629-3A92-AB8F-A568E6338D22}"/>
                </a:ext>
              </a:extLst>
            </p:cNvPr>
            <p:cNvSpPr txBox="1"/>
            <p:nvPr/>
          </p:nvSpPr>
          <p:spPr>
            <a:xfrm>
              <a:off x="11818520" y="7904452"/>
              <a:ext cx="59503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安定</a:t>
              </a:r>
            </a:p>
          </p:txBody>
        </p:sp>
      </p:grpSp>
      <p:grpSp>
        <p:nvGrpSpPr>
          <p:cNvPr id="87" name="组合 86">
            <a:extLst>
              <a:ext uri="{FF2B5EF4-FFF2-40B4-BE49-F238E27FC236}">
                <a16:creationId xmlns:a16="http://schemas.microsoft.com/office/drawing/2014/main" id="{25112716-263E-F5B3-863E-74DD4061345D}"/>
              </a:ext>
            </a:extLst>
          </p:cNvPr>
          <p:cNvGrpSpPr/>
          <p:nvPr/>
        </p:nvGrpSpPr>
        <p:grpSpPr>
          <a:xfrm>
            <a:off x="2390603" y="4575147"/>
            <a:ext cx="595035" cy="728550"/>
            <a:chOff x="11818521" y="7514456"/>
            <a:chExt cx="595035" cy="728550"/>
          </a:xfrm>
        </p:grpSpPr>
        <p:sp>
          <p:nvSpPr>
            <p:cNvPr id="88" name="矩形: 圆角 87">
              <a:extLst>
                <a:ext uri="{FF2B5EF4-FFF2-40B4-BE49-F238E27FC236}">
                  <a16:creationId xmlns:a16="http://schemas.microsoft.com/office/drawing/2014/main" id="{0ECD9596-04A3-DBAC-B227-19D2DDB0C7FD}"/>
                </a:ext>
              </a:extLst>
            </p:cNvPr>
            <p:cNvSpPr/>
            <p:nvPr/>
          </p:nvSpPr>
          <p:spPr>
            <a:xfrm>
              <a:off x="11900031" y="7514456"/>
              <a:ext cx="432000" cy="432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34385" tIns="67192" rIns="134385" bIns="67192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2646"/>
            </a:p>
          </p:txBody>
        </p:sp>
        <p:sp>
          <p:nvSpPr>
            <p:cNvPr id="89" name="文本框 88">
              <a:extLst>
                <a:ext uri="{FF2B5EF4-FFF2-40B4-BE49-F238E27FC236}">
                  <a16:creationId xmlns:a16="http://schemas.microsoft.com/office/drawing/2014/main" id="{B53E7F76-E71C-61EE-AD97-61856469B236}"/>
                </a:ext>
              </a:extLst>
            </p:cNvPr>
            <p:cNvSpPr txBox="1"/>
            <p:nvPr/>
          </p:nvSpPr>
          <p:spPr>
            <a:xfrm>
              <a:off x="11818521" y="7904452"/>
              <a:ext cx="59503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金城</a:t>
              </a:r>
            </a:p>
          </p:txBody>
        </p:sp>
      </p:grpSp>
      <p:grpSp>
        <p:nvGrpSpPr>
          <p:cNvPr id="96" name="组合 95">
            <a:extLst>
              <a:ext uri="{FF2B5EF4-FFF2-40B4-BE49-F238E27FC236}">
                <a16:creationId xmlns:a16="http://schemas.microsoft.com/office/drawing/2014/main" id="{AD918EAC-0F23-AEBD-A58E-EB612BC94A6A}"/>
              </a:ext>
            </a:extLst>
          </p:cNvPr>
          <p:cNvGrpSpPr/>
          <p:nvPr/>
        </p:nvGrpSpPr>
        <p:grpSpPr>
          <a:xfrm>
            <a:off x="7431365" y="3029046"/>
            <a:ext cx="1002221" cy="516264"/>
            <a:chOff x="11329810" y="7430192"/>
            <a:chExt cx="1002221" cy="516264"/>
          </a:xfrm>
        </p:grpSpPr>
        <p:sp>
          <p:nvSpPr>
            <p:cNvPr id="97" name="矩形: 圆角 96">
              <a:extLst>
                <a:ext uri="{FF2B5EF4-FFF2-40B4-BE49-F238E27FC236}">
                  <a16:creationId xmlns:a16="http://schemas.microsoft.com/office/drawing/2014/main" id="{00DBCDB7-28C1-7A8D-83AE-990BD7A2C3D0}"/>
                </a:ext>
              </a:extLst>
            </p:cNvPr>
            <p:cNvSpPr/>
            <p:nvPr/>
          </p:nvSpPr>
          <p:spPr>
            <a:xfrm>
              <a:off x="11900031" y="7514456"/>
              <a:ext cx="432000" cy="432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34385" tIns="67192" rIns="134385" bIns="67192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2646"/>
            </a:p>
          </p:txBody>
        </p:sp>
        <p:sp>
          <p:nvSpPr>
            <p:cNvPr id="98" name="文本框 97">
              <a:extLst>
                <a:ext uri="{FF2B5EF4-FFF2-40B4-BE49-F238E27FC236}">
                  <a16:creationId xmlns:a16="http://schemas.microsoft.com/office/drawing/2014/main" id="{ABF0842C-A6BE-B071-E2CF-CF794E045FDA}"/>
                </a:ext>
              </a:extLst>
            </p:cNvPr>
            <p:cNvSpPr txBox="1"/>
            <p:nvPr/>
          </p:nvSpPr>
          <p:spPr>
            <a:xfrm>
              <a:off x="11329810" y="7430192"/>
              <a:ext cx="59503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太原</a:t>
              </a:r>
            </a:p>
          </p:txBody>
        </p:sp>
      </p:grpSp>
      <p:grpSp>
        <p:nvGrpSpPr>
          <p:cNvPr id="99" name="组合 98">
            <a:extLst>
              <a:ext uri="{FF2B5EF4-FFF2-40B4-BE49-F238E27FC236}">
                <a16:creationId xmlns:a16="http://schemas.microsoft.com/office/drawing/2014/main" id="{1FE22D5E-8EA7-09FA-0881-50AFA38F9B2F}"/>
              </a:ext>
            </a:extLst>
          </p:cNvPr>
          <p:cNvGrpSpPr/>
          <p:nvPr/>
        </p:nvGrpSpPr>
        <p:grpSpPr>
          <a:xfrm>
            <a:off x="8323215" y="4011137"/>
            <a:ext cx="770631" cy="725499"/>
            <a:chOff x="11900031" y="7514456"/>
            <a:chExt cx="770631" cy="725499"/>
          </a:xfrm>
        </p:grpSpPr>
        <p:sp>
          <p:nvSpPr>
            <p:cNvPr id="100" name="矩形: 圆角 99">
              <a:extLst>
                <a:ext uri="{FF2B5EF4-FFF2-40B4-BE49-F238E27FC236}">
                  <a16:creationId xmlns:a16="http://schemas.microsoft.com/office/drawing/2014/main" id="{3A951F0B-1458-B090-5281-716F60993973}"/>
                </a:ext>
              </a:extLst>
            </p:cNvPr>
            <p:cNvSpPr/>
            <p:nvPr/>
          </p:nvSpPr>
          <p:spPr>
            <a:xfrm>
              <a:off x="11900031" y="7514456"/>
              <a:ext cx="432000" cy="432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34385" tIns="67192" rIns="134385" bIns="67192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2646"/>
            </a:p>
          </p:txBody>
        </p:sp>
        <p:sp>
          <p:nvSpPr>
            <p:cNvPr id="101" name="文本框 100">
              <a:extLst>
                <a:ext uri="{FF2B5EF4-FFF2-40B4-BE49-F238E27FC236}">
                  <a16:creationId xmlns:a16="http://schemas.microsoft.com/office/drawing/2014/main" id="{B9169C3A-0664-3C02-6812-0FE674976039}"/>
                </a:ext>
              </a:extLst>
            </p:cNvPr>
            <p:cNvSpPr txBox="1"/>
            <p:nvPr/>
          </p:nvSpPr>
          <p:spPr>
            <a:xfrm>
              <a:off x="12075627" y="7901401"/>
              <a:ext cx="59503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上党</a:t>
              </a:r>
            </a:p>
          </p:txBody>
        </p:sp>
      </p:grpSp>
      <p:grpSp>
        <p:nvGrpSpPr>
          <p:cNvPr id="102" name="组合 101">
            <a:extLst>
              <a:ext uri="{FF2B5EF4-FFF2-40B4-BE49-F238E27FC236}">
                <a16:creationId xmlns:a16="http://schemas.microsoft.com/office/drawing/2014/main" id="{DB225F5F-7C60-D8FE-7FB1-D4B611E8A612}"/>
              </a:ext>
            </a:extLst>
          </p:cNvPr>
          <p:cNvGrpSpPr/>
          <p:nvPr/>
        </p:nvGrpSpPr>
        <p:grpSpPr>
          <a:xfrm>
            <a:off x="6683480" y="4422460"/>
            <a:ext cx="1008049" cy="488795"/>
            <a:chOff x="11323982" y="7457661"/>
            <a:chExt cx="1008049" cy="488795"/>
          </a:xfrm>
        </p:grpSpPr>
        <p:sp>
          <p:nvSpPr>
            <p:cNvPr id="103" name="矩形: 圆角 102">
              <a:extLst>
                <a:ext uri="{FF2B5EF4-FFF2-40B4-BE49-F238E27FC236}">
                  <a16:creationId xmlns:a16="http://schemas.microsoft.com/office/drawing/2014/main" id="{17235B16-2A22-2D92-F356-E4A9342E2259}"/>
                </a:ext>
              </a:extLst>
            </p:cNvPr>
            <p:cNvSpPr/>
            <p:nvPr/>
          </p:nvSpPr>
          <p:spPr>
            <a:xfrm>
              <a:off x="11900031" y="7514456"/>
              <a:ext cx="432000" cy="432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34385" tIns="67192" rIns="134385" bIns="67192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2646"/>
            </a:p>
          </p:txBody>
        </p:sp>
        <p:sp>
          <p:nvSpPr>
            <p:cNvPr id="104" name="文本框 103">
              <a:extLst>
                <a:ext uri="{FF2B5EF4-FFF2-40B4-BE49-F238E27FC236}">
                  <a16:creationId xmlns:a16="http://schemas.microsoft.com/office/drawing/2014/main" id="{18F411F5-F07A-F52B-1F85-F3CAC576B697}"/>
                </a:ext>
              </a:extLst>
            </p:cNvPr>
            <p:cNvSpPr txBox="1"/>
            <p:nvPr/>
          </p:nvSpPr>
          <p:spPr>
            <a:xfrm>
              <a:off x="11323982" y="7457661"/>
              <a:ext cx="59503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平阳</a:t>
              </a:r>
            </a:p>
          </p:txBody>
        </p:sp>
      </p:grpSp>
      <p:grpSp>
        <p:nvGrpSpPr>
          <p:cNvPr id="105" name="组合 104">
            <a:extLst>
              <a:ext uri="{FF2B5EF4-FFF2-40B4-BE49-F238E27FC236}">
                <a16:creationId xmlns:a16="http://schemas.microsoft.com/office/drawing/2014/main" id="{E23C140A-FBA8-F035-6D22-2E6B0BFB5B62}"/>
              </a:ext>
            </a:extLst>
          </p:cNvPr>
          <p:cNvGrpSpPr/>
          <p:nvPr/>
        </p:nvGrpSpPr>
        <p:grpSpPr>
          <a:xfrm>
            <a:off x="6655754" y="6366962"/>
            <a:ext cx="595035" cy="728550"/>
            <a:chOff x="11818520" y="7514456"/>
            <a:chExt cx="595035" cy="728550"/>
          </a:xfrm>
        </p:grpSpPr>
        <p:sp>
          <p:nvSpPr>
            <p:cNvPr id="106" name="矩形: 圆角 105">
              <a:extLst>
                <a:ext uri="{FF2B5EF4-FFF2-40B4-BE49-F238E27FC236}">
                  <a16:creationId xmlns:a16="http://schemas.microsoft.com/office/drawing/2014/main" id="{4EEB6A02-6C27-091D-7415-F5E18B046254}"/>
                </a:ext>
              </a:extLst>
            </p:cNvPr>
            <p:cNvSpPr/>
            <p:nvPr/>
          </p:nvSpPr>
          <p:spPr>
            <a:xfrm>
              <a:off x="11900031" y="7514456"/>
              <a:ext cx="432000" cy="432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34385" tIns="67192" rIns="134385" bIns="67192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2646"/>
            </a:p>
          </p:txBody>
        </p:sp>
        <p:sp>
          <p:nvSpPr>
            <p:cNvPr id="107" name="文本框 106">
              <a:extLst>
                <a:ext uri="{FF2B5EF4-FFF2-40B4-BE49-F238E27FC236}">
                  <a16:creationId xmlns:a16="http://schemas.microsoft.com/office/drawing/2014/main" id="{ABEFDEC3-F638-F9E0-FF06-322D20C46B01}"/>
                </a:ext>
              </a:extLst>
            </p:cNvPr>
            <p:cNvSpPr txBox="1"/>
            <p:nvPr/>
          </p:nvSpPr>
          <p:spPr>
            <a:xfrm>
              <a:off x="11818520" y="7904452"/>
              <a:ext cx="59503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上洛</a:t>
              </a:r>
            </a:p>
          </p:txBody>
        </p:sp>
      </p:grpSp>
      <p:grpSp>
        <p:nvGrpSpPr>
          <p:cNvPr id="108" name="组合 107">
            <a:extLst>
              <a:ext uri="{FF2B5EF4-FFF2-40B4-BE49-F238E27FC236}">
                <a16:creationId xmlns:a16="http://schemas.microsoft.com/office/drawing/2014/main" id="{9F5706B4-7FFF-ECE6-F206-46887EB13079}"/>
              </a:ext>
            </a:extLst>
          </p:cNvPr>
          <p:cNvGrpSpPr/>
          <p:nvPr/>
        </p:nvGrpSpPr>
        <p:grpSpPr>
          <a:xfrm>
            <a:off x="9079527" y="5457562"/>
            <a:ext cx="595035" cy="728550"/>
            <a:chOff x="11818519" y="7514456"/>
            <a:chExt cx="595035" cy="728550"/>
          </a:xfrm>
        </p:grpSpPr>
        <p:sp>
          <p:nvSpPr>
            <p:cNvPr id="109" name="矩形: 圆角 108">
              <a:extLst>
                <a:ext uri="{FF2B5EF4-FFF2-40B4-BE49-F238E27FC236}">
                  <a16:creationId xmlns:a16="http://schemas.microsoft.com/office/drawing/2014/main" id="{A33907F1-8D32-B68B-A8F9-88D8F16BDB0E}"/>
                </a:ext>
              </a:extLst>
            </p:cNvPr>
            <p:cNvSpPr/>
            <p:nvPr/>
          </p:nvSpPr>
          <p:spPr>
            <a:xfrm>
              <a:off x="11900031" y="7514456"/>
              <a:ext cx="432000" cy="432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34385" tIns="67192" rIns="134385" bIns="67192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2646"/>
            </a:p>
          </p:txBody>
        </p:sp>
        <p:sp>
          <p:nvSpPr>
            <p:cNvPr id="110" name="文本框 109">
              <a:extLst>
                <a:ext uri="{FF2B5EF4-FFF2-40B4-BE49-F238E27FC236}">
                  <a16:creationId xmlns:a16="http://schemas.microsoft.com/office/drawing/2014/main" id="{3527F74A-B7C6-A77C-2494-DECF93D0C47E}"/>
                </a:ext>
              </a:extLst>
            </p:cNvPr>
            <p:cNvSpPr txBox="1"/>
            <p:nvPr/>
          </p:nvSpPr>
          <p:spPr>
            <a:xfrm>
              <a:off x="11818519" y="7904452"/>
              <a:ext cx="59503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雍丘</a:t>
              </a:r>
            </a:p>
          </p:txBody>
        </p:sp>
      </p:grpSp>
      <p:grpSp>
        <p:nvGrpSpPr>
          <p:cNvPr id="111" name="组合 110">
            <a:extLst>
              <a:ext uri="{FF2B5EF4-FFF2-40B4-BE49-F238E27FC236}">
                <a16:creationId xmlns:a16="http://schemas.microsoft.com/office/drawing/2014/main" id="{C8401CB6-BA9B-3E12-46DB-690153228522}"/>
              </a:ext>
            </a:extLst>
          </p:cNvPr>
          <p:cNvGrpSpPr/>
          <p:nvPr/>
        </p:nvGrpSpPr>
        <p:grpSpPr>
          <a:xfrm>
            <a:off x="11205847" y="3571110"/>
            <a:ext cx="721969" cy="723031"/>
            <a:chOff x="11900031" y="7223425"/>
            <a:chExt cx="721969" cy="723031"/>
          </a:xfrm>
        </p:grpSpPr>
        <p:sp>
          <p:nvSpPr>
            <p:cNvPr id="112" name="矩形: 圆角 111">
              <a:extLst>
                <a:ext uri="{FF2B5EF4-FFF2-40B4-BE49-F238E27FC236}">
                  <a16:creationId xmlns:a16="http://schemas.microsoft.com/office/drawing/2014/main" id="{16AFC72A-BC94-2AC9-1A5C-7885A8356374}"/>
                </a:ext>
              </a:extLst>
            </p:cNvPr>
            <p:cNvSpPr/>
            <p:nvPr/>
          </p:nvSpPr>
          <p:spPr>
            <a:xfrm>
              <a:off x="11900031" y="7514456"/>
              <a:ext cx="432000" cy="432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34385" tIns="67192" rIns="134385" bIns="67192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2646"/>
            </a:p>
          </p:txBody>
        </p:sp>
        <p:sp>
          <p:nvSpPr>
            <p:cNvPr id="113" name="文本框 112">
              <a:extLst>
                <a:ext uri="{FF2B5EF4-FFF2-40B4-BE49-F238E27FC236}">
                  <a16:creationId xmlns:a16="http://schemas.microsoft.com/office/drawing/2014/main" id="{BF235E55-584B-905F-0D7B-EF212FD1BBD9}"/>
                </a:ext>
              </a:extLst>
            </p:cNvPr>
            <p:cNvSpPr txBox="1"/>
            <p:nvPr/>
          </p:nvSpPr>
          <p:spPr>
            <a:xfrm>
              <a:off x="12026965" y="7223425"/>
              <a:ext cx="59503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济南</a:t>
              </a:r>
            </a:p>
          </p:txBody>
        </p:sp>
      </p:grpSp>
      <p:grpSp>
        <p:nvGrpSpPr>
          <p:cNvPr id="114" name="组合 113">
            <a:extLst>
              <a:ext uri="{FF2B5EF4-FFF2-40B4-BE49-F238E27FC236}">
                <a16:creationId xmlns:a16="http://schemas.microsoft.com/office/drawing/2014/main" id="{2B4F8CA7-07B5-8541-851A-CBA82AD0EE9B}"/>
              </a:ext>
            </a:extLst>
          </p:cNvPr>
          <p:cNvGrpSpPr/>
          <p:nvPr/>
        </p:nvGrpSpPr>
        <p:grpSpPr>
          <a:xfrm>
            <a:off x="9254895" y="4182082"/>
            <a:ext cx="635667" cy="772124"/>
            <a:chOff x="11696364" y="7514456"/>
            <a:chExt cx="635667" cy="772124"/>
          </a:xfrm>
        </p:grpSpPr>
        <p:sp>
          <p:nvSpPr>
            <p:cNvPr id="115" name="矩形: 圆角 114">
              <a:extLst>
                <a:ext uri="{FF2B5EF4-FFF2-40B4-BE49-F238E27FC236}">
                  <a16:creationId xmlns:a16="http://schemas.microsoft.com/office/drawing/2014/main" id="{45CD6E59-D064-F553-0F7C-960FA3A4FFB0}"/>
                </a:ext>
              </a:extLst>
            </p:cNvPr>
            <p:cNvSpPr/>
            <p:nvPr/>
          </p:nvSpPr>
          <p:spPr>
            <a:xfrm>
              <a:off x="11900031" y="7514456"/>
              <a:ext cx="432000" cy="432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34385" tIns="67192" rIns="134385" bIns="67192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2646"/>
            </a:p>
          </p:txBody>
        </p:sp>
        <p:sp>
          <p:nvSpPr>
            <p:cNvPr id="116" name="文本框 115">
              <a:extLst>
                <a:ext uri="{FF2B5EF4-FFF2-40B4-BE49-F238E27FC236}">
                  <a16:creationId xmlns:a16="http://schemas.microsoft.com/office/drawing/2014/main" id="{6E7AB410-118C-D4D8-A8D4-B90FE6E1F73D}"/>
                </a:ext>
              </a:extLst>
            </p:cNvPr>
            <p:cNvSpPr txBox="1"/>
            <p:nvPr/>
          </p:nvSpPr>
          <p:spPr>
            <a:xfrm>
              <a:off x="11696364" y="7948026"/>
              <a:ext cx="38985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邺</a:t>
              </a:r>
            </a:p>
          </p:txBody>
        </p:sp>
      </p:grpSp>
      <p:grpSp>
        <p:nvGrpSpPr>
          <p:cNvPr id="120" name="组合 119">
            <a:extLst>
              <a:ext uri="{FF2B5EF4-FFF2-40B4-BE49-F238E27FC236}">
                <a16:creationId xmlns:a16="http://schemas.microsoft.com/office/drawing/2014/main" id="{0679A08E-C315-0C55-D5A3-A95DFADE46B7}"/>
              </a:ext>
            </a:extLst>
          </p:cNvPr>
          <p:cNvGrpSpPr/>
          <p:nvPr/>
        </p:nvGrpSpPr>
        <p:grpSpPr>
          <a:xfrm>
            <a:off x="9906094" y="2637333"/>
            <a:ext cx="595035" cy="728550"/>
            <a:chOff x="11818521" y="7514456"/>
            <a:chExt cx="595035" cy="728550"/>
          </a:xfrm>
        </p:grpSpPr>
        <p:sp>
          <p:nvSpPr>
            <p:cNvPr id="121" name="矩形: 圆角 120">
              <a:extLst>
                <a:ext uri="{FF2B5EF4-FFF2-40B4-BE49-F238E27FC236}">
                  <a16:creationId xmlns:a16="http://schemas.microsoft.com/office/drawing/2014/main" id="{F83ECDA8-DC8D-07DB-1E47-F940AA4E934C}"/>
                </a:ext>
              </a:extLst>
            </p:cNvPr>
            <p:cNvSpPr/>
            <p:nvPr/>
          </p:nvSpPr>
          <p:spPr>
            <a:xfrm>
              <a:off x="11900031" y="7514456"/>
              <a:ext cx="432000" cy="432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34385" tIns="67192" rIns="134385" bIns="67192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2646"/>
            </a:p>
          </p:txBody>
        </p:sp>
        <p:sp>
          <p:nvSpPr>
            <p:cNvPr id="122" name="文本框 121">
              <a:extLst>
                <a:ext uri="{FF2B5EF4-FFF2-40B4-BE49-F238E27FC236}">
                  <a16:creationId xmlns:a16="http://schemas.microsoft.com/office/drawing/2014/main" id="{1E4F4E18-077E-446D-5448-933284E8B3A9}"/>
                </a:ext>
              </a:extLst>
            </p:cNvPr>
            <p:cNvSpPr txBox="1"/>
            <p:nvPr/>
          </p:nvSpPr>
          <p:spPr>
            <a:xfrm>
              <a:off x="11818521" y="7904452"/>
              <a:ext cx="59503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中山</a:t>
              </a:r>
            </a:p>
          </p:txBody>
        </p:sp>
      </p:grpSp>
      <p:grpSp>
        <p:nvGrpSpPr>
          <p:cNvPr id="123" name="组合 122">
            <a:extLst>
              <a:ext uri="{FF2B5EF4-FFF2-40B4-BE49-F238E27FC236}">
                <a16:creationId xmlns:a16="http://schemas.microsoft.com/office/drawing/2014/main" id="{67B2AB5B-031D-4C72-6DF0-69250A1BEE4A}"/>
              </a:ext>
            </a:extLst>
          </p:cNvPr>
          <p:cNvGrpSpPr/>
          <p:nvPr/>
        </p:nvGrpSpPr>
        <p:grpSpPr>
          <a:xfrm>
            <a:off x="10316242" y="1835764"/>
            <a:ext cx="766419" cy="562808"/>
            <a:chOff x="11565612" y="7514456"/>
            <a:chExt cx="766419" cy="562808"/>
          </a:xfrm>
        </p:grpSpPr>
        <p:sp>
          <p:nvSpPr>
            <p:cNvPr id="124" name="矩形: 圆角 123">
              <a:extLst>
                <a:ext uri="{FF2B5EF4-FFF2-40B4-BE49-F238E27FC236}">
                  <a16:creationId xmlns:a16="http://schemas.microsoft.com/office/drawing/2014/main" id="{52FCB6DC-E156-D3CD-E6A0-4E557CAD0BB6}"/>
                </a:ext>
              </a:extLst>
            </p:cNvPr>
            <p:cNvSpPr/>
            <p:nvPr/>
          </p:nvSpPr>
          <p:spPr>
            <a:xfrm>
              <a:off x="11900031" y="7514456"/>
              <a:ext cx="432000" cy="432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34385" tIns="67192" rIns="134385" bIns="67192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2646"/>
            </a:p>
          </p:txBody>
        </p:sp>
        <p:sp>
          <p:nvSpPr>
            <p:cNvPr id="125" name="文本框 124">
              <a:extLst>
                <a:ext uri="{FF2B5EF4-FFF2-40B4-BE49-F238E27FC236}">
                  <a16:creationId xmlns:a16="http://schemas.microsoft.com/office/drawing/2014/main" id="{192565FF-C880-8339-F7FE-2E9A77BE4B00}"/>
                </a:ext>
              </a:extLst>
            </p:cNvPr>
            <p:cNvSpPr txBox="1"/>
            <p:nvPr/>
          </p:nvSpPr>
          <p:spPr>
            <a:xfrm>
              <a:off x="11565612" y="7738710"/>
              <a:ext cx="38985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蓟</a:t>
              </a:r>
            </a:p>
          </p:txBody>
        </p:sp>
      </p:grpSp>
      <p:grpSp>
        <p:nvGrpSpPr>
          <p:cNvPr id="126" name="组合 125">
            <a:extLst>
              <a:ext uri="{FF2B5EF4-FFF2-40B4-BE49-F238E27FC236}">
                <a16:creationId xmlns:a16="http://schemas.microsoft.com/office/drawing/2014/main" id="{79997F15-2215-B84B-B766-B2A7902E302B}"/>
              </a:ext>
            </a:extLst>
          </p:cNvPr>
          <p:cNvGrpSpPr/>
          <p:nvPr/>
        </p:nvGrpSpPr>
        <p:grpSpPr>
          <a:xfrm>
            <a:off x="12938430" y="586358"/>
            <a:ext cx="595035" cy="728550"/>
            <a:chOff x="11818525" y="7514456"/>
            <a:chExt cx="595035" cy="728550"/>
          </a:xfrm>
        </p:grpSpPr>
        <p:sp>
          <p:nvSpPr>
            <p:cNvPr id="127" name="矩形: 圆角 126">
              <a:extLst>
                <a:ext uri="{FF2B5EF4-FFF2-40B4-BE49-F238E27FC236}">
                  <a16:creationId xmlns:a16="http://schemas.microsoft.com/office/drawing/2014/main" id="{795868A4-14E4-7E88-ACF1-43830F278464}"/>
                </a:ext>
              </a:extLst>
            </p:cNvPr>
            <p:cNvSpPr/>
            <p:nvPr/>
          </p:nvSpPr>
          <p:spPr>
            <a:xfrm>
              <a:off x="11900031" y="7514456"/>
              <a:ext cx="432000" cy="432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34385" tIns="67192" rIns="134385" bIns="67192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2646"/>
            </a:p>
          </p:txBody>
        </p:sp>
        <p:sp>
          <p:nvSpPr>
            <p:cNvPr id="128" name="文本框 127">
              <a:extLst>
                <a:ext uri="{FF2B5EF4-FFF2-40B4-BE49-F238E27FC236}">
                  <a16:creationId xmlns:a16="http://schemas.microsoft.com/office/drawing/2014/main" id="{8B4EC3A8-7012-3F2B-50A6-54208211BF82}"/>
                </a:ext>
              </a:extLst>
            </p:cNvPr>
            <p:cNvSpPr txBox="1"/>
            <p:nvPr/>
          </p:nvSpPr>
          <p:spPr>
            <a:xfrm>
              <a:off x="11818525" y="7904452"/>
              <a:ext cx="59503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龙城</a:t>
              </a:r>
            </a:p>
          </p:txBody>
        </p:sp>
      </p:grpSp>
      <p:grpSp>
        <p:nvGrpSpPr>
          <p:cNvPr id="129" name="组合 128">
            <a:extLst>
              <a:ext uri="{FF2B5EF4-FFF2-40B4-BE49-F238E27FC236}">
                <a16:creationId xmlns:a16="http://schemas.microsoft.com/office/drawing/2014/main" id="{69C204CC-DAB2-5929-8A7D-5891C17E6C83}"/>
              </a:ext>
            </a:extLst>
          </p:cNvPr>
          <p:cNvGrpSpPr/>
          <p:nvPr/>
        </p:nvGrpSpPr>
        <p:grpSpPr>
          <a:xfrm>
            <a:off x="8884458" y="3291383"/>
            <a:ext cx="817596" cy="719754"/>
            <a:chOff x="11514435" y="7514456"/>
            <a:chExt cx="817596" cy="719754"/>
          </a:xfrm>
        </p:grpSpPr>
        <p:sp>
          <p:nvSpPr>
            <p:cNvPr id="130" name="矩形: 圆角 129">
              <a:extLst>
                <a:ext uri="{FF2B5EF4-FFF2-40B4-BE49-F238E27FC236}">
                  <a16:creationId xmlns:a16="http://schemas.microsoft.com/office/drawing/2014/main" id="{679F12ED-F694-68FD-6786-852669B60CD9}"/>
                </a:ext>
              </a:extLst>
            </p:cNvPr>
            <p:cNvSpPr/>
            <p:nvPr/>
          </p:nvSpPr>
          <p:spPr>
            <a:xfrm>
              <a:off x="11900031" y="7514456"/>
              <a:ext cx="432000" cy="432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34385" tIns="67192" rIns="134385" bIns="67192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2646"/>
            </a:p>
          </p:txBody>
        </p:sp>
        <p:sp>
          <p:nvSpPr>
            <p:cNvPr id="131" name="文本框 130">
              <a:extLst>
                <a:ext uri="{FF2B5EF4-FFF2-40B4-BE49-F238E27FC236}">
                  <a16:creationId xmlns:a16="http://schemas.microsoft.com/office/drawing/2014/main" id="{56E90954-A571-8D32-4456-EE99737B0CAF}"/>
                </a:ext>
              </a:extLst>
            </p:cNvPr>
            <p:cNvSpPr txBox="1"/>
            <p:nvPr/>
          </p:nvSpPr>
          <p:spPr>
            <a:xfrm>
              <a:off x="11514435" y="7895656"/>
              <a:ext cx="59503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襄国</a:t>
              </a:r>
            </a:p>
          </p:txBody>
        </p:sp>
      </p:grpSp>
      <p:grpSp>
        <p:nvGrpSpPr>
          <p:cNvPr id="132" name="组合 131">
            <a:extLst>
              <a:ext uri="{FF2B5EF4-FFF2-40B4-BE49-F238E27FC236}">
                <a16:creationId xmlns:a16="http://schemas.microsoft.com/office/drawing/2014/main" id="{C8E4633B-07B7-5ED3-CDDC-4DB7B32EB693}"/>
              </a:ext>
            </a:extLst>
          </p:cNvPr>
          <p:cNvGrpSpPr/>
          <p:nvPr/>
        </p:nvGrpSpPr>
        <p:grpSpPr>
          <a:xfrm>
            <a:off x="10425754" y="3180757"/>
            <a:ext cx="988544" cy="517226"/>
            <a:chOff x="11900031" y="7429230"/>
            <a:chExt cx="988544" cy="517226"/>
          </a:xfrm>
        </p:grpSpPr>
        <p:sp>
          <p:nvSpPr>
            <p:cNvPr id="133" name="矩形: 圆角 132">
              <a:extLst>
                <a:ext uri="{FF2B5EF4-FFF2-40B4-BE49-F238E27FC236}">
                  <a16:creationId xmlns:a16="http://schemas.microsoft.com/office/drawing/2014/main" id="{8611E8EE-7274-4101-D00A-F459C09033F6}"/>
                </a:ext>
              </a:extLst>
            </p:cNvPr>
            <p:cNvSpPr/>
            <p:nvPr/>
          </p:nvSpPr>
          <p:spPr>
            <a:xfrm>
              <a:off x="11900031" y="7514456"/>
              <a:ext cx="432000" cy="432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34385" tIns="67192" rIns="134385" bIns="67192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2646"/>
            </a:p>
          </p:txBody>
        </p:sp>
        <p:sp>
          <p:nvSpPr>
            <p:cNvPr id="134" name="文本框 133">
              <a:extLst>
                <a:ext uri="{FF2B5EF4-FFF2-40B4-BE49-F238E27FC236}">
                  <a16:creationId xmlns:a16="http://schemas.microsoft.com/office/drawing/2014/main" id="{CEEEC212-E55D-D0FA-5C37-F4D60DDFAF7A}"/>
                </a:ext>
              </a:extLst>
            </p:cNvPr>
            <p:cNvSpPr txBox="1"/>
            <p:nvPr/>
          </p:nvSpPr>
          <p:spPr>
            <a:xfrm>
              <a:off x="12293540" y="7429230"/>
              <a:ext cx="59503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信都</a:t>
              </a:r>
            </a:p>
          </p:txBody>
        </p:sp>
      </p:grpSp>
      <p:grpSp>
        <p:nvGrpSpPr>
          <p:cNvPr id="135" name="组合 134">
            <a:extLst>
              <a:ext uri="{FF2B5EF4-FFF2-40B4-BE49-F238E27FC236}">
                <a16:creationId xmlns:a16="http://schemas.microsoft.com/office/drawing/2014/main" id="{E3435468-F10D-86E8-C60F-1F54A6EBEDE2}"/>
              </a:ext>
            </a:extLst>
          </p:cNvPr>
          <p:cNvGrpSpPr/>
          <p:nvPr/>
        </p:nvGrpSpPr>
        <p:grpSpPr>
          <a:xfrm>
            <a:off x="7497800" y="1170210"/>
            <a:ext cx="595035" cy="728550"/>
            <a:chOff x="11818520" y="7514456"/>
            <a:chExt cx="595035" cy="728550"/>
          </a:xfrm>
        </p:grpSpPr>
        <p:sp>
          <p:nvSpPr>
            <p:cNvPr id="136" name="矩形: 圆角 135">
              <a:extLst>
                <a:ext uri="{FF2B5EF4-FFF2-40B4-BE49-F238E27FC236}">
                  <a16:creationId xmlns:a16="http://schemas.microsoft.com/office/drawing/2014/main" id="{BBA385B9-6059-0C56-D630-669A068076CA}"/>
                </a:ext>
              </a:extLst>
            </p:cNvPr>
            <p:cNvSpPr/>
            <p:nvPr/>
          </p:nvSpPr>
          <p:spPr>
            <a:xfrm>
              <a:off x="11900031" y="7514456"/>
              <a:ext cx="432000" cy="432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34385" tIns="67192" rIns="134385" bIns="67192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2646"/>
            </a:p>
          </p:txBody>
        </p:sp>
        <p:sp>
          <p:nvSpPr>
            <p:cNvPr id="137" name="文本框 136">
              <a:extLst>
                <a:ext uri="{FF2B5EF4-FFF2-40B4-BE49-F238E27FC236}">
                  <a16:creationId xmlns:a16="http://schemas.microsoft.com/office/drawing/2014/main" id="{4214A2C8-B380-4898-CC80-6D537B6C88F6}"/>
                </a:ext>
              </a:extLst>
            </p:cNvPr>
            <p:cNvSpPr txBox="1"/>
            <p:nvPr/>
          </p:nvSpPr>
          <p:spPr>
            <a:xfrm>
              <a:off x="11818520" y="7904452"/>
              <a:ext cx="59503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盛乐</a:t>
              </a:r>
            </a:p>
          </p:txBody>
        </p:sp>
      </p:grpSp>
      <p:grpSp>
        <p:nvGrpSpPr>
          <p:cNvPr id="138" name="组合 137">
            <a:extLst>
              <a:ext uri="{FF2B5EF4-FFF2-40B4-BE49-F238E27FC236}">
                <a16:creationId xmlns:a16="http://schemas.microsoft.com/office/drawing/2014/main" id="{B73C1F49-AB8E-4BA9-434C-672F2F538470}"/>
              </a:ext>
            </a:extLst>
          </p:cNvPr>
          <p:cNvGrpSpPr/>
          <p:nvPr/>
        </p:nvGrpSpPr>
        <p:grpSpPr>
          <a:xfrm>
            <a:off x="8338302" y="1072083"/>
            <a:ext cx="595035" cy="746027"/>
            <a:chOff x="11852572" y="7200429"/>
            <a:chExt cx="595035" cy="746027"/>
          </a:xfrm>
        </p:grpSpPr>
        <p:sp>
          <p:nvSpPr>
            <p:cNvPr id="139" name="矩形: 圆角 138">
              <a:extLst>
                <a:ext uri="{FF2B5EF4-FFF2-40B4-BE49-F238E27FC236}">
                  <a16:creationId xmlns:a16="http://schemas.microsoft.com/office/drawing/2014/main" id="{C54E1C4E-76F3-DAD9-99EB-868F47DE669B}"/>
                </a:ext>
              </a:extLst>
            </p:cNvPr>
            <p:cNvSpPr/>
            <p:nvPr/>
          </p:nvSpPr>
          <p:spPr>
            <a:xfrm>
              <a:off x="11900031" y="7514456"/>
              <a:ext cx="432000" cy="432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34385" tIns="67192" rIns="134385" bIns="67192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2646"/>
            </a:p>
          </p:txBody>
        </p:sp>
        <p:sp>
          <p:nvSpPr>
            <p:cNvPr id="140" name="文本框 139">
              <a:extLst>
                <a:ext uri="{FF2B5EF4-FFF2-40B4-BE49-F238E27FC236}">
                  <a16:creationId xmlns:a16="http://schemas.microsoft.com/office/drawing/2014/main" id="{EF9E2358-F19D-5BB0-2473-818792EA4C3F}"/>
                </a:ext>
              </a:extLst>
            </p:cNvPr>
            <p:cNvSpPr txBox="1"/>
            <p:nvPr/>
          </p:nvSpPr>
          <p:spPr>
            <a:xfrm>
              <a:off x="11852572" y="7200429"/>
              <a:ext cx="59503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平城</a:t>
              </a:r>
            </a:p>
          </p:txBody>
        </p:sp>
      </p:grpSp>
      <p:grpSp>
        <p:nvGrpSpPr>
          <p:cNvPr id="141" name="组合 140">
            <a:extLst>
              <a:ext uri="{FF2B5EF4-FFF2-40B4-BE49-F238E27FC236}">
                <a16:creationId xmlns:a16="http://schemas.microsoft.com/office/drawing/2014/main" id="{3C7F967B-11A4-8752-FFE4-C75F3F545CC2}"/>
              </a:ext>
            </a:extLst>
          </p:cNvPr>
          <p:cNvGrpSpPr/>
          <p:nvPr/>
        </p:nvGrpSpPr>
        <p:grpSpPr>
          <a:xfrm>
            <a:off x="1389296" y="3181125"/>
            <a:ext cx="595035" cy="728550"/>
            <a:chOff x="11818516" y="7514456"/>
            <a:chExt cx="595035" cy="728550"/>
          </a:xfrm>
        </p:grpSpPr>
        <p:sp>
          <p:nvSpPr>
            <p:cNvPr id="142" name="矩形: 圆角 141">
              <a:extLst>
                <a:ext uri="{FF2B5EF4-FFF2-40B4-BE49-F238E27FC236}">
                  <a16:creationId xmlns:a16="http://schemas.microsoft.com/office/drawing/2014/main" id="{6937B75F-4DA4-7618-1621-AF5EF1E9DBA2}"/>
                </a:ext>
              </a:extLst>
            </p:cNvPr>
            <p:cNvSpPr/>
            <p:nvPr/>
          </p:nvSpPr>
          <p:spPr>
            <a:xfrm>
              <a:off x="11900031" y="7514456"/>
              <a:ext cx="432000" cy="432000"/>
            </a:xfrm>
            <a:prstGeom prst="roundRect">
              <a:avLst/>
            </a:prstGeom>
            <a:solidFill>
              <a:srgbClr val="CC0000">
                <a:alpha val="50000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34385" tIns="67192" rIns="134385" bIns="67192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2646"/>
            </a:p>
          </p:txBody>
        </p:sp>
        <p:sp>
          <p:nvSpPr>
            <p:cNvPr id="143" name="文本框 142">
              <a:extLst>
                <a:ext uri="{FF2B5EF4-FFF2-40B4-BE49-F238E27FC236}">
                  <a16:creationId xmlns:a16="http://schemas.microsoft.com/office/drawing/2014/main" id="{E738DB20-C036-457A-F8F4-FA85D966C07E}"/>
                </a:ext>
              </a:extLst>
            </p:cNvPr>
            <p:cNvSpPr txBox="1"/>
            <p:nvPr/>
          </p:nvSpPr>
          <p:spPr>
            <a:xfrm>
              <a:off x="11818516" y="7904452"/>
              <a:ext cx="59503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姑臧</a:t>
              </a:r>
            </a:p>
          </p:txBody>
        </p:sp>
      </p:grpSp>
      <p:grpSp>
        <p:nvGrpSpPr>
          <p:cNvPr id="144" name="组合 143">
            <a:extLst>
              <a:ext uri="{FF2B5EF4-FFF2-40B4-BE49-F238E27FC236}">
                <a16:creationId xmlns:a16="http://schemas.microsoft.com/office/drawing/2014/main" id="{498B8738-1A98-907B-AD1D-A966E534EE18}"/>
              </a:ext>
            </a:extLst>
          </p:cNvPr>
          <p:cNvGrpSpPr/>
          <p:nvPr/>
        </p:nvGrpSpPr>
        <p:grpSpPr>
          <a:xfrm>
            <a:off x="106598" y="2420040"/>
            <a:ext cx="595035" cy="728550"/>
            <a:chOff x="11818518" y="7514456"/>
            <a:chExt cx="595035" cy="728550"/>
          </a:xfrm>
        </p:grpSpPr>
        <p:sp>
          <p:nvSpPr>
            <p:cNvPr id="145" name="矩形: 圆角 144">
              <a:extLst>
                <a:ext uri="{FF2B5EF4-FFF2-40B4-BE49-F238E27FC236}">
                  <a16:creationId xmlns:a16="http://schemas.microsoft.com/office/drawing/2014/main" id="{ABDABA28-0037-CDE4-7974-E51ED9645A5D}"/>
                </a:ext>
              </a:extLst>
            </p:cNvPr>
            <p:cNvSpPr/>
            <p:nvPr/>
          </p:nvSpPr>
          <p:spPr>
            <a:xfrm>
              <a:off x="11900031" y="7514456"/>
              <a:ext cx="432000" cy="432000"/>
            </a:xfrm>
            <a:prstGeom prst="roundRect">
              <a:avLst/>
            </a:prstGeom>
            <a:solidFill>
              <a:srgbClr val="CC0000">
                <a:alpha val="50000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34385" tIns="67192" rIns="134385" bIns="67192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2646"/>
            </a:p>
          </p:txBody>
        </p:sp>
        <p:sp>
          <p:nvSpPr>
            <p:cNvPr id="146" name="文本框 145">
              <a:extLst>
                <a:ext uri="{FF2B5EF4-FFF2-40B4-BE49-F238E27FC236}">
                  <a16:creationId xmlns:a16="http://schemas.microsoft.com/office/drawing/2014/main" id="{2713535A-BE16-2067-391B-2CDDC4B4285C}"/>
                </a:ext>
              </a:extLst>
            </p:cNvPr>
            <p:cNvSpPr txBox="1"/>
            <p:nvPr/>
          </p:nvSpPr>
          <p:spPr>
            <a:xfrm>
              <a:off x="11818518" y="7904452"/>
              <a:ext cx="59503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张掖</a:t>
              </a:r>
            </a:p>
          </p:txBody>
        </p:sp>
      </p:grpSp>
      <p:grpSp>
        <p:nvGrpSpPr>
          <p:cNvPr id="147" name="组合 146">
            <a:extLst>
              <a:ext uri="{FF2B5EF4-FFF2-40B4-BE49-F238E27FC236}">
                <a16:creationId xmlns:a16="http://schemas.microsoft.com/office/drawing/2014/main" id="{A51EFD77-F691-61D8-0E45-865C238AE03B}"/>
              </a:ext>
            </a:extLst>
          </p:cNvPr>
          <p:cNvGrpSpPr/>
          <p:nvPr/>
        </p:nvGrpSpPr>
        <p:grpSpPr>
          <a:xfrm>
            <a:off x="9866930" y="5896244"/>
            <a:ext cx="728420" cy="748847"/>
            <a:chOff x="11603611" y="7514456"/>
            <a:chExt cx="728420" cy="748847"/>
          </a:xfrm>
        </p:grpSpPr>
        <p:sp>
          <p:nvSpPr>
            <p:cNvPr id="148" name="矩形: 圆角 147">
              <a:extLst>
                <a:ext uri="{FF2B5EF4-FFF2-40B4-BE49-F238E27FC236}">
                  <a16:creationId xmlns:a16="http://schemas.microsoft.com/office/drawing/2014/main" id="{0F1E7C71-24EA-B8BF-E0F8-C9459A646B07}"/>
                </a:ext>
              </a:extLst>
            </p:cNvPr>
            <p:cNvSpPr/>
            <p:nvPr/>
          </p:nvSpPr>
          <p:spPr>
            <a:xfrm>
              <a:off x="11900031" y="7514456"/>
              <a:ext cx="432000" cy="432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34385" tIns="67192" rIns="134385" bIns="67192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2646"/>
            </a:p>
          </p:txBody>
        </p:sp>
        <p:sp>
          <p:nvSpPr>
            <p:cNvPr id="149" name="文本框 148">
              <a:extLst>
                <a:ext uri="{FF2B5EF4-FFF2-40B4-BE49-F238E27FC236}">
                  <a16:creationId xmlns:a16="http://schemas.microsoft.com/office/drawing/2014/main" id="{0EA48D8D-80F7-BBCB-37D9-EBCB6E5C9259}"/>
                </a:ext>
              </a:extLst>
            </p:cNvPr>
            <p:cNvSpPr txBox="1"/>
            <p:nvPr/>
          </p:nvSpPr>
          <p:spPr>
            <a:xfrm>
              <a:off x="11603611" y="7924749"/>
              <a:ext cx="38985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谯</a:t>
              </a:r>
            </a:p>
          </p:txBody>
        </p:sp>
      </p:grpSp>
      <p:grpSp>
        <p:nvGrpSpPr>
          <p:cNvPr id="150" name="组合 149">
            <a:extLst>
              <a:ext uri="{FF2B5EF4-FFF2-40B4-BE49-F238E27FC236}">
                <a16:creationId xmlns:a16="http://schemas.microsoft.com/office/drawing/2014/main" id="{5D551C93-4E3B-64EA-D864-A25A4AF110A1}"/>
              </a:ext>
            </a:extLst>
          </p:cNvPr>
          <p:cNvGrpSpPr/>
          <p:nvPr/>
        </p:nvGrpSpPr>
        <p:grpSpPr>
          <a:xfrm>
            <a:off x="10441200" y="4695255"/>
            <a:ext cx="595035" cy="728550"/>
            <a:chOff x="11818520" y="7514456"/>
            <a:chExt cx="595035" cy="728550"/>
          </a:xfrm>
        </p:grpSpPr>
        <p:sp>
          <p:nvSpPr>
            <p:cNvPr id="151" name="矩形: 圆角 150">
              <a:extLst>
                <a:ext uri="{FF2B5EF4-FFF2-40B4-BE49-F238E27FC236}">
                  <a16:creationId xmlns:a16="http://schemas.microsoft.com/office/drawing/2014/main" id="{FF05D011-E38B-9ABD-536D-88CDB1100AD3}"/>
                </a:ext>
              </a:extLst>
            </p:cNvPr>
            <p:cNvSpPr/>
            <p:nvPr/>
          </p:nvSpPr>
          <p:spPr>
            <a:xfrm>
              <a:off x="11900031" y="7514456"/>
              <a:ext cx="432000" cy="432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34385" tIns="67192" rIns="134385" bIns="67192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2646"/>
            </a:p>
          </p:txBody>
        </p:sp>
        <p:sp>
          <p:nvSpPr>
            <p:cNvPr id="152" name="文本框 151">
              <a:extLst>
                <a:ext uri="{FF2B5EF4-FFF2-40B4-BE49-F238E27FC236}">
                  <a16:creationId xmlns:a16="http://schemas.microsoft.com/office/drawing/2014/main" id="{ECFADE4A-3F65-7B02-1812-1423EA75DF26}"/>
                </a:ext>
              </a:extLst>
            </p:cNvPr>
            <p:cNvSpPr txBox="1"/>
            <p:nvPr/>
          </p:nvSpPr>
          <p:spPr>
            <a:xfrm>
              <a:off x="11818520" y="7904452"/>
              <a:ext cx="59503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东平</a:t>
              </a:r>
            </a:p>
          </p:txBody>
        </p:sp>
      </p:grp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1A89B1D3-42DC-DA3F-F367-25B7AF869B40}"/>
              </a:ext>
            </a:extLst>
          </p:cNvPr>
          <p:cNvCxnSpPr>
            <a:cxnSpLocks/>
            <a:stCxn id="40" idx="2"/>
            <a:endCxn id="37" idx="0"/>
          </p:cNvCxnSpPr>
          <p:nvPr/>
        </p:nvCxnSpPr>
        <p:spPr>
          <a:xfrm flipH="1">
            <a:off x="7928314" y="7934292"/>
            <a:ext cx="31748" cy="75312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直接连接符 70">
            <a:extLst>
              <a:ext uri="{FF2B5EF4-FFF2-40B4-BE49-F238E27FC236}">
                <a16:creationId xmlns:a16="http://schemas.microsoft.com/office/drawing/2014/main" id="{13EF003E-F483-208D-1F39-4D4DB18F0353}"/>
              </a:ext>
            </a:extLst>
          </p:cNvPr>
          <p:cNvCxnSpPr>
            <a:cxnSpLocks/>
            <a:stCxn id="43" idx="1"/>
            <a:endCxn id="37" idx="3"/>
          </p:cNvCxnSpPr>
          <p:nvPr/>
        </p:nvCxnSpPr>
        <p:spPr>
          <a:xfrm flipH="1">
            <a:off x="8144314" y="8696986"/>
            <a:ext cx="942428" cy="20643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直接连接符 91">
            <a:extLst>
              <a:ext uri="{FF2B5EF4-FFF2-40B4-BE49-F238E27FC236}">
                <a16:creationId xmlns:a16="http://schemas.microsoft.com/office/drawing/2014/main" id="{780B35D4-01C8-4FFF-3C73-54634344F43C}"/>
              </a:ext>
            </a:extLst>
          </p:cNvPr>
          <p:cNvCxnSpPr>
            <a:cxnSpLocks/>
            <a:stCxn id="25" idx="0"/>
            <a:endCxn id="31" idx="2"/>
          </p:cNvCxnSpPr>
          <p:nvPr/>
        </p:nvCxnSpPr>
        <p:spPr>
          <a:xfrm flipH="1" flipV="1">
            <a:off x="10709427" y="7310149"/>
            <a:ext cx="97308" cy="39239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直接连接符 152">
            <a:extLst>
              <a:ext uri="{FF2B5EF4-FFF2-40B4-BE49-F238E27FC236}">
                <a16:creationId xmlns:a16="http://schemas.microsoft.com/office/drawing/2014/main" id="{698906D1-F0A3-CA84-1488-66A9632A779E}"/>
              </a:ext>
            </a:extLst>
          </p:cNvPr>
          <p:cNvCxnSpPr>
            <a:cxnSpLocks/>
            <a:stCxn id="28" idx="0"/>
            <a:endCxn id="25" idx="1"/>
          </p:cNvCxnSpPr>
          <p:nvPr/>
        </p:nvCxnSpPr>
        <p:spPr>
          <a:xfrm flipV="1">
            <a:off x="10569143" y="7918539"/>
            <a:ext cx="21592" cy="117116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直接连接符 155">
            <a:extLst>
              <a:ext uri="{FF2B5EF4-FFF2-40B4-BE49-F238E27FC236}">
                <a16:creationId xmlns:a16="http://schemas.microsoft.com/office/drawing/2014/main" id="{2AEF69E4-7090-1ADA-CDB3-335DE65AFDA3}"/>
              </a:ext>
            </a:extLst>
          </p:cNvPr>
          <p:cNvCxnSpPr>
            <a:cxnSpLocks/>
            <a:stCxn id="28" idx="1"/>
            <a:endCxn id="43" idx="3"/>
          </p:cNvCxnSpPr>
          <p:nvPr/>
        </p:nvCxnSpPr>
        <p:spPr>
          <a:xfrm flipH="1" flipV="1">
            <a:off x="9518742" y="8696986"/>
            <a:ext cx="834401" cy="60871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直接连接符 158">
            <a:extLst>
              <a:ext uri="{FF2B5EF4-FFF2-40B4-BE49-F238E27FC236}">
                <a16:creationId xmlns:a16="http://schemas.microsoft.com/office/drawing/2014/main" id="{C7C50139-8525-1319-6775-55213F4518D8}"/>
              </a:ext>
            </a:extLst>
          </p:cNvPr>
          <p:cNvCxnSpPr>
            <a:cxnSpLocks/>
            <a:stCxn id="4" idx="1"/>
            <a:endCxn id="25" idx="3"/>
          </p:cNvCxnSpPr>
          <p:nvPr/>
        </p:nvCxnSpPr>
        <p:spPr>
          <a:xfrm flipH="1">
            <a:off x="11022735" y="7846739"/>
            <a:ext cx="542322" cy="7180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直接连接符 162">
            <a:extLst>
              <a:ext uri="{FF2B5EF4-FFF2-40B4-BE49-F238E27FC236}">
                <a16:creationId xmlns:a16="http://schemas.microsoft.com/office/drawing/2014/main" id="{DC3A6D94-6391-C1F4-46D0-702DAA2085C8}"/>
              </a:ext>
            </a:extLst>
          </p:cNvPr>
          <p:cNvCxnSpPr>
            <a:cxnSpLocks/>
            <a:stCxn id="28" idx="3"/>
            <a:endCxn id="4" idx="2"/>
          </p:cNvCxnSpPr>
          <p:nvPr/>
        </p:nvCxnSpPr>
        <p:spPr>
          <a:xfrm flipV="1">
            <a:off x="10785143" y="8062739"/>
            <a:ext cx="995914" cy="124296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直接连接符 166">
            <a:extLst>
              <a:ext uri="{FF2B5EF4-FFF2-40B4-BE49-F238E27FC236}">
                <a16:creationId xmlns:a16="http://schemas.microsoft.com/office/drawing/2014/main" id="{44BAD524-657F-E26A-8D6C-80CE8FC6D7D6}"/>
              </a:ext>
            </a:extLst>
          </p:cNvPr>
          <p:cNvCxnSpPr>
            <a:cxnSpLocks/>
            <a:stCxn id="4" idx="3"/>
            <a:endCxn id="22" idx="1"/>
          </p:cNvCxnSpPr>
          <p:nvPr/>
        </p:nvCxnSpPr>
        <p:spPr>
          <a:xfrm flipV="1">
            <a:off x="11997057" y="7532364"/>
            <a:ext cx="272123" cy="3143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直接连接符 169">
            <a:extLst>
              <a:ext uri="{FF2B5EF4-FFF2-40B4-BE49-F238E27FC236}">
                <a16:creationId xmlns:a16="http://schemas.microsoft.com/office/drawing/2014/main" id="{FB54E447-5E04-07E2-2732-0F15A5F186AA}"/>
              </a:ext>
            </a:extLst>
          </p:cNvPr>
          <p:cNvCxnSpPr>
            <a:cxnSpLocks/>
            <a:stCxn id="22" idx="3"/>
            <a:endCxn id="13" idx="0"/>
          </p:cNvCxnSpPr>
          <p:nvPr/>
        </p:nvCxnSpPr>
        <p:spPr>
          <a:xfrm>
            <a:off x="12701180" y="7532364"/>
            <a:ext cx="342584" cy="48181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直接连接符 178">
            <a:extLst>
              <a:ext uri="{FF2B5EF4-FFF2-40B4-BE49-F238E27FC236}">
                <a16:creationId xmlns:a16="http://schemas.microsoft.com/office/drawing/2014/main" id="{06850F7F-EA3F-6DF4-D713-98CFC6430787}"/>
              </a:ext>
            </a:extLst>
          </p:cNvPr>
          <p:cNvCxnSpPr>
            <a:cxnSpLocks/>
            <a:stCxn id="130" idx="1"/>
            <a:endCxn id="97" idx="3"/>
          </p:cNvCxnSpPr>
          <p:nvPr/>
        </p:nvCxnSpPr>
        <p:spPr>
          <a:xfrm flipH="1" flipV="1">
            <a:off x="8433586" y="3329310"/>
            <a:ext cx="836468" cy="178073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直接连接符 181">
            <a:extLst>
              <a:ext uri="{FF2B5EF4-FFF2-40B4-BE49-F238E27FC236}">
                <a16:creationId xmlns:a16="http://schemas.microsoft.com/office/drawing/2014/main" id="{31BB88FE-0509-1A64-82CD-4872F219A668}"/>
              </a:ext>
            </a:extLst>
          </p:cNvPr>
          <p:cNvCxnSpPr>
            <a:cxnSpLocks/>
            <a:stCxn id="97" idx="2"/>
            <a:endCxn id="100" idx="0"/>
          </p:cNvCxnSpPr>
          <p:nvPr/>
        </p:nvCxnSpPr>
        <p:spPr>
          <a:xfrm>
            <a:off x="8217586" y="3545310"/>
            <a:ext cx="321629" cy="46582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直接连接符 185">
            <a:extLst>
              <a:ext uri="{FF2B5EF4-FFF2-40B4-BE49-F238E27FC236}">
                <a16:creationId xmlns:a16="http://schemas.microsoft.com/office/drawing/2014/main" id="{4E941961-9811-9DCF-C075-73AE6766C888}"/>
              </a:ext>
            </a:extLst>
          </p:cNvPr>
          <p:cNvCxnSpPr>
            <a:cxnSpLocks/>
            <a:stCxn id="97" idx="1"/>
            <a:endCxn id="103" idx="0"/>
          </p:cNvCxnSpPr>
          <p:nvPr/>
        </p:nvCxnSpPr>
        <p:spPr>
          <a:xfrm flipH="1">
            <a:off x="7475529" y="3329310"/>
            <a:ext cx="526057" cy="11499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直接连接符 188">
            <a:extLst>
              <a:ext uri="{FF2B5EF4-FFF2-40B4-BE49-F238E27FC236}">
                <a16:creationId xmlns:a16="http://schemas.microsoft.com/office/drawing/2014/main" id="{A3C83A7B-7040-EBA3-9820-FD7656CC2E19}"/>
              </a:ext>
            </a:extLst>
          </p:cNvPr>
          <p:cNvCxnSpPr>
            <a:cxnSpLocks/>
            <a:stCxn id="139" idx="2"/>
            <a:endCxn id="97" idx="0"/>
          </p:cNvCxnSpPr>
          <p:nvPr/>
        </p:nvCxnSpPr>
        <p:spPr>
          <a:xfrm flipH="1">
            <a:off x="8217586" y="1818110"/>
            <a:ext cx="384175" cy="129520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直接连接符 191">
            <a:extLst>
              <a:ext uri="{FF2B5EF4-FFF2-40B4-BE49-F238E27FC236}">
                <a16:creationId xmlns:a16="http://schemas.microsoft.com/office/drawing/2014/main" id="{CF71A065-8B07-ED77-149E-8C18DAC44BFD}"/>
              </a:ext>
            </a:extLst>
          </p:cNvPr>
          <p:cNvCxnSpPr>
            <a:cxnSpLocks/>
            <a:stCxn id="130" idx="2"/>
            <a:endCxn id="115" idx="0"/>
          </p:cNvCxnSpPr>
          <p:nvPr/>
        </p:nvCxnSpPr>
        <p:spPr>
          <a:xfrm>
            <a:off x="9486054" y="3723383"/>
            <a:ext cx="188508" cy="4586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直接连接符 194">
            <a:extLst>
              <a:ext uri="{FF2B5EF4-FFF2-40B4-BE49-F238E27FC236}">
                <a16:creationId xmlns:a16="http://schemas.microsoft.com/office/drawing/2014/main" id="{147A2190-23E1-E4C8-DD62-D4D45ED25835}"/>
              </a:ext>
            </a:extLst>
          </p:cNvPr>
          <p:cNvCxnSpPr>
            <a:cxnSpLocks/>
            <a:stCxn id="115" idx="1"/>
            <a:endCxn id="100" idx="3"/>
          </p:cNvCxnSpPr>
          <p:nvPr/>
        </p:nvCxnSpPr>
        <p:spPr>
          <a:xfrm flipH="1" flipV="1">
            <a:off x="8755215" y="4227137"/>
            <a:ext cx="703347" cy="170945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直接连接符 197">
            <a:extLst>
              <a:ext uri="{FF2B5EF4-FFF2-40B4-BE49-F238E27FC236}">
                <a16:creationId xmlns:a16="http://schemas.microsoft.com/office/drawing/2014/main" id="{38B1D4A3-CF30-DDD0-6DB2-F8437F7542A6}"/>
              </a:ext>
            </a:extLst>
          </p:cNvPr>
          <p:cNvCxnSpPr>
            <a:cxnSpLocks/>
            <a:stCxn id="139" idx="1"/>
            <a:endCxn id="136" idx="3"/>
          </p:cNvCxnSpPr>
          <p:nvPr/>
        </p:nvCxnSpPr>
        <p:spPr>
          <a:xfrm flipH="1" flipV="1">
            <a:off x="8011311" y="1386210"/>
            <a:ext cx="374450" cy="2159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直接连接符 201">
            <a:extLst>
              <a:ext uri="{FF2B5EF4-FFF2-40B4-BE49-F238E27FC236}">
                <a16:creationId xmlns:a16="http://schemas.microsoft.com/office/drawing/2014/main" id="{75A62577-2D3D-C796-F844-727B3900C564}"/>
              </a:ext>
            </a:extLst>
          </p:cNvPr>
          <p:cNvCxnSpPr>
            <a:cxnSpLocks/>
            <a:stCxn id="139" idx="3"/>
            <a:endCxn id="124" idx="1"/>
          </p:cNvCxnSpPr>
          <p:nvPr/>
        </p:nvCxnSpPr>
        <p:spPr>
          <a:xfrm>
            <a:off x="8817761" y="1602110"/>
            <a:ext cx="1832900" cy="449654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直接连接符 204">
            <a:extLst>
              <a:ext uri="{FF2B5EF4-FFF2-40B4-BE49-F238E27FC236}">
                <a16:creationId xmlns:a16="http://schemas.microsoft.com/office/drawing/2014/main" id="{CBD9FA5B-69E7-C094-E0FA-278FE498A87B}"/>
              </a:ext>
            </a:extLst>
          </p:cNvPr>
          <p:cNvCxnSpPr>
            <a:cxnSpLocks/>
            <a:stCxn id="76" idx="0"/>
            <a:endCxn id="100" idx="2"/>
          </p:cNvCxnSpPr>
          <p:nvPr/>
        </p:nvCxnSpPr>
        <p:spPr>
          <a:xfrm flipV="1">
            <a:off x="8299108" y="4443137"/>
            <a:ext cx="240107" cy="1121348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直接连接符 207">
            <a:extLst>
              <a:ext uri="{FF2B5EF4-FFF2-40B4-BE49-F238E27FC236}">
                <a16:creationId xmlns:a16="http://schemas.microsoft.com/office/drawing/2014/main" id="{768E1E02-4FBF-0CA6-8524-19FCC670B732}"/>
              </a:ext>
            </a:extLst>
          </p:cNvPr>
          <p:cNvCxnSpPr>
            <a:cxnSpLocks/>
            <a:stCxn id="100" idx="1"/>
            <a:endCxn id="103" idx="3"/>
          </p:cNvCxnSpPr>
          <p:nvPr/>
        </p:nvCxnSpPr>
        <p:spPr>
          <a:xfrm flipH="1">
            <a:off x="7691529" y="4227137"/>
            <a:ext cx="631686" cy="46811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直接连接符 210">
            <a:extLst>
              <a:ext uri="{FF2B5EF4-FFF2-40B4-BE49-F238E27FC236}">
                <a16:creationId xmlns:a16="http://schemas.microsoft.com/office/drawing/2014/main" id="{3AD2DD43-498D-F6F7-08E7-8A355EC51CDD}"/>
              </a:ext>
            </a:extLst>
          </p:cNvPr>
          <p:cNvCxnSpPr>
            <a:cxnSpLocks/>
            <a:stCxn id="76" idx="1"/>
            <a:endCxn id="67" idx="3"/>
          </p:cNvCxnSpPr>
          <p:nvPr/>
        </p:nvCxnSpPr>
        <p:spPr>
          <a:xfrm flipH="1" flipV="1">
            <a:off x="7684413" y="5660807"/>
            <a:ext cx="398695" cy="11967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" name="直接连接符 213">
            <a:extLst>
              <a:ext uri="{FF2B5EF4-FFF2-40B4-BE49-F238E27FC236}">
                <a16:creationId xmlns:a16="http://schemas.microsoft.com/office/drawing/2014/main" id="{9E7D2A82-4CB1-3B2C-0FC4-6B439DF250EC}"/>
              </a:ext>
            </a:extLst>
          </p:cNvPr>
          <p:cNvCxnSpPr>
            <a:cxnSpLocks/>
          </p:cNvCxnSpPr>
          <p:nvPr/>
        </p:nvCxnSpPr>
        <p:spPr>
          <a:xfrm flipH="1" flipV="1">
            <a:off x="8289282" y="5996485"/>
            <a:ext cx="79620" cy="45274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8" name="直接连接符 217">
            <a:extLst>
              <a:ext uri="{FF2B5EF4-FFF2-40B4-BE49-F238E27FC236}">
                <a16:creationId xmlns:a16="http://schemas.microsoft.com/office/drawing/2014/main" id="{B744CB75-6254-2A2F-662A-2A0D5C3885F6}"/>
              </a:ext>
            </a:extLst>
          </p:cNvPr>
          <p:cNvCxnSpPr>
            <a:cxnSpLocks/>
            <a:stCxn id="67" idx="1"/>
            <a:endCxn id="79" idx="3"/>
          </p:cNvCxnSpPr>
          <p:nvPr/>
        </p:nvCxnSpPr>
        <p:spPr>
          <a:xfrm flipH="1">
            <a:off x="6199526" y="5660807"/>
            <a:ext cx="1052887" cy="470874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1" name="直接连接符 220">
            <a:extLst>
              <a:ext uri="{FF2B5EF4-FFF2-40B4-BE49-F238E27FC236}">
                <a16:creationId xmlns:a16="http://schemas.microsoft.com/office/drawing/2014/main" id="{F1A2069D-D95F-5FAC-ABCF-9FF0905A5268}"/>
              </a:ext>
            </a:extLst>
          </p:cNvPr>
          <p:cNvCxnSpPr>
            <a:cxnSpLocks/>
            <a:stCxn id="106" idx="1"/>
            <a:endCxn id="79" idx="3"/>
          </p:cNvCxnSpPr>
          <p:nvPr/>
        </p:nvCxnSpPr>
        <p:spPr>
          <a:xfrm flipH="1" flipV="1">
            <a:off x="6199526" y="6131681"/>
            <a:ext cx="537739" cy="451281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4" name="直接连接符 223">
            <a:extLst>
              <a:ext uri="{FF2B5EF4-FFF2-40B4-BE49-F238E27FC236}">
                <a16:creationId xmlns:a16="http://schemas.microsoft.com/office/drawing/2014/main" id="{35F94F2C-45D3-65CB-2342-93F06B248496}"/>
              </a:ext>
            </a:extLst>
          </p:cNvPr>
          <p:cNvCxnSpPr>
            <a:cxnSpLocks/>
            <a:stCxn id="79" idx="1"/>
            <a:endCxn id="55" idx="3"/>
          </p:cNvCxnSpPr>
          <p:nvPr/>
        </p:nvCxnSpPr>
        <p:spPr>
          <a:xfrm flipH="1">
            <a:off x="4939589" y="6131681"/>
            <a:ext cx="827937" cy="681827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7" name="直接连接符 226">
            <a:extLst>
              <a:ext uri="{FF2B5EF4-FFF2-40B4-BE49-F238E27FC236}">
                <a16:creationId xmlns:a16="http://schemas.microsoft.com/office/drawing/2014/main" id="{8B01B0EC-BE3B-149F-F981-69F9E1853202}"/>
              </a:ext>
            </a:extLst>
          </p:cNvPr>
          <p:cNvCxnSpPr>
            <a:cxnSpLocks/>
            <a:stCxn id="85" idx="3"/>
            <a:endCxn id="79" idx="0"/>
          </p:cNvCxnSpPr>
          <p:nvPr/>
        </p:nvCxnSpPr>
        <p:spPr>
          <a:xfrm>
            <a:off x="5234058" y="5256872"/>
            <a:ext cx="749468" cy="6588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0" name="直接连接符 229">
            <a:extLst>
              <a:ext uri="{FF2B5EF4-FFF2-40B4-BE49-F238E27FC236}">
                <a16:creationId xmlns:a16="http://schemas.microsoft.com/office/drawing/2014/main" id="{DDBA2E72-16BE-7A35-FDCA-A8EF0EFA1665}"/>
              </a:ext>
            </a:extLst>
          </p:cNvPr>
          <p:cNvCxnSpPr>
            <a:cxnSpLocks/>
            <a:stCxn id="103" idx="1"/>
            <a:endCxn id="79" idx="0"/>
          </p:cNvCxnSpPr>
          <p:nvPr/>
        </p:nvCxnSpPr>
        <p:spPr>
          <a:xfrm flipH="1">
            <a:off x="5983526" y="4695255"/>
            <a:ext cx="1276003" cy="1220426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3" name="直接连接符 232">
            <a:extLst>
              <a:ext uri="{FF2B5EF4-FFF2-40B4-BE49-F238E27FC236}">
                <a16:creationId xmlns:a16="http://schemas.microsoft.com/office/drawing/2014/main" id="{C009FADE-3760-4619-7005-22C19DF2868C}"/>
              </a:ext>
            </a:extLst>
          </p:cNvPr>
          <p:cNvCxnSpPr>
            <a:cxnSpLocks/>
            <a:stCxn id="148" idx="1"/>
            <a:endCxn id="109" idx="3"/>
          </p:cNvCxnSpPr>
          <p:nvPr/>
        </p:nvCxnSpPr>
        <p:spPr>
          <a:xfrm flipH="1" flipV="1">
            <a:off x="9593039" y="5673562"/>
            <a:ext cx="570311" cy="43868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6" name="直接连接符 235">
            <a:extLst>
              <a:ext uri="{FF2B5EF4-FFF2-40B4-BE49-F238E27FC236}">
                <a16:creationId xmlns:a16="http://schemas.microsoft.com/office/drawing/2014/main" id="{5897F59F-32B3-22CA-CC8D-4B62A21007CA}"/>
              </a:ext>
            </a:extLst>
          </p:cNvPr>
          <p:cNvCxnSpPr>
            <a:cxnSpLocks/>
            <a:stCxn id="31" idx="0"/>
            <a:endCxn id="148" idx="2"/>
          </p:cNvCxnSpPr>
          <p:nvPr/>
        </p:nvCxnSpPr>
        <p:spPr>
          <a:xfrm flipH="1" flipV="1">
            <a:off x="10379350" y="6328244"/>
            <a:ext cx="330077" cy="5499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0" name="任意多边形: 形状 239">
            <a:extLst>
              <a:ext uri="{FF2B5EF4-FFF2-40B4-BE49-F238E27FC236}">
                <a16:creationId xmlns:a16="http://schemas.microsoft.com/office/drawing/2014/main" id="{69CB05C2-38D2-0987-DC81-2E06E8E53AB3}"/>
              </a:ext>
            </a:extLst>
          </p:cNvPr>
          <p:cNvSpPr/>
          <p:nvPr/>
        </p:nvSpPr>
        <p:spPr>
          <a:xfrm>
            <a:off x="12565069" y="8162925"/>
            <a:ext cx="411156" cy="1152525"/>
          </a:xfrm>
          <a:custGeom>
            <a:avLst/>
            <a:gdLst>
              <a:gd name="csX0" fmla="*/ 411156 w 411156"/>
              <a:gd name="csY0" fmla="*/ 0 h 1152525"/>
              <a:gd name="csX1" fmla="*/ 153981 w 411156"/>
              <a:gd name="csY1" fmla="*/ 130175 h 1152525"/>
              <a:gd name="csX2" fmla="*/ 4756 w 411156"/>
              <a:gd name="csY2" fmla="*/ 460375 h 1152525"/>
              <a:gd name="csX3" fmla="*/ 71431 w 411156"/>
              <a:gd name="csY3" fmla="*/ 981075 h 1152525"/>
              <a:gd name="csX4" fmla="*/ 401631 w 411156"/>
              <a:gd name="csY4" fmla="*/ 1152525 h 11525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11156" h="1152525">
                <a:moveTo>
                  <a:pt x="411156" y="0"/>
                </a:moveTo>
                <a:cubicBezTo>
                  <a:pt x="316435" y="26723"/>
                  <a:pt x="221714" y="53446"/>
                  <a:pt x="153981" y="130175"/>
                </a:cubicBezTo>
                <a:cubicBezTo>
                  <a:pt x="86248" y="206904"/>
                  <a:pt x="18514" y="318558"/>
                  <a:pt x="4756" y="460375"/>
                </a:cubicBezTo>
                <a:cubicBezTo>
                  <a:pt x="-9002" y="602192"/>
                  <a:pt x="5285" y="865717"/>
                  <a:pt x="71431" y="981075"/>
                </a:cubicBezTo>
                <a:cubicBezTo>
                  <a:pt x="137577" y="1096433"/>
                  <a:pt x="269604" y="1124479"/>
                  <a:pt x="401631" y="1152525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41" name="直接连接符 240">
            <a:extLst>
              <a:ext uri="{FF2B5EF4-FFF2-40B4-BE49-F238E27FC236}">
                <a16:creationId xmlns:a16="http://schemas.microsoft.com/office/drawing/2014/main" id="{605CA73E-A68A-19DB-EE9B-7C4BB3007B72}"/>
              </a:ext>
            </a:extLst>
          </p:cNvPr>
          <p:cNvCxnSpPr>
            <a:cxnSpLocks/>
            <a:stCxn id="40" idx="0"/>
            <a:endCxn id="73" idx="2"/>
          </p:cNvCxnSpPr>
          <p:nvPr/>
        </p:nvCxnSpPr>
        <p:spPr>
          <a:xfrm flipV="1">
            <a:off x="7960062" y="6881233"/>
            <a:ext cx="418666" cy="62105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4" name="直接连接符 243">
            <a:extLst>
              <a:ext uri="{FF2B5EF4-FFF2-40B4-BE49-F238E27FC236}">
                <a16:creationId xmlns:a16="http://schemas.microsoft.com/office/drawing/2014/main" id="{6D66CAD8-00D0-0C8B-C651-56EC1AF83C3E}"/>
              </a:ext>
            </a:extLst>
          </p:cNvPr>
          <p:cNvCxnSpPr>
            <a:cxnSpLocks/>
            <a:stCxn id="40" idx="0"/>
            <a:endCxn id="106" idx="3"/>
          </p:cNvCxnSpPr>
          <p:nvPr/>
        </p:nvCxnSpPr>
        <p:spPr>
          <a:xfrm flipH="1" flipV="1">
            <a:off x="7169265" y="6582962"/>
            <a:ext cx="790797" cy="9193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7" name="直接连接符 246">
            <a:extLst>
              <a:ext uri="{FF2B5EF4-FFF2-40B4-BE49-F238E27FC236}">
                <a16:creationId xmlns:a16="http://schemas.microsoft.com/office/drawing/2014/main" id="{50224D18-826B-B44C-1C99-F0FB503FEC0E}"/>
              </a:ext>
            </a:extLst>
          </p:cNvPr>
          <p:cNvCxnSpPr>
            <a:cxnSpLocks/>
            <a:stCxn id="58" idx="3"/>
            <a:endCxn id="37" idx="1"/>
          </p:cNvCxnSpPr>
          <p:nvPr/>
        </p:nvCxnSpPr>
        <p:spPr>
          <a:xfrm>
            <a:off x="6602970" y="8347644"/>
            <a:ext cx="1109344" cy="55577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0" name="直接连接符 249">
            <a:extLst>
              <a:ext uri="{FF2B5EF4-FFF2-40B4-BE49-F238E27FC236}">
                <a16:creationId xmlns:a16="http://schemas.microsoft.com/office/drawing/2014/main" id="{6CB328B4-C3FB-03DC-C0AD-5EBF06AA1FFC}"/>
              </a:ext>
            </a:extLst>
          </p:cNvPr>
          <p:cNvCxnSpPr>
            <a:cxnSpLocks/>
            <a:stCxn id="58" idx="1"/>
            <a:endCxn id="49" idx="3"/>
          </p:cNvCxnSpPr>
          <p:nvPr/>
        </p:nvCxnSpPr>
        <p:spPr>
          <a:xfrm flipH="1">
            <a:off x="4704839" y="8347644"/>
            <a:ext cx="1466131" cy="94455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4" name="直接连接符 253">
            <a:extLst>
              <a:ext uri="{FF2B5EF4-FFF2-40B4-BE49-F238E27FC236}">
                <a16:creationId xmlns:a16="http://schemas.microsoft.com/office/drawing/2014/main" id="{4D0F4954-3D07-6901-9744-CD14CFE0D0A8}"/>
              </a:ext>
            </a:extLst>
          </p:cNvPr>
          <p:cNvCxnSpPr>
            <a:cxnSpLocks/>
            <a:stCxn id="49" idx="1"/>
            <a:endCxn id="52" idx="3"/>
          </p:cNvCxnSpPr>
          <p:nvPr/>
        </p:nvCxnSpPr>
        <p:spPr>
          <a:xfrm flipH="1" flipV="1">
            <a:off x="3201634" y="8603026"/>
            <a:ext cx="1071205" cy="68916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7" name="直接连接符 256">
            <a:extLst>
              <a:ext uri="{FF2B5EF4-FFF2-40B4-BE49-F238E27FC236}">
                <a16:creationId xmlns:a16="http://schemas.microsoft.com/office/drawing/2014/main" id="{C6C52933-E1EF-CF7B-7E3A-95743A0AA50C}"/>
              </a:ext>
            </a:extLst>
          </p:cNvPr>
          <p:cNvCxnSpPr>
            <a:cxnSpLocks/>
            <a:stCxn id="55" idx="1"/>
            <a:endCxn id="52" idx="0"/>
          </p:cNvCxnSpPr>
          <p:nvPr/>
        </p:nvCxnSpPr>
        <p:spPr>
          <a:xfrm flipH="1">
            <a:off x="2985634" y="6813508"/>
            <a:ext cx="1521955" cy="1573518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0" name="直接连接符 259">
            <a:extLst>
              <a:ext uri="{FF2B5EF4-FFF2-40B4-BE49-F238E27FC236}">
                <a16:creationId xmlns:a16="http://schemas.microsoft.com/office/drawing/2014/main" id="{A2AA0383-914E-E6EC-B773-95A9E8E383B6}"/>
              </a:ext>
            </a:extLst>
          </p:cNvPr>
          <p:cNvCxnSpPr>
            <a:cxnSpLocks/>
            <a:stCxn id="31" idx="1"/>
            <a:endCxn id="73" idx="3"/>
          </p:cNvCxnSpPr>
          <p:nvPr/>
        </p:nvCxnSpPr>
        <p:spPr>
          <a:xfrm flipH="1" flipV="1">
            <a:off x="8594728" y="6665233"/>
            <a:ext cx="1898699" cy="42891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4" name="直接连接符 263">
            <a:extLst>
              <a:ext uri="{FF2B5EF4-FFF2-40B4-BE49-F238E27FC236}">
                <a16:creationId xmlns:a16="http://schemas.microsoft.com/office/drawing/2014/main" id="{FF5E3B55-4C79-9150-8053-2DB332CB2103}"/>
              </a:ext>
            </a:extLst>
          </p:cNvPr>
          <p:cNvCxnSpPr>
            <a:cxnSpLocks/>
            <a:stCxn id="76" idx="3"/>
            <a:endCxn id="109" idx="1"/>
          </p:cNvCxnSpPr>
          <p:nvPr/>
        </p:nvCxnSpPr>
        <p:spPr>
          <a:xfrm flipV="1">
            <a:off x="8515108" y="5673562"/>
            <a:ext cx="645931" cy="106923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7" name="直接连接符 266">
            <a:extLst>
              <a:ext uri="{FF2B5EF4-FFF2-40B4-BE49-F238E27FC236}">
                <a16:creationId xmlns:a16="http://schemas.microsoft.com/office/drawing/2014/main" id="{803CCA63-8A27-4869-B1C5-062892537E3E}"/>
              </a:ext>
            </a:extLst>
          </p:cNvPr>
          <p:cNvCxnSpPr>
            <a:cxnSpLocks/>
            <a:stCxn id="115" idx="2"/>
            <a:endCxn id="109" idx="0"/>
          </p:cNvCxnSpPr>
          <p:nvPr/>
        </p:nvCxnSpPr>
        <p:spPr>
          <a:xfrm flipH="1">
            <a:off x="9377039" y="4614082"/>
            <a:ext cx="297523" cy="84348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0" name="直接连接符 269">
            <a:extLst>
              <a:ext uri="{FF2B5EF4-FFF2-40B4-BE49-F238E27FC236}">
                <a16:creationId xmlns:a16="http://schemas.microsoft.com/office/drawing/2014/main" id="{661784F2-696A-FEAA-DE67-0953E241D6DC}"/>
              </a:ext>
            </a:extLst>
          </p:cNvPr>
          <p:cNvCxnSpPr>
            <a:cxnSpLocks/>
            <a:stCxn id="151" idx="1"/>
            <a:endCxn id="109" idx="3"/>
          </p:cNvCxnSpPr>
          <p:nvPr/>
        </p:nvCxnSpPr>
        <p:spPr>
          <a:xfrm flipH="1">
            <a:off x="9593039" y="4911255"/>
            <a:ext cx="929672" cy="76230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3" name="直接连接符 272">
            <a:extLst>
              <a:ext uri="{FF2B5EF4-FFF2-40B4-BE49-F238E27FC236}">
                <a16:creationId xmlns:a16="http://schemas.microsoft.com/office/drawing/2014/main" id="{9C20A8E3-5CF7-B461-15BA-2486E53DABC2}"/>
              </a:ext>
            </a:extLst>
          </p:cNvPr>
          <p:cNvCxnSpPr>
            <a:cxnSpLocks/>
            <a:stCxn id="130" idx="0"/>
            <a:endCxn id="121" idx="1"/>
          </p:cNvCxnSpPr>
          <p:nvPr/>
        </p:nvCxnSpPr>
        <p:spPr>
          <a:xfrm flipV="1">
            <a:off x="9486054" y="2853333"/>
            <a:ext cx="501550" cy="4380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6" name="直接连接符 275">
            <a:extLst>
              <a:ext uri="{FF2B5EF4-FFF2-40B4-BE49-F238E27FC236}">
                <a16:creationId xmlns:a16="http://schemas.microsoft.com/office/drawing/2014/main" id="{644D6895-0683-D7A8-BD1D-83CE7DC64383}"/>
              </a:ext>
            </a:extLst>
          </p:cNvPr>
          <p:cNvCxnSpPr>
            <a:cxnSpLocks/>
            <a:stCxn id="121" idx="3"/>
            <a:endCxn id="124" idx="2"/>
          </p:cNvCxnSpPr>
          <p:nvPr/>
        </p:nvCxnSpPr>
        <p:spPr>
          <a:xfrm flipV="1">
            <a:off x="10419604" y="2267764"/>
            <a:ext cx="447057" cy="58556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9" name="直接连接符 278">
            <a:extLst>
              <a:ext uri="{FF2B5EF4-FFF2-40B4-BE49-F238E27FC236}">
                <a16:creationId xmlns:a16="http://schemas.microsoft.com/office/drawing/2014/main" id="{E8748765-96DF-90D8-289F-B3E10A88F41E}"/>
              </a:ext>
            </a:extLst>
          </p:cNvPr>
          <p:cNvCxnSpPr>
            <a:cxnSpLocks/>
            <a:stCxn id="121" idx="3"/>
            <a:endCxn id="133" idx="0"/>
          </p:cNvCxnSpPr>
          <p:nvPr/>
        </p:nvCxnSpPr>
        <p:spPr>
          <a:xfrm>
            <a:off x="10419604" y="2853333"/>
            <a:ext cx="222150" cy="4126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2" name="直接连接符 281">
            <a:extLst>
              <a:ext uri="{FF2B5EF4-FFF2-40B4-BE49-F238E27FC236}">
                <a16:creationId xmlns:a16="http://schemas.microsoft.com/office/drawing/2014/main" id="{BAF6374B-00CE-4F9C-726D-B7698FE9486C}"/>
              </a:ext>
            </a:extLst>
          </p:cNvPr>
          <p:cNvCxnSpPr>
            <a:cxnSpLocks/>
            <a:stCxn id="130" idx="3"/>
            <a:endCxn id="133" idx="1"/>
          </p:cNvCxnSpPr>
          <p:nvPr/>
        </p:nvCxnSpPr>
        <p:spPr>
          <a:xfrm flipV="1">
            <a:off x="9702054" y="3481983"/>
            <a:ext cx="723700" cy="254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5" name="直接连接符 284">
            <a:extLst>
              <a:ext uri="{FF2B5EF4-FFF2-40B4-BE49-F238E27FC236}">
                <a16:creationId xmlns:a16="http://schemas.microsoft.com/office/drawing/2014/main" id="{4F27260C-DCD6-A636-C7F2-79736D80F8BC}"/>
              </a:ext>
            </a:extLst>
          </p:cNvPr>
          <p:cNvCxnSpPr>
            <a:cxnSpLocks/>
            <a:stCxn id="124" idx="3"/>
            <a:endCxn id="127" idx="1"/>
          </p:cNvCxnSpPr>
          <p:nvPr/>
        </p:nvCxnSpPr>
        <p:spPr>
          <a:xfrm flipV="1">
            <a:off x="11082661" y="802358"/>
            <a:ext cx="1937275" cy="1249406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8" name="直接连接符 287">
            <a:extLst>
              <a:ext uri="{FF2B5EF4-FFF2-40B4-BE49-F238E27FC236}">
                <a16:creationId xmlns:a16="http://schemas.microsoft.com/office/drawing/2014/main" id="{5CB42015-5D5B-A19A-ACAC-97FA91C8DD5A}"/>
              </a:ext>
            </a:extLst>
          </p:cNvPr>
          <p:cNvCxnSpPr>
            <a:cxnSpLocks/>
            <a:stCxn id="4" idx="3"/>
            <a:endCxn id="13" idx="1"/>
          </p:cNvCxnSpPr>
          <p:nvPr/>
        </p:nvCxnSpPr>
        <p:spPr>
          <a:xfrm>
            <a:off x="11997057" y="7846739"/>
            <a:ext cx="830707" cy="38344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1" name="直接连接符 290">
            <a:extLst>
              <a:ext uri="{FF2B5EF4-FFF2-40B4-BE49-F238E27FC236}">
                <a16:creationId xmlns:a16="http://schemas.microsoft.com/office/drawing/2014/main" id="{FD8299A3-8500-8D2E-32CA-FF98897DFE18}"/>
              </a:ext>
            </a:extLst>
          </p:cNvPr>
          <p:cNvCxnSpPr>
            <a:cxnSpLocks/>
            <a:stCxn id="22" idx="0"/>
            <a:endCxn id="19" idx="2"/>
          </p:cNvCxnSpPr>
          <p:nvPr/>
        </p:nvCxnSpPr>
        <p:spPr>
          <a:xfrm flipH="1" flipV="1">
            <a:off x="12268431" y="6774185"/>
            <a:ext cx="216749" cy="542179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4" name="直接连接符 293">
            <a:extLst>
              <a:ext uri="{FF2B5EF4-FFF2-40B4-BE49-F238E27FC236}">
                <a16:creationId xmlns:a16="http://schemas.microsoft.com/office/drawing/2014/main" id="{69C3CA14-1B15-4487-18EB-BA265752CE4F}"/>
              </a:ext>
            </a:extLst>
          </p:cNvPr>
          <p:cNvCxnSpPr>
            <a:cxnSpLocks/>
            <a:stCxn id="73" idx="0"/>
            <a:endCxn id="109" idx="1"/>
          </p:cNvCxnSpPr>
          <p:nvPr/>
        </p:nvCxnSpPr>
        <p:spPr>
          <a:xfrm flipV="1">
            <a:off x="8378728" y="5673562"/>
            <a:ext cx="782311" cy="77567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7" name="直接连接符 296">
            <a:extLst>
              <a:ext uri="{FF2B5EF4-FFF2-40B4-BE49-F238E27FC236}">
                <a16:creationId xmlns:a16="http://schemas.microsoft.com/office/drawing/2014/main" id="{1DD95860-386D-9C14-1E30-2434F912995B}"/>
              </a:ext>
            </a:extLst>
          </p:cNvPr>
          <p:cNvCxnSpPr>
            <a:cxnSpLocks/>
            <a:stCxn id="34" idx="1"/>
            <a:endCxn id="148" idx="3"/>
          </p:cNvCxnSpPr>
          <p:nvPr/>
        </p:nvCxnSpPr>
        <p:spPr>
          <a:xfrm flipH="1">
            <a:off x="10595350" y="5865535"/>
            <a:ext cx="568966" cy="2467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" name="直接连接符 299">
            <a:extLst>
              <a:ext uri="{FF2B5EF4-FFF2-40B4-BE49-F238E27FC236}">
                <a16:creationId xmlns:a16="http://schemas.microsoft.com/office/drawing/2014/main" id="{3D420457-28F1-E80B-A14E-2188700C5DBA}"/>
              </a:ext>
            </a:extLst>
          </p:cNvPr>
          <p:cNvCxnSpPr>
            <a:cxnSpLocks/>
            <a:stCxn id="19" idx="0"/>
            <a:endCxn id="34" idx="3"/>
          </p:cNvCxnSpPr>
          <p:nvPr/>
        </p:nvCxnSpPr>
        <p:spPr>
          <a:xfrm flipH="1" flipV="1">
            <a:off x="11596316" y="5865535"/>
            <a:ext cx="672115" cy="4766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3" name="直接连接符 302">
            <a:extLst>
              <a:ext uri="{FF2B5EF4-FFF2-40B4-BE49-F238E27FC236}">
                <a16:creationId xmlns:a16="http://schemas.microsoft.com/office/drawing/2014/main" id="{33DF3EED-A8ED-1E1D-71D1-9DF2B634958B}"/>
              </a:ext>
            </a:extLst>
          </p:cNvPr>
          <p:cNvCxnSpPr>
            <a:cxnSpLocks/>
            <a:stCxn id="19" idx="1"/>
            <a:endCxn id="31" idx="3"/>
          </p:cNvCxnSpPr>
          <p:nvPr/>
        </p:nvCxnSpPr>
        <p:spPr>
          <a:xfrm flipH="1">
            <a:off x="10925427" y="6558185"/>
            <a:ext cx="1127004" cy="53596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6" name="直接连接符 305">
            <a:extLst>
              <a:ext uri="{FF2B5EF4-FFF2-40B4-BE49-F238E27FC236}">
                <a16:creationId xmlns:a16="http://schemas.microsoft.com/office/drawing/2014/main" id="{109ECF3F-A0AE-E744-B7C0-36152CFD31E5}"/>
              </a:ext>
            </a:extLst>
          </p:cNvPr>
          <p:cNvCxnSpPr>
            <a:cxnSpLocks/>
            <a:stCxn id="82" idx="3"/>
            <a:endCxn id="85" idx="1"/>
          </p:cNvCxnSpPr>
          <p:nvPr/>
        </p:nvCxnSpPr>
        <p:spPr>
          <a:xfrm flipV="1">
            <a:off x="3796668" y="5256872"/>
            <a:ext cx="1005390" cy="5525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0" name="直接连接符 309">
            <a:extLst>
              <a:ext uri="{FF2B5EF4-FFF2-40B4-BE49-F238E27FC236}">
                <a16:creationId xmlns:a16="http://schemas.microsoft.com/office/drawing/2014/main" id="{ADB5D64E-EFE3-9EEC-FF6A-31D891203296}"/>
              </a:ext>
            </a:extLst>
          </p:cNvPr>
          <p:cNvCxnSpPr>
            <a:cxnSpLocks/>
            <a:stCxn id="115" idx="3"/>
            <a:endCxn id="133" idx="2"/>
          </p:cNvCxnSpPr>
          <p:nvPr/>
        </p:nvCxnSpPr>
        <p:spPr>
          <a:xfrm flipV="1">
            <a:off x="9890562" y="3697983"/>
            <a:ext cx="751192" cy="7000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4" name="直接连接符 313">
            <a:extLst>
              <a:ext uri="{FF2B5EF4-FFF2-40B4-BE49-F238E27FC236}">
                <a16:creationId xmlns:a16="http://schemas.microsoft.com/office/drawing/2014/main" id="{E413FFC6-4A22-4BA4-F03F-215D89E5EFE2}"/>
              </a:ext>
            </a:extLst>
          </p:cNvPr>
          <p:cNvCxnSpPr>
            <a:cxnSpLocks/>
            <a:stCxn id="82" idx="2"/>
            <a:endCxn id="55" idx="0"/>
          </p:cNvCxnSpPr>
          <p:nvPr/>
        </p:nvCxnSpPr>
        <p:spPr>
          <a:xfrm>
            <a:off x="3580668" y="6025410"/>
            <a:ext cx="1142921" cy="572098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8" name="直接连接符 317">
            <a:extLst>
              <a:ext uri="{FF2B5EF4-FFF2-40B4-BE49-F238E27FC236}">
                <a16:creationId xmlns:a16="http://schemas.microsoft.com/office/drawing/2014/main" id="{B25BD464-32C8-7DCA-493C-BB0F868EE2AE}"/>
              </a:ext>
            </a:extLst>
          </p:cNvPr>
          <p:cNvCxnSpPr>
            <a:cxnSpLocks/>
            <a:stCxn id="106" idx="1"/>
            <a:endCxn id="55" idx="3"/>
          </p:cNvCxnSpPr>
          <p:nvPr/>
        </p:nvCxnSpPr>
        <p:spPr>
          <a:xfrm flipH="1">
            <a:off x="4939589" y="6582962"/>
            <a:ext cx="1797676" cy="230546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1" name="直接连接符 320">
            <a:extLst>
              <a:ext uri="{FF2B5EF4-FFF2-40B4-BE49-F238E27FC236}">
                <a16:creationId xmlns:a16="http://schemas.microsoft.com/office/drawing/2014/main" id="{DE31E26C-E66A-B6FC-C20A-5A47B74FE57B}"/>
              </a:ext>
            </a:extLst>
          </p:cNvPr>
          <p:cNvCxnSpPr>
            <a:cxnSpLocks/>
            <a:stCxn id="88" idx="3"/>
            <a:endCxn id="82" idx="0"/>
          </p:cNvCxnSpPr>
          <p:nvPr/>
        </p:nvCxnSpPr>
        <p:spPr>
          <a:xfrm>
            <a:off x="2904113" y="4791147"/>
            <a:ext cx="676555" cy="8022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4" name="直接连接符 323">
            <a:extLst>
              <a:ext uri="{FF2B5EF4-FFF2-40B4-BE49-F238E27FC236}">
                <a16:creationId xmlns:a16="http://schemas.microsoft.com/office/drawing/2014/main" id="{E73FCC33-8266-E1D2-48F7-B2907C9D7D1B}"/>
              </a:ext>
            </a:extLst>
          </p:cNvPr>
          <p:cNvCxnSpPr>
            <a:cxnSpLocks/>
            <a:stCxn id="142" idx="3"/>
            <a:endCxn id="88" idx="0"/>
          </p:cNvCxnSpPr>
          <p:nvPr/>
        </p:nvCxnSpPr>
        <p:spPr>
          <a:xfrm>
            <a:off x="1902811" y="3397125"/>
            <a:ext cx="785302" cy="117802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7" name="直接连接符 326">
            <a:extLst>
              <a:ext uri="{FF2B5EF4-FFF2-40B4-BE49-F238E27FC236}">
                <a16:creationId xmlns:a16="http://schemas.microsoft.com/office/drawing/2014/main" id="{F3DFDCFF-0F6B-A2FF-3728-F78DE04D0963}"/>
              </a:ext>
            </a:extLst>
          </p:cNvPr>
          <p:cNvCxnSpPr>
            <a:cxnSpLocks/>
            <a:stCxn id="145" idx="3"/>
            <a:endCxn id="142" idx="1"/>
          </p:cNvCxnSpPr>
          <p:nvPr/>
        </p:nvCxnSpPr>
        <p:spPr>
          <a:xfrm>
            <a:off x="620111" y="2636040"/>
            <a:ext cx="850700" cy="7610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0" name="直接连接符 329">
            <a:extLst>
              <a:ext uri="{FF2B5EF4-FFF2-40B4-BE49-F238E27FC236}">
                <a16:creationId xmlns:a16="http://schemas.microsoft.com/office/drawing/2014/main" id="{8B189FA1-C5BB-FCFC-6BF2-6CE31DAB74F6}"/>
              </a:ext>
            </a:extLst>
          </p:cNvPr>
          <p:cNvCxnSpPr>
            <a:cxnSpLocks/>
            <a:stCxn id="40" idx="3"/>
            <a:endCxn id="43" idx="0"/>
          </p:cNvCxnSpPr>
          <p:nvPr/>
        </p:nvCxnSpPr>
        <p:spPr>
          <a:xfrm>
            <a:off x="8176062" y="7718292"/>
            <a:ext cx="1126680" cy="76269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3" name="直接连接符 332">
            <a:extLst>
              <a:ext uri="{FF2B5EF4-FFF2-40B4-BE49-F238E27FC236}">
                <a16:creationId xmlns:a16="http://schemas.microsoft.com/office/drawing/2014/main" id="{0FCB8C67-0157-26DD-67F2-71405F268110}"/>
              </a:ext>
            </a:extLst>
          </p:cNvPr>
          <p:cNvCxnSpPr>
            <a:cxnSpLocks/>
            <a:stCxn id="61" idx="2"/>
            <a:endCxn id="34" idx="0"/>
          </p:cNvCxnSpPr>
          <p:nvPr/>
        </p:nvCxnSpPr>
        <p:spPr>
          <a:xfrm flipH="1">
            <a:off x="11380316" y="5405147"/>
            <a:ext cx="632052" cy="2443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6" name="直接连接符 335">
            <a:extLst>
              <a:ext uri="{FF2B5EF4-FFF2-40B4-BE49-F238E27FC236}">
                <a16:creationId xmlns:a16="http://schemas.microsoft.com/office/drawing/2014/main" id="{1BC6FDA4-DEE2-BB2F-9943-855148FED7CB}"/>
              </a:ext>
            </a:extLst>
          </p:cNvPr>
          <p:cNvCxnSpPr>
            <a:cxnSpLocks/>
            <a:stCxn id="64" idx="2"/>
            <a:endCxn id="61" idx="0"/>
          </p:cNvCxnSpPr>
          <p:nvPr/>
        </p:nvCxnSpPr>
        <p:spPr>
          <a:xfrm flipH="1">
            <a:off x="12012368" y="4428416"/>
            <a:ext cx="101805" cy="54473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9" name="直接连接符 338">
            <a:extLst>
              <a:ext uri="{FF2B5EF4-FFF2-40B4-BE49-F238E27FC236}">
                <a16:creationId xmlns:a16="http://schemas.microsoft.com/office/drawing/2014/main" id="{181CB10B-A901-30AD-B77E-5DF80BAFF19C}"/>
              </a:ext>
            </a:extLst>
          </p:cNvPr>
          <p:cNvCxnSpPr>
            <a:cxnSpLocks/>
            <a:stCxn id="112" idx="3"/>
            <a:endCxn id="64" idx="1"/>
          </p:cNvCxnSpPr>
          <p:nvPr/>
        </p:nvCxnSpPr>
        <p:spPr>
          <a:xfrm>
            <a:off x="11637847" y="4078141"/>
            <a:ext cx="260326" cy="1342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2" name="直接连接符 341">
            <a:extLst>
              <a:ext uri="{FF2B5EF4-FFF2-40B4-BE49-F238E27FC236}">
                <a16:creationId xmlns:a16="http://schemas.microsoft.com/office/drawing/2014/main" id="{45F0A590-E776-881E-9937-2043D6588B07}"/>
              </a:ext>
            </a:extLst>
          </p:cNvPr>
          <p:cNvCxnSpPr>
            <a:cxnSpLocks/>
            <a:stCxn id="112" idx="2"/>
            <a:endCxn id="151" idx="3"/>
          </p:cNvCxnSpPr>
          <p:nvPr/>
        </p:nvCxnSpPr>
        <p:spPr>
          <a:xfrm flipH="1">
            <a:off x="10954711" y="4294141"/>
            <a:ext cx="467136" cy="617114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5" name="直接连接符 344">
            <a:extLst>
              <a:ext uri="{FF2B5EF4-FFF2-40B4-BE49-F238E27FC236}">
                <a16:creationId xmlns:a16="http://schemas.microsoft.com/office/drawing/2014/main" id="{500BA690-17B5-8A01-A555-4BD29D303186}"/>
              </a:ext>
            </a:extLst>
          </p:cNvPr>
          <p:cNvCxnSpPr>
            <a:cxnSpLocks/>
            <a:stCxn id="133" idx="3"/>
            <a:endCxn id="112" idx="1"/>
          </p:cNvCxnSpPr>
          <p:nvPr/>
        </p:nvCxnSpPr>
        <p:spPr>
          <a:xfrm>
            <a:off x="10857754" y="3481983"/>
            <a:ext cx="348093" cy="59615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8" name="直接连接符 347">
            <a:extLst>
              <a:ext uri="{FF2B5EF4-FFF2-40B4-BE49-F238E27FC236}">
                <a16:creationId xmlns:a16="http://schemas.microsoft.com/office/drawing/2014/main" id="{B06BC0A9-8C00-9DBD-799F-4BA38D5A53D2}"/>
              </a:ext>
            </a:extLst>
          </p:cNvPr>
          <p:cNvCxnSpPr>
            <a:cxnSpLocks/>
            <a:stCxn id="151" idx="3"/>
            <a:endCxn id="61" idx="1"/>
          </p:cNvCxnSpPr>
          <p:nvPr/>
        </p:nvCxnSpPr>
        <p:spPr>
          <a:xfrm>
            <a:off x="10954711" y="4911255"/>
            <a:ext cx="841657" cy="27789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2" name="直接连接符 351">
            <a:extLst>
              <a:ext uri="{FF2B5EF4-FFF2-40B4-BE49-F238E27FC236}">
                <a16:creationId xmlns:a16="http://schemas.microsoft.com/office/drawing/2014/main" id="{5D7633BC-1539-6FF9-84A8-FBDB00871015}"/>
              </a:ext>
            </a:extLst>
          </p:cNvPr>
          <p:cNvCxnSpPr>
            <a:cxnSpLocks/>
            <a:stCxn id="115" idx="3"/>
            <a:endCxn id="151" idx="1"/>
          </p:cNvCxnSpPr>
          <p:nvPr/>
        </p:nvCxnSpPr>
        <p:spPr>
          <a:xfrm>
            <a:off x="9890562" y="4398082"/>
            <a:ext cx="632149" cy="51317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5" name="直接连接符 354">
            <a:extLst>
              <a:ext uri="{FF2B5EF4-FFF2-40B4-BE49-F238E27FC236}">
                <a16:creationId xmlns:a16="http://schemas.microsoft.com/office/drawing/2014/main" id="{68AAFBA5-0AFE-27E5-138C-164396FBA1E8}"/>
              </a:ext>
            </a:extLst>
          </p:cNvPr>
          <p:cNvCxnSpPr>
            <a:cxnSpLocks/>
            <a:stCxn id="67" idx="0"/>
            <a:endCxn id="103" idx="2"/>
          </p:cNvCxnSpPr>
          <p:nvPr/>
        </p:nvCxnSpPr>
        <p:spPr>
          <a:xfrm flipV="1">
            <a:off x="7468413" y="4911255"/>
            <a:ext cx="7116" cy="533552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41416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组合 18">
            <a:extLst>
              <a:ext uri="{FF2B5EF4-FFF2-40B4-BE49-F238E27FC236}">
                <a16:creationId xmlns:a16="http://schemas.microsoft.com/office/drawing/2014/main" id="{52FDA580-41C6-18D1-D6C4-0D3150E54A08}"/>
              </a:ext>
            </a:extLst>
          </p:cNvPr>
          <p:cNvGrpSpPr/>
          <p:nvPr/>
        </p:nvGrpSpPr>
        <p:grpSpPr>
          <a:xfrm>
            <a:off x="864000" y="4887175"/>
            <a:ext cx="4608000" cy="1152000"/>
            <a:chOff x="1440000" y="6480000"/>
            <a:chExt cx="4608000" cy="1152000"/>
          </a:xfrm>
        </p:grpSpPr>
        <p:sp>
          <p:nvSpPr>
            <p:cNvPr id="2" name="矩形: 圆角 1">
              <a:extLst>
                <a:ext uri="{FF2B5EF4-FFF2-40B4-BE49-F238E27FC236}">
                  <a16:creationId xmlns:a16="http://schemas.microsoft.com/office/drawing/2014/main" id="{794C4425-4100-70D6-06BC-798780FB7367}"/>
                </a:ext>
              </a:extLst>
            </p:cNvPr>
            <p:cNvSpPr/>
            <p:nvPr/>
          </p:nvSpPr>
          <p:spPr>
            <a:xfrm>
              <a:off x="1440000" y="6480000"/>
              <a:ext cx="576000" cy="576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</a:rPr>
                <a:t>1VP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3" name="矩形: 圆角 2">
              <a:extLst>
                <a:ext uri="{FF2B5EF4-FFF2-40B4-BE49-F238E27FC236}">
                  <a16:creationId xmlns:a16="http://schemas.microsoft.com/office/drawing/2014/main" id="{FDEBC8C6-8FFD-75E6-6282-85AFDE95B487}"/>
                </a:ext>
              </a:extLst>
            </p:cNvPr>
            <p:cNvSpPr/>
            <p:nvPr/>
          </p:nvSpPr>
          <p:spPr>
            <a:xfrm>
              <a:off x="2016000" y="6480000"/>
              <a:ext cx="576000" cy="576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</a:rPr>
                <a:t>1J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4" name="矩形: 圆角 3">
              <a:extLst>
                <a:ext uri="{FF2B5EF4-FFF2-40B4-BE49-F238E27FC236}">
                  <a16:creationId xmlns:a16="http://schemas.microsoft.com/office/drawing/2014/main" id="{D6E70BA1-14ED-58D3-04AA-530A295533EF}"/>
                </a:ext>
              </a:extLst>
            </p:cNvPr>
            <p:cNvSpPr/>
            <p:nvPr/>
          </p:nvSpPr>
          <p:spPr>
            <a:xfrm>
              <a:off x="2592000" y="6480000"/>
              <a:ext cx="576000" cy="576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</a:rPr>
                <a:t>2VP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7409E60B-6192-11CF-53D8-801E1AF2EFFC}"/>
                </a:ext>
              </a:extLst>
            </p:cNvPr>
            <p:cNvSpPr/>
            <p:nvPr/>
          </p:nvSpPr>
          <p:spPr>
            <a:xfrm>
              <a:off x="3168000" y="6480000"/>
              <a:ext cx="576000" cy="576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</a:rPr>
                <a:t>3VP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6" name="矩形: 圆角 5">
              <a:extLst>
                <a:ext uri="{FF2B5EF4-FFF2-40B4-BE49-F238E27FC236}">
                  <a16:creationId xmlns:a16="http://schemas.microsoft.com/office/drawing/2014/main" id="{48A6CA4F-B0EF-DC03-42BB-BEBD24C68845}"/>
                </a:ext>
              </a:extLst>
            </p:cNvPr>
            <p:cNvSpPr/>
            <p:nvPr/>
          </p:nvSpPr>
          <p:spPr>
            <a:xfrm>
              <a:off x="3744000" y="6480000"/>
              <a:ext cx="576000" cy="576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</a:rPr>
                <a:t>2J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7" name="矩形: 圆角 6">
              <a:extLst>
                <a:ext uri="{FF2B5EF4-FFF2-40B4-BE49-F238E27FC236}">
                  <a16:creationId xmlns:a16="http://schemas.microsoft.com/office/drawing/2014/main" id="{ADF8ED2A-1D41-564B-E482-FBDE6CBB8E86}"/>
                </a:ext>
              </a:extLst>
            </p:cNvPr>
            <p:cNvSpPr/>
            <p:nvPr/>
          </p:nvSpPr>
          <p:spPr>
            <a:xfrm>
              <a:off x="4320000" y="6480000"/>
              <a:ext cx="576000" cy="576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</a:rPr>
                <a:t>4VP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314A5912-1DB1-B917-604B-5E2FE6A08ED9}"/>
                </a:ext>
              </a:extLst>
            </p:cNvPr>
            <p:cNvSpPr/>
            <p:nvPr/>
          </p:nvSpPr>
          <p:spPr>
            <a:xfrm>
              <a:off x="4896000" y="6480000"/>
              <a:ext cx="576000" cy="576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</a:rPr>
                <a:t>5VP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9" name="矩形: 圆角 8">
              <a:extLst>
                <a:ext uri="{FF2B5EF4-FFF2-40B4-BE49-F238E27FC236}">
                  <a16:creationId xmlns:a16="http://schemas.microsoft.com/office/drawing/2014/main" id="{E1FB7C6D-2411-391D-F9BD-D18EDCF2955D}"/>
                </a:ext>
              </a:extLst>
            </p:cNvPr>
            <p:cNvSpPr/>
            <p:nvPr/>
          </p:nvSpPr>
          <p:spPr>
            <a:xfrm>
              <a:off x="5472000" y="6480000"/>
              <a:ext cx="576000" cy="576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</a:rPr>
                <a:t>6VP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1" name="矩形: 圆角 10">
              <a:extLst>
                <a:ext uri="{FF2B5EF4-FFF2-40B4-BE49-F238E27FC236}">
                  <a16:creationId xmlns:a16="http://schemas.microsoft.com/office/drawing/2014/main" id="{1E1BA07E-9BA7-C935-2B2E-3BB2B52F5A43}"/>
                </a:ext>
              </a:extLst>
            </p:cNvPr>
            <p:cNvSpPr/>
            <p:nvPr/>
          </p:nvSpPr>
          <p:spPr>
            <a:xfrm>
              <a:off x="1440000" y="7056000"/>
              <a:ext cx="576000" cy="576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</a:rPr>
                <a:t>3J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F8BFFC66-C2DE-2098-B7A4-B889EBA74078}"/>
                </a:ext>
              </a:extLst>
            </p:cNvPr>
            <p:cNvSpPr/>
            <p:nvPr/>
          </p:nvSpPr>
          <p:spPr>
            <a:xfrm>
              <a:off x="2016000" y="7056000"/>
              <a:ext cx="576000" cy="576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</a:rPr>
                <a:t>7VP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41E8D8EF-7E28-DFCE-3729-FA8CD64E4A53}"/>
                </a:ext>
              </a:extLst>
            </p:cNvPr>
            <p:cNvSpPr/>
            <p:nvPr/>
          </p:nvSpPr>
          <p:spPr>
            <a:xfrm>
              <a:off x="2592000" y="7056000"/>
              <a:ext cx="576000" cy="576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</a:rPr>
                <a:t>8VP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4" name="矩形: 圆角 13">
              <a:extLst>
                <a:ext uri="{FF2B5EF4-FFF2-40B4-BE49-F238E27FC236}">
                  <a16:creationId xmlns:a16="http://schemas.microsoft.com/office/drawing/2014/main" id="{72BD78E7-51AB-07B1-90DF-892FF2D8F0A2}"/>
                </a:ext>
              </a:extLst>
            </p:cNvPr>
            <p:cNvSpPr/>
            <p:nvPr/>
          </p:nvSpPr>
          <p:spPr>
            <a:xfrm>
              <a:off x="3168000" y="7056000"/>
              <a:ext cx="576000" cy="576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</a:rPr>
                <a:t>9VP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5" name="矩形: 圆角 14">
              <a:extLst>
                <a:ext uri="{FF2B5EF4-FFF2-40B4-BE49-F238E27FC236}">
                  <a16:creationId xmlns:a16="http://schemas.microsoft.com/office/drawing/2014/main" id="{EAA3F750-58E9-B539-C7D0-532310430CDF}"/>
                </a:ext>
              </a:extLst>
            </p:cNvPr>
            <p:cNvSpPr/>
            <p:nvPr/>
          </p:nvSpPr>
          <p:spPr>
            <a:xfrm>
              <a:off x="3744000" y="7056000"/>
              <a:ext cx="576000" cy="576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</a:rPr>
                <a:t>10</a:t>
              </a:r>
            </a:p>
            <a:p>
              <a:pPr algn="ctr"/>
              <a:r>
                <a:rPr lang="en-US" altLang="zh-CN" sz="1400" dirty="0">
                  <a:solidFill>
                    <a:schemeClr val="tx1"/>
                  </a:solidFill>
                </a:rPr>
                <a:t>VP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6" name="矩形: 圆角 15">
              <a:extLst>
                <a:ext uri="{FF2B5EF4-FFF2-40B4-BE49-F238E27FC236}">
                  <a16:creationId xmlns:a16="http://schemas.microsoft.com/office/drawing/2014/main" id="{83124D6F-45BB-3F37-8CDB-8191A993EF92}"/>
                </a:ext>
              </a:extLst>
            </p:cNvPr>
            <p:cNvSpPr/>
            <p:nvPr/>
          </p:nvSpPr>
          <p:spPr>
            <a:xfrm>
              <a:off x="4320000" y="7056000"/>
              <a:ext cx="576000" cy="576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</a:rPr>
                <a:t>4J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7" name="矩形: 圆角 16">
              <a:extLst>
                <a:ext uri="{FF2B5EF4-FFF2-40B4-BE49-F238E27FC236}">
                  <a16:creationId xmlns:a16="http://schemas.microsoft.com/office/drawing/2014/main" id="{F2AE0C8B-C92F-299D-01FF-20CA7C69FAA8}"/>
                </a:ext>
              </a:extLst>
            </p:cNvPr>
            <p:cNvSpPr/>
            <p:nvPr/>
          </p:nvSpPr>
          <p:spPr>
            <a:xfrm>
              <a:off x="4896000" y="7056000"/>
              <a:ext cx="576000" cy="576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</a:rPr>
                <a:t>11</a:t>
              </a:r>
            </a:p>
            <a:p>
              <a:pPr algn="ctr"/>
              <a:r>
                <a:rPr lang="en-US" altLang="zh-CN" sz="1400" dirty="0">
                  <a:solidFill>
                    <a:schemeClr val="tx1"/>
                  </a:solidFill>
                </a:rPr>
                <a:t>VP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8" name="矩形: 圆角 17">
              <a:extLst>
                <a:ext uri="{FF2B5EF4-FFF2-40B4-BE49-F238E27FC236}">
                  <a16:creationId xmlns:a16="http://schemas.microsoft.com/office/drawing/2014/main" id="{89C5F845-878B-1361-EE6D-315DD026F3C6}"/>
                </a:ext>
              </a:extLst>
            </p:cNvPr>
            <p:cNvSpPr/>
            <p:nvPr/>
          </p:nvSpPr>
          <p:spPr>
            <a:xfrm>
              <a:off x="5472000" y="7056000"/>
              <a:ext cx="576000" cy="576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</a:rPr>
                <a:t>12</a:t>
              </a:r>
            </a:p>
            <a:p>
              <a:pPr algn="ctr"/>
              <a:r>
                <a:rPr lang="en-US" altLang="zh-CN" sz="1400" dirty="0">
                  <a:solidFill>
                    <a:schemeClr val="tx1"/>
                  </a:solidFill>
                </a:rPr>
                <a:t>VP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89413E3A-AFFF-8DCD-30BE-1BB917645773}"/>
              </a:ext>
            </a:extLst>
          </p:cNvPr>
          <p:cNvGrpSpPr/>
          <p:nvPr/>
        </p:nvGrpSpPr>
        <p:grpSpPr>
          <a:xfrm>
            <a:off x="1440000" y="8010350"/>
            <a:ext cx="4608000" cy="1152000"/>
            <a:chOff x="1440000" y="6480000"/>
            <a:chExt cx="4608000" cy="1152000"/>
          </a:xfrm>
        </p:grpSpPr>
        <p:sp>
          <p:nvSpPr>
            <p:cNvPr id="21" name="矩形: 圆角 20">
              <a:extLst>
                <a:ext uri="{FF2B5EF4-FFF2-40B4-BE49-F238E27FC236}">
                  <a16:creationId xmlns:a16="http://schemas.microsoft.com/office/drawing/2014/main" id="{09DC5BF8-FCC1-6CAF-CFAF-6F40B8AA1F89}"/>
                </a:ext>
              </a:extLst>
            </p:cNvPr>
            <p:cNvSpPr/>
            <p:nvPr/>
          </p:nvSpPr>
          <p:spPr>
            <a:xfrm>
              <a:off x="1440000" y="6480000"/>
              <a:ext cx="576000" cy="576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</a:rPr>
                <a:t>13</a:t>
              </a:r>
            </a:p>
            <a:p>
              <a:pPr algn="ctr"/>
              <a:r>
                <a:rPr lang="en-US" altLang="zh-CN" sz="1400" dirty="0">
                  <a:solidFill>
                    <a:schemeClr val="tx1"/>
                  </a:solidFill>
                </a:rPr>
                <a:t>VP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22" name="矩形: 圆角 21">
              <a:extLst>
                <a:ext uri="{FF2B5EF4-FFF2-40B4-BE49-F238E27FC236}">
                  <a16:creationId xmlns:a16="http://schemas.microsoft.com/office/drawing/2014/main" id="{A0C226CB-82AF-2DC6-5F19-B8D5A77669D1}"/>
                </a:ext>
              </a:extLst>
            </p:cNvPr>
            <p:cNvSpPr/>
            <p:nvPr/>
          </p:nvSpPr>
          <p:spPr>
            <a:xfrm>
              <a:off x="2016000" y="6480000"/>
              <a:ext cx="576000" cy="576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</a:rPr>
                <a:t>14</a:t>
              </a:r>
            </a:p>
            <a:p>
              <a:pPr algn="ctr"/>
              <a:r>
                <a:rPr lang="en-US" altLang="zh-CN" sz="1400" dirty="0">
                  <a:solidFill>
                    <a:schemeClr val="tx1"/>
                  </a:solidFill>
                </a:rPr>
                <a:t>VP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23" name="矩形: 圆角 22">
              <a:extLst>
                <a:ext uri="{FF2B5EF4-FFF2-40B4-BE49-F238E27FC236}">
                  <a16:creationId xmlns:a16="http://schemas.microsoft.com/office/drawing/2014/main" id="{915B3DC8-381C-DBD0-4152-A319B1CF3A56}"/>
                </a:ext>
              </a:extLst>
            </p:cNvPr>
            <p:cNvSpPr/>
            <p:nvPr/>
          </p:nvSpPr>
          <p:spPr>
            <a:xfrm>
              <a:off x="2592000" y="6480000"/>
              <a:ext cx="576000" cy="576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</a:rPr>
                <a:t>5J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87EEA9BC-D762-EAB6-BE23-37AC628DDBCA}"/>
                </a:ext>
              </a:extLst>
            </p:cNvPr>
            <p:cNvSpPr/>
            <p:nvPr/>
          </p:nvSpPr>
          <p:spPr>
            <a:xfrm>
              <a:off x="3168000" y="6480000"/>
              <a:ext cx="576000" cy="576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</a:rPr>
                <a:t>15</a:t>
              </a:r>
            </a:p>
            <a:p>
              <a:pPr algn="ctr"/>
              <a:r>
                <a:rPr lang="en-US" altLang="zh-CN" sz="1400" dirty="0">
                  <a:solidFill>
                    <a:schemeClr val="tx1"/>
                  </a:solidFill>
                </a:rPr>
                <a:t>VP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25" name="矩形: 圆角 24">
              <a:extLst>
                <a:ext uri="{FF2B5EF4-FFF2-40B4-BE49-F238E27FC236}">
                  <a16:creationId xmlns:a16="http://schemas.microsoft.com/office/drawing/2014/main" id="{40E17A75-E165-127A-6FED-9774A1C05ACF}"/>
                </a:ext>
              </a:extLst>
            </p:cNvPr>
            <p:cNvSpPr/>
            <p:nvPr/>
          </p:nvSpPr>
          <p:spPr>
            <a:xfrm>
              <a:off x="3744000" y="6480000"/>
              <a:ext cx="576000" cy="576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</a:rPr>
                <a:t>16</a:t>
              </a:r>
            </a:p>
            <a:p>
              <a:pPr algn="ctr"/>
              <a:r>
                <a:rPr lang="en-US" altLang="zh-CN" sz="1400" dirty="0">
                  <a:solidFill>
                    <a:schemeClr val="tx1"/>
                  </a:solidFill>
                </a:rPr>
                <a:t>VP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26" name="矩形: 圆角 25">
              <a:extLst>
                <a:ext uri="{FF2B5EF4-FFF2-40B4-BE49-F238E27FC236}">
                  <a16:creationId xmlns:a16="http://schemas.microsoft.com/office/drawing/2014/main" id="{3109EBC6-357B-B556-2ED9-294824536AC8}"/>
                </a:ext>
              </a:extLst>
            </p:cNvPr>
            <p:cNvSpPr/>
            <p:nvPr/>
          </p:nvSpPr>
          <p:spPr>
            <a:xfrm>
              <a:off x="4320000" y="6480000"/>
              <a:ext cx="576000" cy="576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</a:rPr>
                <a:t>17</a:t>
              </a:r>
            </a:p>
            <a:p>
              <a:pPr algn="ctr"/>
              <a:r>
                <a:rPr lang="en-US" altLang="zh-CN" sz="1400" dirty="0">
                  <a:solidFill>
                    <a:schemeClr val="tx1"/>
                  </a:solidFill>
                </a:rPr>
                <a:t>VP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27" name="矩形: 圆角 26">
              <a:extLst>
                <a:ext uri="{FF2B5EF4-FFF2-40B4-BE49-F238E27FC236}">
                  <a16:creationId xmlns:a16="http://schemas.microsoft.com/office/drawing/2014/main" id="{B692001C-4AED-B22D-E4BE-E067449DC7A9}"/>
                </a:ext>
              </a:extLst>
            </p:cNvPr>
            <p:cNvSpPr/>
            <p:nvPr/>
          </p:nvSpPr>
          <p:spPr>
            <a:xfrm>
              <a:off x="4896000" y="6480000"/>
              <a:ext cx="576000" cy="576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</a:rPr>
                <a:t>18</a:t>
              </a:r>
            </a:p>
            <a:p>
              <a:pPr algn="ctr"/>
              <a:r>
                <a:rPr lang="en-US" altLang="zh-CN" sz="1400" dirty="0">
                  <a:solidFill>
                    <a:schemeClr val="tx1"/>
                  </a:solidFill>
                </a:rPr>
                <a:t>VP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28" name="矩形: 圆角 27">
              <a:extLst>
                <a:ext uri="{FF2B5EF4-FFF2-40B4-BE49-F238E27FC236}">
                  <a16:creationId xmlns:a16="http://schemas.microsoft.com/office/drawing/2014/main" id="{EC7D998E-DCA8-803E-6E5B-EE7C54DB8728}"/>
                </a:ext>
              </a:extLst>
            </p:cNvPr>
            <p:cNvSpPr/>
            <p:nvPr/>
          </p:nvSpPr>
          <p:spPr>
            <a:xfrm>
              <a:off x="5472000" y="6480000"/>
              <a:ext cx="576000" cy="576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</a:rPr>
                <a:t>6J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29" name="矩形: 圆角 28">
              <a:extLst>
                <a:ext uri="{FF2B5EF4-FFF2-40B4-BE49-F238E27FC236}">
                  <a16:creationId xmlns:a16="http://schemas.microsoft.com/office/drawing/2014/main" id="{2788E097-3BD4-F190-FAC4-1D9BEE02125F}"/>
                </a:ext>
              </a:extLst>
            </p:cNvPr>
            <p:cNvSpPr/>
            <p:nvPr/>
          </p:nvSpPr>
          <p:spPr>
            <a:xfrm>
              <a:off x="1440000" y="7056000"/>
              <a:ext cx="576000" cy="576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</a:rPr>
                <a:t>19</a:t>
              </a:r>
            </a:p>
            <a:p>
              <a:pPr algn="ctr"/>
              <a:r>
                <a:rPr lang="en-US" altLang="zh-CN" sz="1400" dirty="0">
                  <a:solidFill>
                    <a:schemeClr val="tx1"/>
                  </a:solidFill>
                </a:rPr>
                <a:t>VP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30" name="矩形: 圆角 29">
              <a:extLst>
                <a:ext uri="{FF2B5EF4-FFF2-40B4-BE49-F238E27FC236}">
                  <a16:creationId xmlns:a16="http://schemas.microsoft.com/office/drawing/2014/main" id="{338C1F54-3B26-DA8F-E7B9-CB044D8BAE78}"/>
                </a:ext>
              </a:extLst>
            </p:cNvPr>
            <p:cNvSpPr/>
            <p:nvPr/>
          </p:nvSpPr>
          <p:spPr>
            <a:xfrm>
              <a:off x="2016000" y="7056000"/>
              <a:ext cx="576000" cy="576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</a:rPr>
                <a:t>20</a:t>
              </a:r>
            </a:p>
            <a:p>
              <a:pPr algn="ctr"/>
              <a:r>
                <a:rPr lang="en-US" altLang="zh-CN" sz="1400" dirty="0">
                  <a:solidFill>
                    <a:schemeClr val="tx1"/>
                  </a:solidFill>
                </a:rPr>
                <a:t>VP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31" name="矩形: 圆角 30">
              <a:extLst>
                <a:ext uri="{FF2B5EF4-FFF2-40B4-BE49-F238E27FC236}">
                  <a16:creationId xmlns:a16="http://schemas.microsoft.com/office/drawing/2014/main" id="{11A7261A-61E4-89C7-FD11-DABD0CDF5653}"/>
                </a:ext>
              </a:extLst>
            </p:cNvPr>
            <p:cNvSpPr/>
            <p:nvPr/>
          </p:nvSpPr>
          <p:spPr>
            <a:xfrm>
              <a:off x="2592000" y="7056000"/>
              <a:ext cx="576000" cy="576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</a:rPr>
                <a:t>21</a:t>
              </a:r>
            </a:p>
            <a:p>
              <a:pPr algn="ctr"/>
              <a:r>
                <a:rPr lang="en-US" altLang="zh-CN" sz="1400" dirty="0">
                  <a:solidFill>
                    <a:schemeClr val="tx1"/>
                  </a:solidFill>
                </a:rPr>
                <a:t>VP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32" name="矩形: 圆角 31">
              <a:extLst>
                <a:ext uri="{FF2B5EF4-FFF2-40B4-BE49-F238E27FC236}">
                  <a16:creationId xmlns:a16="http://schemas.microsoft.com/office/drawing/2014/main" id="{26FED0B6-6E2B-FB74-2EC9-CB01880FCAC9}"/>
                </a:ext>
              </a:extLst>
            </p:cNvPr>
            <p:cNvSpPr/>
            <p:nvPr/>
          </p:nvSpPr>
          <p:spPr>
            <a:xfrm>
              <a:off x="3168000" y="7056000"/>
              <a:ext cx="576000" cy="576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</a:rPr>
                <a:t>22</a:t>
              </a:r>
            </a:p>
            <a:p>
              <a:pPr algn="ctr"/>
              <a:r>
                <a:rPr lang="en-US" altLang="zh-CN" sz="1400" dirty="0">
                  <a:solidFill>
                    <a:schemeClr val="tx1"/>
                  </a:solidFill>
                </a:rPr>
                <a:t>VP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33" name="矩形: 圆角 32">
              <a:extLst>
                <a:ext uri="{FF2B5EF4-FFF2-40B4-BE49-F238E27FC236}">
                  <a16:creationId xmlns:a16="http://schemas.microsoft.com/office/drawing/2014/main" id="{66E1A8B2-924B-C412-33E7-AD390AED7181}"/>
                </a:ext>
              </a:extLst>
            </p:cNvPr>
            <p:cNvSpPr/>
            <p:nvPr/>
          </p:nvSpPr>
          <p:spPr>
            <a:xfrm>
              <a:off x="3744000" y="7056000"/>
              <a:ext cx="576000" cy="576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</a:rPr>
                <a:t>7J</a:t>
              </a:r>
            </a:p>
          </p:txBody>
        </p:sp>
        <p:sp>
          <p:nvSpPr>
            <p:cNvPr id="34" name="矩形: 圆角 33">
              <a:extLst>
                <a:ext uri="{FF2B5EF4-FFF2-40B4-BE49-F238E27FC236}">
                  <a16:creationId xmlns:a16="http://schemas.microsoft.com/office/drawing/2014/main" id="{653207CA-ECDA-121B-5994-69CEB10CDC45}"/>
                </a:ext>
              </a:extLst>
            </p:cNvPr>
            <p:cNvSpPr/>
            <p:nvPr/>
          </p:nvSpPr>
          <p:spPr>
            <a:xfrm>
              <a:off x="4320000" y="7056000"/>
              <a:ext cx="576000" cy="576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</a:rPr>
                <a:t>23</a:t>
              </a:r>
            </a:p>
            <a:p>
              <a:pPr algn="ctr"/>
              <a:r>
                <a:rPr lang="en-US" altLang="zh-CN" sz="1400" dirty="0">
                  <a:solidFill>
                    <a:schemeClr val="tx1"/>
                  </a:solidFill>
                </a:rPr>
                <a:t>VP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35" name="矩形: 圆角 34">
              <a:extLst>
                <a:ext uri="{FF2B5EF4-FFF2-40B4-BE49-F238E27FC236}">
                  <a16:creationId xmlns:a16="http://schemas.microsoft.com/office/drawing/2014/main" id="{02FCD25C-A7D3-DA49-9D31-7D533FD7300E}"/>
                </a:ext>
              </a:extLst>
            </p:cNvPr>
            <p:cNvSpPr/>
            <p:nvPr/>
          </p:nvSpPr>
          <p:spPr>
            <a:xfrm>
              <a:off x="4896000" y="7056000"/>
              <a:ext cx="576000" cy="576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</a:rPr>
                <a:t>24</a:t>
              </a:r>
            </a:p>
            <a:p>
              <a:pPr algn="ctr"/>
              <a:r>
                <a:rPr lang="en-US" altLang="zh-CN" sz="1400" dirty="0">
                  <a:solidFill>
                    <a:schemeClr val="tx1"/>
                  </a:solidFill>
                </a:rPr>
                <a:t>VP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36" name="矩形: 圆角 35">
              <a:extLst>
                <a:ext uri="{FF2B5EF4-FFF2-40B4-BE49-F238E27FC236}">
                  <a16:creationId xmlns:a16="http://schemas.microsoft.com/office/drawing/2014/main" id="{2504CFD3-1989-7DAB-CC47-ECAE75C68C69}"/>
                </a:ext>
              </a:extLst>
            </p:cNvPr>
            <p:cNvSpPr/>
            <p:nvPr/>
          </p:nvSpPr>
          <p:spPr>
            <a:xfrm>
              <a:off x="5472000" y="7056000"/>
              <a:ext cx="576000" cy="576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</a:rPr>
                <a:t>25</a:t>
              </a:r>
            </a:p>
            <a:p>
              <a:pPr algn="ctr"/>
              <a:r>
                <a:rPr lang="en-US" altLang="zh-CN" sz="1400" dirty="0">
                  <a:solidFill>
                    <a:schemeClr val="tx1"/>
                  </a:solidFill>
                </a:rPr>
                <a:t>VP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38" name="组合 137">
            <a:extLst>
              <a:ext uri="{FF2B5EF4-FFF2-40B4-BE49-F238E27FC236}">
                <a16:creationId xmlns:a16="http://schemas.microsoft.com/office/drawing/2014/main" id="{D363B83E-2434-F15A-C108-49D1354CE6A1}"/>
              </a:ext>
            </a:extLst>
          </p:cNvPr>
          <p:cNvGrpSpPr/>
          <p:nvPr/>
        </p:nvGrpSpPr>
        <p:grpSpPr>
          <a:xfrm>
            <a:off x="940200" y="9360000"/>
            <a:ext cx="6912000" cy="1152000"/>
            <a:chOff x="940200" y="9360000"/>
            <a:chExt cx="6912000" cy="1152000"/>
          </a:xfrm>
        </p:grpSpPr>
        <p:grpSp>
          <p:nvGrpSpPr>
            <p:cNvPr id="59" name="组合 58">
              <a:extLst>
                <a:ext uri="{FF2B5EF4-FFF2-40B4-BE49-F238E27FC236}">
                  <a16:creationId xmlns:a16="http://schemas.microsoft.com/office/drawing/2014/main" id="{990B852F-E72D-8B9C-DD86-A63E7F9F5F33}"/>
                </a:ext>
              </a:extLst>
            </p:cNvPr>
            <p:cNvGrpSpPr/>
            <p:nvPr/>
          </p:nvGrpSpPr>
          <p:grpSpPr>
            <a:xfrm>
              <a:off x="940200" y="9360000"/>
              <a:ext cx="6912000" cy="576000"/>
              <a:chOff x="864000" y="4365450"/>
              <a:chExt cx="6912000" cy="576000"/>
            </a:xfrm>
          </p:grpSpPr>
          <p:sp>
            <p:nvSpPr>
              <p:cNvPr id="60" name="矩形: 圆角 59">
                <a:extLst>
                  <a:ext uri="{FF2B5EF4-FFF2-40B4-BE49-F238E27FC236}">
                    <a16:creationId xmlns:a16="http://schemas.microsoft.com/office/drawing/2014/main" id="{60B755F8-702F-8329-5AB4-88D6EC276D1E}"/>
                  </a:ext>
                </a:extLst>
              </p:cNvPr>
              <p:cNvSpPr/>
              <p:nvPr/>
            </p:nvSpPr>
            <p:spPr>
              <a:xfrm>
                <a:off x="1440000" y="436545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0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1" name="矩形: 圆角 60">
                <a:extLst>
                  <a:ext uri="{FF2B5EF4-FFF2-40B4-BE49-F238E27FC236}">
                    <a16:creationId xmlns:a16="http://schemas.microsoft.com/office/drawing/2014/main" id="{C3A7F1C8-9BA7-77D5-C34E-587FA4C57E26}"/>
                  </a:ext>
                </a:extLst>
              </p:cNvPr>
              <p:cNvSpPr/>
              <p:nvPr/>
            </p:nvSpPr>
            <p:spPr>
              <a:xfrm>
                <a:off x="2016000" y="436545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1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2" name="矩形: 圆角 61">
                <a:extLst>
                  <a:ext uri="{FF2B5EF4-FFF2-40B4-BE49-F238E27FC236}">
                    <a16:creationId xmlns:a16="http://schemas.microsoft.com/office/drawing/2014/main" id="{0D3B8733-07BA-BC5B-1173-53E8D9E5C118}"/>
                  </a:ext>
                </a:extLst>
              </p:cNvPr>
              <p:cNvSpPr/>
              <p:nvPr/>
            </p:nvSpPr>
            <p:spPr>
              <a:xfrm>
                <a:off x="2592000" y="436545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2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3" name="矩形: 圆角 62">
                <a:extLst>
                  <a:ext uri="{FF2B5EF4-FFF2-40B4-BE49-F238E27FC236}">
                    <a16:creationId xmlns:a16="http://schemas.microsoft.com/office/drawing/2014/main" id="{69FFDE28-5CE1-43FA-91B1-B908009B1656}"/>
                  </a:ext>
                </a:extLst>
              </p:cNvPr>
              <p:cNvSpPr/>
              <p:nvPr/>
            </p:nvSpPr>
            <p:spPr>
              <a:xfrm>
                <a:off x="3168000" y="436545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3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4" name="矩形: 圆角 63">
                <a:extLst>
                  <a:ext uri="{FF2B5EF4-FFF2-40B4-BE49-F238E27FC236}">
                    <a16:creationId xmlns:a16="http://schemas.microsoft.com/office/drawing/2014/main" id="{C6572571-8B54-8311-8007-FF8A373157D8}"/>
                  </a:ext>
                </a:extLst>
              </p:cNvPr>
              <p:cNvSpPr/>
              <p:nvPr/>
            </p:nvSpPr>
            <p:spPr>
              <a:xfrm>
                <a:off x="3744000" y="436545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4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5" name="矩形: 圆角 64">
                <a:extLst>
                  <a:ext uri="{FF2B5EF4-FFF2-40B4-BE49-F238E27FC236}">
                    <a16:creationId xmlns:a16="http://schemas.microsoft.com/office/drawing/2014/main" id="{623721AE-DC26-4113-AD0A-0C215F35A6EF}"/>
                  </a:ext>
                </a:extLst>
              </p:cNvPr>
              <p:cNvSpPr/>
              <p:nvPr/>
            </p:nvSpPr>
            <p:spPr>
              <a:xfrm>
                <a:off x="4320000" y="436545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5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6" name="矩形: 圆角 65">
                <a:extLst>
                  <a:ext uri="{FF2B5EF4-FFF2-40B4-BE49-F238E27FC236}">
                    <a16:creationId xmlns:a16="http://schemas.microsoft.com/office/drawing/2014/main" id="{B5E8C864-4C55-3AEC-5953-D7A37C7E096A}"/>
                  </a:ext>
                </a:extLst>
              </p:cNvPr>
              <p:cNvSpPr/>
              <p:nvPr/>
            </p:nvSpPr>
            <p:spPr>
              <a:xfrm>
                <a:off x="4896000" y="436545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6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7" name="矩形: 圆角 66">
                <a:extLst>
                  <a:ext uri="{FF2B5EF4-FFF2-40B4-BE49-F238E27FC236}">
                    <a16:creationId xmlns:a16="http://schemas.microsoft.com/office/drawing/2014/main" id="{9342D843-A2F2-F5BC-D278-7B4EDC6DD677}"/>
                  </a:ext>
                </a:extLst>
              </p:cNvPr>
              <p:cNvSpPr/>
              <p:nvPr/>
            </p:nvSpPr>
            <p:spPr>
              <a:xfrm>
                <a:off x="5472000" y="436545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7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8" name="矩形: 圆角 67">
                <a:extLst>
                  <a:ext uri="{FF2B5EF4-FFF2-40B4-BE49-F238E27FC236}">
                    <a16:creationId xmlns:a16="http://schemas.microsoft.com/office/drawing/2014/main" id="{48020EEE-BFE5-6E3F-51A5-C7341E989A0A}"/>
                  </a:ext>
                </a:extLst>
              </p:cNvPr>
              <p:cNvSpPr/>
              <p:nvPr/>
            </p:nvSpPr>
            <p:spPr>
              <a:xfrm>
                <a:off x="6048000" y="436545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8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9" name="矩形: 圆角 68">
                <a:extLst>
                  <a:ext uri="{FF2B5EF4-FFF2-40B4-BE49-F238E27FC236}">
                    <a16:creationId xmlns:a16="http://schemas.microsoft.com/office/drawing/2014/main" id="{35025F9D-5794-742E-21BF-E06BA834E203}"/>
                  </a:ext>
                </a:extLst>
              </p:cNvPr>
              <p:cNvSpPr/>
              <p:nvPr/>
            </p:nvSpPr>
            <p:spPr>
              <a:xfrm>
                <a:off x="6624000" y="436545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9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0" name="矩形: 圆角 69">
                <a:extLst>
                  <a:ext uri="{FF2B5EF4-FFF2-40B4-BE49-F238E27FC236}">
                    <a16:creationId xmlns:a16="http://schemas.microsoft.com/office/drawing/2014/main" id="{75E0A836-7D3E-DEDC-D896-419FDD8211AD}"/>
                  </a:ext>
                </a:extLst>
              </p:cNvPr>
              <p:cNvSpPr/>
              <p:nvPr/>
            </p:nvSpPr>
            <p:spPr>
              <a:xfrm>
                <a:off x="7200000" y="436545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10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1" name="矩形: 圆角 70">
                <a:extLst>
                  <a:ext uri="{FF2B5EF4-FFF2-40B4-BE49-F238E27FC236}">
                    <a16:creationId xmlns:a16="http://schemas.microsoft.com/office/drawing/2014/main" id="{486EA83A-6D1D-A471-5DC1-9848AC3068FC}"/>
                  </a:ext>
                </a:extLst>
              </p:cNvPr>
              <p:cNvSpPr/>
              <p:nvPr/>
            </p:nvSpPr>
            <p:spPr>
              <a:xfrm>
                <a:off x="864000" y="436545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400" dirty="0">
                    <a:solidFill>
                      <a:schemeClr val="tx1"/>
                    </a:solidFill>
                  </a:rPr>
                  <a:t>功</a:t>
                </a:r>
              </a:p>
            </p:txBody>
          </p:sp>
        </p:grpSp>
        <p:grpSp>
          <p:nvGrpSpPr>
            <p:cNvPr id="98" name="组合 97">
              <a:extLst>
                <a:ext uri="{FF2B5EF4-FFF2-40B4-BE49-F238E27FC236}">
                  <a16:creationId xmlns:a16="http://schemas.microsoft.com/office/drawing/2014/main" id="{1A55D23D-2632-2B87-9DEB-DAA064E2BD52}"/>
                </a:ext>
              </a:extLst>
            </p:cNvPr>
            <p:cNvGrpSpPr/>
            <p:nvPr/>
          </p:nvGrpSpPr>
          <p:grpSpPr>
            <a:xfrm>
              <a:off x="940200" y="9936000"/>
              <a:ext cx="6912000" cy="576000"/>
              <a:chOff x="864000" y="4365450"/>
              <a:chExt cx="6912000" cy="576000"/>
            </a:xfrm>
          </p:grpSpPr>
          <p:sp>
            <p:nvSpPr>
              <p:cNvPr id="99" name="矩形: 圆角 98">
                <a:extLst>
                  <a:ext uri="{FF2B5EF4-FFF2-40B4-BE49-F238E27FC236}">
                    <a16:creationId xmlns:a16="http://schemas.microsoft.com/office/drawing/2014/main" id="{D7098174-B4C7-D270-1848-37CFEC0AEF36}"/>
                  </a:ext>
                </a:extLst>
              </p:cNvPr>
              <p:cNvSpPr/>
              <p:nvPr/>
            </p:nvSpPr>
            <p:spPr>
              <a:xfrm>
                <a:off x="1440000" y="436545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0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0" name="矩形: 圆角 99">
                <a:extLst>
                  <a:ext uri="{FF2B5EF4-FFF2-40B4-BE49-F238E27FC236}">
                    <a16:creationId xmlns:a16="http://schemas.microsoft.com/office/drawing/2014/main" id="{4CBA61C2-33E8-F7A2-F52A-521CB4091D58}"/>
                  </a:ext>
                </a:extLst>
              </p:cNvPr>
              <p:cNvSpPr/>
              <p:nvPr/>
            </p:nvSpPr>
            <p:spPr>
              <a:xfrm>
                <a:off x="2016000" y="436545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1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1" name="矩形: 圆角 100">
                <a:extLst>
                  <a:ext uri="{FF2B5EF4-FFF2-40B4-BE49-F238E27FC236}">
                    <a16:creationId xmlns:a16="http://schemas.microsoft.com/office/drawing/2014/main" id="{B4B5CA1A-6BAE-C825-9B27-F6078DCA168F}"/>
                  </a:ext>
                </a:extLst>
              </p:cNvPr>
              <p:cNvSpPr/>
              <p:nvPr/>
            </p:nvSpPr>
            <p:spPr>
              <a:xfrm>
                <a:off x="2592000" y="436545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2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2" name="矩形: 圆角 101">
                <a:extLst>
                  <a:ext uri="{FF2B5EF4-FFF2-40B4-BE49-F238E27FC236}">
                    <a16:creationId xmlns:a16="http://schemas.microsoft.com/office/drawing/2014/main" id="{4F6D9DF5-C019-2834-FCE4-DC85B5632990}"/>
                  </a:ext>
                </a:extLst>
              </p:cNvPr>
              <p:cNvSpPr/>
              <p:nvPr/>
            </p:nvSpPr>
            <p:spPr>
              <a:xfrm>
                <a:off x="3168000" y="436545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3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3" name="矩形: 圆角 102">
                <a:extLst>
                  <a:ext uri="{FF2B5EF4-FFF2-40B4-BE49-F238E27FC236}">
                    <a16:creationId xmlns:a16="http://schemas.microsoft.com/office/drawing/2014/main" id="{40332330-ECE4-52F9-4C19-E6B66ECACFE1}"/>
                  </a:ext>
                </a:extLst>
              </p:cNvPr>
              <p:cNvSpPr/>
              <p:nvPr/>
            </p:nvSpPr>
            <p:spPr>
              <a:xfrm>
                <a:off x="3744000" y="436545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4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4" name="矩形: 圆角 103">
                <a:extLst>
                  <a:ext uri="{FF2B5EF4-FFF2-40B4-BE49-F238E27FC236}">
                    <a16:creationId xmlns:a16="http://schemas.microsoft.com/office/drawing/2014/main" id="{219D4447-B417-B09C-B0B9-33EF784B8943}"/>
                  </a:ext>
                </a:extLst>
              </p:cNvPr>
              <p:cNvSpPr/>
              <p:nvPr/>
            </p:nvSpPr>
            <p:spPr>
              <a:xfrm>
                <a:off x="4320000" y="436545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5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5" name="矩形: 圆角 104">
                <a:extLst>
                  <a:ext uri="{FF2B5EF4-FFF2-40B4-BE49-F238E27FC236}">
                    <a16:creationId xmlns:a16="http://schemas.microsoft.com/office/drawing/2014/main" id="{C5D7FCD0-0A5C-9B53-651E-A63A8DC9C3F8}"/>
                  </a:ext>
                </a:extLst>
              </p:cNvPr>
              <p:cNvSpPr/>
              <p:nvPr/>
            </p:nvSpPr>
            <p:spPr>
              <a:xfrm>
                <a:off x="4896000" y="436545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6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6" name="矩形: 圆角 105">
                <a:extLst>
                  <a:ext uri="{FF2B5EF4-FFF2-40B4-BE49-F238E27FC236}">
                    <a16:creationId xmlns:a16="http://schemas.microsoft.com/office/drawing/2014/main" id="{22EB1B7A-5708-4776-0094-9EED5D0B8AF7}"/>
                  </a:ext>
                </a:extLst>
              </p:cNvPr>
              <p:cNvSpPr/>
              <p:nvPr/>
            </p:nvSpPr>
            <p:spPr>
              <a:xfrm>
                <a:off x="5472000" y="436545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7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7" name="矩形: 圆角 106">
                <a:extLst>
                  <a:ext uri="{FF2B5EF4-FFF2-40B4-BE49-F238E27FC236}">
                    <a16:creationId xmlns:a16="http://schemas.microsoft.com/office/drawing/2014/main" id="{73C75802-EAD8-C1AB-3911-F5C6579205F6}"/>
                  </a:ext>
                </a:extLst>
              </p:cNvPr>
              <p:cNvSpPr/>
              <p:nvPr/>
            </p:nvSpPr>
            <p:spPr>
              <a:xfrm>
                <a:off x="6048000" y="436545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8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8" name="矩形: 圆角 107">
                <a:extLst>
                  <a:ext uri="{FF2B5EF4-FFF2-40B4-BE49-F238E27FC236}">
                    <a16:creationId xmlns:a16="http://schemas.microsoft.com/office/drawing/2014/main" id="{B739F1F0-BF25-2357-4740-29A8BE701D23}"/>
                  </a:ext>
                </a:extLst>
              </p:cNvPr>
              <p:cNvSpPr/>
              <p:nvPr/>
            </p:nvSpPr>
            <p:spPr>
              <a:xfrm>
                <a:off x="6624000" y="436545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9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9" name="矩形: 圆角 108">
                <a:extLst>
                  <a:ext uri="{FF2B5EF4-FFF2-40B4-BE49-F238E27FC236}">
                    <a16:creationId xmlns:a16="http://schemas.microsoft.com/office/drawing/2014/main" id="{0A5DA6F6-9B0E-1B7B-7B35-C59FF42E4617}"/>
                  </a:ext>
                </a:extLst>
              </p:cNvPr>
              <p:cNvSpPr/>
              <p:nvPr/>
            </p:nvSpPr>
            <p:spPr>
              <a:xfrm>
                <a:off x="7200000" y="436545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10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10" name="矩形: 圆角 109">
                <a:extLst>
                  <a:ext uri="{FF2B5EF4-FFF2-40B4-BE49-F238E27FC236}">
                    <a16:creationId xmlns:a16="http://schemas.microsoft.com/office/drawing/2014/main" id="{959C59D3-ED4F-17AE-767E-555AE06852CD}"/>
                  </a:ext>
                </a:extLst>
              </p:cNvPr>
              <p:cNvSpPr/>
              <p:nvPr/>
            </p:nvSpPr>
            <p:spPr>
              <a:xfrm>
                <a:off x="864000" y="436545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400" dirty="0">
                    <a:solidFill>
                      <a:schemeClr val="tx1"/>
                    </a:solidFill>
                  </a:rPr>
                  <a:t>威</a:t>
                </a:r>
              </a:p>
            </p:txBody>
          </p:sp>
        </p:grpSp>
      </p:grpSp>
      <p:grpSp>
        <p:nvGrpSpPr>
          <p:cNvPr id="137" name="组合 136">
            <a:extLst>
              <a:ext uri="{FF2B5EF4-FFF2-40B4-BE49-F238E27FC236}">
                <a16:creationId xmlns:a16="http://schemas.microsoft.com/office/drawing/2014/main" id="{F193390B-5448-80A1-92AC-B23EEE653ED2}"/>
              </a:ext>
            </a:extLst>
          </p:cNvPr>
          <p:cNvGrpSpPr/>
          <p:nvPr/>
        </p:nvGrpSpPr>
        <p:grpSpPr>
          <a:xfrm>
            <a:off x="7340177" y="7419800"/>
            <a:ext cx="6918350" cy="1166550"/>
            <a:chOff x="6909200" y="6529350"/>
            <a:chExt cx="6918350" cy="1166550"/>
          </a:xfrm>
        </p:grpSpPr>
        <p:grpSp>
          <p:nvGrpSpPr>
            <p:cNvPr id="111" name="组合 110">
              <a:extLst>
                <a:ext uri="{FF2B5EF4-FFF2-40B4-BE49-F238E27FC236}">
                  <a16:creationId xmlns:a16="http://schemas.microsoft.com/office/drawing/2014/main" id="{AAA48CE7-D50C-5078-EC3A-6D81A36CF28C}"/>
                </a:ext>
              </a:extLst>
            </p:cNvPr>
            <p:cNvGrpSpPr/>
            <p:nvPr/>
          </p:nvGrpSpPr>
          <p:grpSpPr>
            <a:xfrm>
              <a:off x="6909200" y="6529350"/>
              <a:ext cx="6912000" cy="576000"/>
              <a:chOff x="864000" y="4365450"/>
              <a:chExt cx="6912000" cy="576000"/>
            </a:xfrm>
          </p:grpSpPr>
          <p:sp>
            <p:nvSpPr>
              <p:cNvPr id="112" name="矩形: 圆角 111">
                <a:extLst>
                  <a:ext uri="{FF2B5EF4-FFF2-40B4-BE49-F238E27FC236}">
                    <a16:creationId xmlns:a16="http://schemas.microsoft.com/office/drawing/2014/main" id="{A3BC2F3C-35B4-6372-0F7B-2E4B895DDDBA}"/>
                  </a:ext>
                </a:extLst>
              </p:cNvPr>
              <p:cNvSpPr/>
              <p:nvPr/>
            </p:nvSpPr>
            <p:spPr>
              <a:xfrm>
                <a:off x="1440000" y="436545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0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13" name="矩形: 圆角 112">
                <a:extLst>
                  <a:ext uri="{FF2B5EF4-FFF2-40B4-BE49-F238E27FC236}">
                    <a16:creationId xmlns:a16="http://schemas.microsoft.com/office/drawing/2014/main" id="{83201348-0DA7-99DB-9EE0-A3CCC46DD287}"/>
                  </a:ext>
                </a:extLst>
              </p:cNvPr>
              <p:cNvSpPr/>
              <p:nvPr/>
            </p:nvSpPr>
            <p:spPr>
              <a:xfrm>
                <a:off x="2016000" y="436545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1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14" name="矩形: 圆角 113">
                <a:extLst>
                  <a:ext uri="{FF2B5EF4-FFF2-40B4-BE49-F238E27FC236}">
                    <a16:creationId xmlns:a16="http://schemas.microsoft.com/office/drawing/2014/main" id="{BC5AD907-B953-CC9F-A57C-E06EE584ED4E}"/>
                  </a:ext>
                </a:extLst>
              </p:cNvPr>
              <p:cNvSpPr/>
              <p:nvPr/>
            </p:nvSpPr>
            <p:spPr>
              <a:xfrm>
                <a:off x="2592000" y="436545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2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15" name="矩形: 圆角 114">
                <a:extLst>
                  <a:ext uri="{FF2B5EF4-FFF2-40B4-BE49-F238E27FC236}">
                    <a16:creationId xmlns:a16="http://schemas.microsoft.com/office/drawing/2014/main" id="{28CA0D1F-1122-1190-B228-9B1DAE07F2A1}"/>
                  </a:ext>
                </a:extLst>
              </p:cNvPr>
              <p:cNvSpPr/>
              <p:nvPr/>
            </p:nvSpPr>
            <p:spPr>
              <a:xfrm>
                <a:off x="3168000" y="436545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3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16" name="矩形: 圆角 115">
                <a:extLst>
                  <a:ext uri="{FF2B5EF4-FFF2-40B4-BE49-F238E27FC236}">
                    <a16:creationId xmlns:a16="http://schemas.microsoft.com/office/drawing/2014/main" id="{2E51FDD5-5EDB-CA11-95EE-4E5A28CECB8D}"/>
                  </a:ext>
                </a:extLst>
              </p:cNvPr>
              <p:cNvSpPr/>
              <p:nvPr/>
            </p:nvSpPr>
            <p:spPr>
              <a:xfrm>
                <a:off x="3744000" y="436545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4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17" name="矩形: 圆角 116">
                <a:extLst>
                  <a:ext uri="{FF2B5EF4-FFF2-40B4-BE49-F238E27FC236}">
                    <a16:creationId xmlns:a16="http://schemas.microsoft.com/office/drawing/2014/main" id="{D29C4C4D-6DA7-56ED-8CE8-DD2D7B35C686}"/>
                  </a:ext>
                </a:extLst>
              </p:cNvPr>
              <p:cNvSpPr/>
              <p:nvPr/>
            </p:nvSpPr>
            <p:spPr>
              <a:xfrm>
                <a:off x="4320000" y="436545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5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18" name="矩形: 圆角 117">
                <a:extLst>
                  <a:ext uri="{FF2B5EF4-FFF2-40B4-BE49-F238E27FC236}">
                    <a16:creationId xmlns:a16="http://schemas.microsoft.com/office/drawing/2014/main" id="{E5D44ED8-F95C-2B80-94D8-C3DCE620FCAC}"/>
                  </a:ext>
                </a:extLst>
              </p:cNvPr>
              <p:cNvSpPr/>
              <p:nvPr/>
            </p:nvSpPr>
            <p:spPr>
              <a:xfrm>
                <a:off x="4896000" y="436545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6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19" name="矩形: 圆角 118">
                <a:extLst>
                  <a:ext uri="{FF2B5EF4-FFF2-40B4-BE49-F238E27FC236}">
                    <a16:creationId xmlns:a16="http://schemas.microsoft.com/office/drawing/2014/main" id="{34ABCEC4-A70F-B0FE-2B68-6A255CCEB56A}"/>
                  </a:ext>
                </a:extLst>
              </p:cNvPr>
              <p:cNvSpPr/>
              <p:nvPr/>
            </p:nvSpPr>
            <p:spPr>
              <a:xfrm>
                <a:off x="5472000" y="436545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7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20" name="矩形: 圆角 119">
                <a:extLst>
                  <a:ext uri="{FF2B5EF4-FFF2-40B4-BE49-F238E27FC236}">
                    <a16:creationId xmlns:a16="http://schemas.microsoft.com/office/drawing/2014/main" id="{48DDA2BB-7ED4-FAB0-381E-F4C2739F81C7}"/>
                  </a:ext>
                </a:extLst>
              </p:cNvPr>
              <p:cNvSpPr/>
              <p:nvPr/>
            </p:nvSpPr>
            <p:spPr>
              <a:xfrm>
                <a:off x="6048000" y="436545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8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21" name="矩形: 圆角 120">
                <a:extLst>
                  <a:ext uri="{FF2B5EF4-FFF2-40B4-BE49-F238E27FC236}">
                    <a16:creationId xmlns:a16="http://schemas.microsoft.com/office/drawing/2014/main" id="{992AA99B-58E9-F264-BBC8-AB06EA54522A}"/>
                  </a:ext>
                </a:extLst>
              </p:cNvPr>
              <p:cNvSpPr/>
              <p:nvPr/>
            </p:nvSpPr>
            <p:spPr>
              <a:xfrm>
                <a:off x="6624000" y="436545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9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22" name="矩形: 圆角 121">
                <a:extLst>
                  <a:ext uri="{FF2B5EF4-FFF2-40B4-BE49-F238E27FC236}">
                    <a16:creationId xmlns:a16="http://schemas.microsoft.com/office/drawing/2014/main" id="{F928741F-0B43-CB38-E863-85058E740551}"/>
                  </a:ext>
                </a:extLst>
              </p:cNvPr>
              <p:cNvSpPr/>
              <p:nvPr/>
            </p:nvSpPr>
            <p:spPr>
              <a:xfrm>
                <a:off x="7200000" y="436545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10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23" name="矩形: 圆角 122">
                <a:extLst>
                  <a:ext uri="{FF2B5EF4-FFF2-40B4-BE49-F238E27FC236}">
                    <a16:creationId xmlns:a16="http://schemas.microsoft.com/office/drawing/2014/main" id="{82EB9DC6-82D4-E296-1472-38E53907689F}"/>
                  </a:ext>
                </a:extLst>
              </p:cNvPr>
              <p:cNvSpPr/>
              <p:nvPr/>
            </p:nvSpPr>
            <p:spPr>
              <a:xfrm>
                <a:off x="864000" y="436545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VP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24" name="组合 123">
              <a:extLst>
                <a:ext uri="{FF2B5EF4-FFF2-40B4-BE49-F238E27FC236}">
                  <a16:creationId xmlns:a16="http://schemas.microsoft.com/office/drawing/2014/main" id="{25BBFBEC-5ACF-B8BC-777C-65A4DD6954E2}"/>
                </a:ext>
              </a:extLst>
            </p:cNvPr>
            <p:cNvGrpSpPr/>
            <p:nvPr/>
          </p:nvGrpSpPr>
          <p:grpSpPr>
            <a:xfrm>
              <a:off x="6915550" y="7119900"/>
              <a:ext cx="6912000" cy="576000"/>
              <a:chOff x="864000" y="4365450"/>
              <a:chExt cx="6912000" cy="576000"/>
            </a:xfrm>
          </p:grpSpPr>
          <p:sp>
            <p:nvSpPr>
              <p:cNvPr id="125" name="矩形: 圆角 124">
                <a:extLst>
                  <a:ext uri="{FF2B5EF4-FFF2-40B4-BE49-F238E27FC236}">
                    <a16:creationId xmlns:a16="http://schemas.microsoft.com/office/drawing/2014/main" id="{81687DBA-612A-C0A9-CAE5-02DF76D3094D}"/>
                  </a:ext>
                </a:extLst>
              </p:cNvPr>
              <p:cNvSpPr/>
              <p:nvPr/>
            </p:nvSpPr>
            <p:spPr>
              <a:xfrm>
                <a:off x="1440000" y="436545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0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26" name="矩形: 圆角 125">
                <a:extLst>
                  <a:ext uri="{FF2B5EF4-FFF2-40B4-BE49-F238E27FC236}">
                    <a16:creationId xmlns:a16="http://schemas.microsoft.com/office/drawing/2014/main" id="{6FDBC0F5-E493-3EFA-10E7-990E62B05865}"/>
                  </a:ext>
                </a:extLst>
              </p:cNvPr>
              <p:cNvSpPr/>
              <p:nvPr/>
            </p:nvSpPr>
            <p:spPr>
              <a:xfrm>
                <a:off x="2016000" y="436545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1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27" name="矩形: 圆角 126">
                <a:extLst>
                  <a:ext uri="{FF2B5EF4-FFF2-40B4-BE49-F238E27FC236}">
                    <a16:creationId xmlns:a16="http://schemas.microsoft.com/office/drawing/2014/main" id="{D5293A22-5938-F1A2-553D-FAFC218DF7CD}"/>
                  </a:ext>
                </a:extLst>
              </p:cNvPr>
              <p:cNvSpPr/>
              <p:nvPr/>
            </p:nvSpPr>
            <p:spPr>
              <a:xfrm>
                <a:off x="2592000" y="436545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2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28" name="矩形: 圆角 127">
                <a:extLst>
                  <a:ext uri="{FF2B5EF4-FFF2-40B4-BE49-F238E27FC236}">
                    <a16:creationId xmlns:a16="http://schemas.microsoft.com/office/drawing/2014/main" id="{682E7A0C-F722-C8D0-BF91-BE732D910351}"/>
                  </a:ext>
                </a:extLst>
              </p:cNvPr>
              <p:cNvSpPr/>
              <p:nvPr/>
            </p:nvSpPr>
            <p:spPr>
              <a:xfrm>
                <a:off x="3168000" y="436545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3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29" name="矩形: 圆角 128">
                <a:extLst>
                  <a:ext uri="{FF2B5EF4-FFF2-40B4-BE49-F238E27FC236}">
                    <a16:creationId xmlns:a16="http://schemas.microsoft.com/office/drawing/2014/main" id="{503D6126-A1C7-FE98-075D-BB71549BC835}"/>
                  </a:ext>
                </a:extLst>
              </p:cNvPr>
              <p:cNvSpPr/>
              <p:nvPr/>
            </p:nvSpPr>
            <p:spPr>
              <a:xfrm>
                <a:off x="3744000" y="436545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4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30" name="矩形: 圆角 129">
                <a:extLst>
                  <a:ext uri="{FF2B5EF4-FFF2-40B4-BE49-F238E27FC236}">
                    <a16:creationId xmlns:a16="http://schemas.microsoft.com/office/drawing/2014/main" id="{3AC12251-B61E-E080-72D6-CFB3C5E80989}"/>
                  </a:ext>
                </a:extLst>
              </p:cNvPr>
              <p:cNvSpPr/>
              <p:nvPr/>
            </p:nvSpPr>
            <p:spPr>
              <a:xfrm>
                <a:off x="4320000" y="436545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5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31" name="矩形: 圆角 130">
                <a:extLst>
                  <a:ext uri="{FF2B5EF4-FFF2-40B4-BE49-F238E27FC236}">
                    <a16:creationId xmlns:a16="http://schemas.microsoft.com/office/drawing/2014/main" id="{378A6A02-88EC-5C7A-EF6C-CFBCD04C3FEB}"/>
                  </a:ext>
                </a:extLst>
              </p:cNvPr>
              <p:cNvSpPr/>
              <p:nvPr/>
            </p:nvSpPr>
            <p:spPr>
              <a:xfrm>
                <a:off x="4896000" y="436545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6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32" name="矩形: 圆角 131">
                <a:extLst>
                  <a:ext uri="{FF2B5EF4-FFF2-40B4-BE49-F238E27FC236}">
                    <a16:creationId xmlns:a16="http://schemas.microsoft.com/office/drawing/2014/main" id="{813EB415-C613-9500-0CEE-EF41B080A447}"/>
                  </a:ext>
                </a:extLst>
              </p:cNvPr>
              <p:cNvSpPr/>
              <p:nvPr/>
            </p:nvSpPr>
            <p:spPr>
              <a:xfrm>
                <a:off x="5472000" y="436545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7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33" name="矩形: 圆角 132">
                <a:extLst>
                  <a:ext uri="{FF2B5EF4-FFF2-40B4-BE49-F238E27FC236}">
                    <a16:creationId xmlns:a16="http://schemas.microsoft.com/office/drawing/2014/main" id="{60A99B1C-7F77-C3C5-EB85-BFF07968A6FD}"/>
                  </a:ext>
                </a:extLst>
              </p:cNvPr>
              <p:cNvSpPr/>
              <p:nvPr/>
            </p:nvSpPr>
            <p:spPr>
              <a:xfrm>
                <a:off x="6048000" y="436545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8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34" name="矩形: 圆角 133">
                <a:extLst>
                  <a:ext uri="{FF2B5EF4-FFF2-40B4-BE49-F238E27FC236}">
                    <a16:creationId xmlns:a16="http://schemas.microsoft.com/office/drawing/2014/main" id="{7E3AA9DA-FBEF-97B3-CAF9-FAEFA5FDFA04}"/>
                  </a:ext>
                </a:extLst>
              </p:cNvPr>
              <p:cNvSpPr/>
              <p:nvPr/>
            </p:nvSpPr>
            <p:spPr>
              <a:xfrm>
                <a:off x="6624000" y="436545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9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35" name="矩形: 圆角 134">
                <a:extLst>
                  <a:ext uri="{FF2B5EF4-FFF2-40B4-BE49-F238E27FC236}">
                    <a16:creationId xmlns:a16="http://schemas.microsoft.com/office/drawing/2014/main" id="{351E7222-F8B9-E290-5E0E-CA49589DB896}"/>
                  </a:ext>
                </a:extLst>
              </p:cNvPr>
              <p:cNvSpPr/>
              <p:nvPr/>
            </p:nvSpPr>
            <p:spPr>
              <a:xfrm>
                <a:off x="7200000" y="436545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10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36" name="矩形: 圆角 135">
                <a:extLst>
                  <a:ext uri="{FF2B5EF4-FFF2-40B4-BE49-F238E27FC236}">
                    <a16:creationId xmlns:a16="http://schemas.microsoft.com/office/drawing/2014/main" id="{A51963A0-F2C5-6749-44AF-BD087E3F03FB}"/>
                  </a:ext>
                </a:extLst>
              </p:cNvPr>
              <p:cNvSpPr/>
              <p:nvPr/>
            </p:nvSpPr>
            <p:spPr>
              <a:xfrm>
                <a:off x="864000" y="436545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400" dirty="0">
                    <a:solidFill>
                      <a:schemeClr val="tx1"/>
                    </a:solidFill>
                  </a:rPr>
                  <a:t>十</a:t>
                </a:r>
                <a:endParaRPr lang="en-US" altLang="zh-CN" sz="1400" dirty="0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0CA251AD-90A4-55C6-70FD-FFDB8B96C653}"/>
              </a:ext>
            </a:extLst>
          </p:cNvPr>
          <p:cNvGrpSpPr/>
          <p:nvPr/>
        </p:nvGrpSpPr>
        <p:grpSpPr>
          <a:xfrm>
            <a:off x="864000" y="6039175"/>
            <a:ext cx="6912000" cy="576000"/>
            <a:chOff x="864000" y="4365450"/>
            <a:chExt cx="6912000" cy="576000"/>
          </a:xfrm>
        </p:grpSpPr>
        <p:sp>
          <p:nvSpPr>
            <p:cNvPr id="145" name="矩形: 圆角 144">
              <a:extLst>
                <a:ext uri="{FF2B5EF4-FFF2-40B4-BE49-F238E27FC236}">
                  <a16:creationId xmlns:a16="http://schemas.microsoft.com/office/drawing/2014/main" id="{3B2D37FC-D99E-B289-B17F-BBB2323533E2}"/>
                </a:ext>
              </a:extLst>
            </p:cNvPr>
            <p:cNvSpPr/>
            <p:nvPr/>
          </p:nvSpPr>
          <p:spPr>
            <a:xfrm>
              <a:off x="1440000" y="4365450"/>
              <a:ext cx="576000" cy="576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</a:rPr>
                <a:t>0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46" name="矩形: 圆角 145">
              <a:extLst>
                <a:ext uri="{FF2B5EF4-FFF2-40B4-BE49-F238E27FC236}">
                  <a16:creationId xmlns:a16="http://schemas.microsoft.com/office/drawing/2014/main" id="{47F2AE7C-CFDA-AC84-B33F-1253F361FBDF}"/>
                </a:ext>
              </a:extLst>
            </p:cNvPr>
            <p:cNvSpPr/>
            <p:nvPr/>
          </p:nvSpPr>
          <p:spPr>
            <a:xfrm>
              <a:off x="2016000" y="4365450"/>
              <a:ext cx="576000" cy="576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</a:rPr>
                <a:t>1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47" name="矩形: 圆角 146">
              <a:extLst>
                <a:ext uri="{FF2B5EF4-FFF2-40B4-BE49-F238E27FC236}">
                  <a16:creationId xmlns:a16="http://schemas.microsoft.com/office/drawing/2014/main" id="{3538B475-3241-AA22-5209-1F6FDE2FD206}"/>
                </a:ext>
              </a:extLst>
            </p:cNvPr>
            <p:cNvSpPr/>
            <p:nvPr/>
          </p:nvSpPr>
          <p:spPr>
            <a:xfrm>
              <a:off x="2592000" y="4365450"/>
              <a:ext cx="576000" cy="576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</a:rPr>
                <a:t>2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48" name="矩形: 圆角 147">
              <a:extLst>
                <a:ext uri="{FF2B5EF4-FFF2-40B4-BE49-F238E27FC236}">
                  <a16:creationId xmlns:a16="http://schemas.microsoft.com/office/drawing/2014/main" id="{36FB43B2-52EB-576C-A673-D8032AAE56E4}"/>
                </a:ext>
              </a:extLst>
            </p:cNvPr>
            <p:cNvSpPr/>
            <p:nvPr/>
          </p:nvSpPr>
          <p:spPr>
            <a:xfrm>
              <a:off x="3168000" y="4365450"/>
              <a:ext cx="576000" cy="576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</a:rPr>
                <a:t>3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49" name="矩形: 圆角 148">
              <a:extLst>
                <a:ext uri="{FF2B5EF4-FFF2-40B4-BE49-F238E27FC236}">
                  <a16:creationId xmlns:a16="http://schemas.microsoft.com/office/drawing/2014/main" id="{134AA21E-2F5F-733C-719E-9D797C48E207}"/>
                </a:ext>
              </a:extLst>
            </p:cNvPr>
            <p:cNvSpPr/>
            <p:nvPr/>
          </p:nvSpPr>
          <p:spPr>
            <a:xfrm>
              <a:off x="3744000" y="4365450"/>
              <a:ext cx="576000" cy="576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</a:rPr>
                <a:t>4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50" name="矩形: 圆角 149">
              <a:extLst>
                <a:ext uri="{FF2B5EF4-FFF2-40B4-BE49-F238E27FC236}">
                  <a16:creationId xmlns:a16="http://schemas.microsoft.com/office/drawing/2014/main" id="{A109DDB0-2B7F-0795-53D8-D9D5FA81E026}"/>
                </a:ext>
              </a:extLst>
            </p:cNvPr>
            <p:cNvSpPr/>
            <p:nvPr/>
          </p:nvSpPr>
          <p:spPr>
            <a:xfrm>
              <a:off x="4320000" y="4365450"/>
              <a:ext cx="576000" cy="576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</a:rPr>
                <a:t>5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51" name="矩形: 圆角 150">
              <a:extLst>
                <a:ext uri="{FF2B5EF4-FFF2-40B4-BE49-F238E27FC236}">
                  <a16:creationId xmlns:a16="http://schemas.microsoft.com/office/drawing/2014/main" id="{FFE02F88-89E5-725B-F7C1-AC938AC046AD}"/>
                </a:ext>
              </a:extLst>
            </p:cNvPr>
            <p:cNvSpPr/>
            <p:nvPr/>
          </p:nvSpPr>
          <p:spPr>
            <a:xfrm>
              <a:off x="4896000" y="4365450"/>
              <a:ext cx="576000" cy="576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</a:rPr>
                <a:t>6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52" name="矩形: 圆角 151">
              <a:extLst>
                <a:ext uri="{FF2B5EF4-FFF2-40B4-BE49-F238E27FC236}">
                  <a16:creationId xmlns:a16="http://schemas.microsoft.com/office/drawing/2014/main" id="{C2FE66A1-A2FF-F813-D76B-CAC7AB9C3E2B}"/>
                </a:ext>
              </a:extLst>
            </p:cNvPr>
            <p:cNvSpPr/>
            <p:nvPr/>
          </p:nvSpPr>
          <p:spPr>
            <a:xfrm>
              <a:off x="5472000" y="4365450"/>
              <a:ext cx="576000" cy="576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</a:rPr>
                <a:t>7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53" name="矩形: 圆角 152">
              <a:extLst>
                <a:ext uri="{FF2B5EF4-FFF2-40B4-BE49-F238E27FC236}">
                  <a16:creationId xmlns:a16="http://schemas.microsoft.com/office/drawing/2014/main" id="{778E2A1F-BF8F-D6F2-7002-C827952AE101}"/>
                </a:ext>
              </a:extLst>
            </p:cNvPr>
            <p:cNvSpPr/>
            <p:nvPr/>
          </p:nvSpPr>
          <p:spPr>
            <a:xfrm>
              <a:off x="6048000" y="4365450"/>
              <a:ext cx="576000" cy="576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</a:rPr>
                <a:t>8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54" name="矩形: 圆角 153">
              <a:extLst>
                <a:ext uri="{FF2B5EF4-FFF2-40B4-BE49-F238E27FC236}">
                  <a16:creationId xmlns:a16="http://schemas.microsoft.com/office/drawing/2014/main" id="{C99E89CC-415C-69F7-DBFB-CAE99C963ECB}"/>
                </a:ext>
              </a:extLst>
            </p:cNvPr>
            <p:cNvSpPr/>
            <p:nvPr/>
          </p:nvSpPr>
          <p:spPr>
            <a:xfrm>
              <a:off x="6624000" y="4365450"/>
              <a:ext cx="576000" cy="576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</a:rPr>
                <a:t>9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55" name="矩形: 圆角 154">
              <a:extLst>
                <a:ext uri="{FF2B5EF4-FFF2-40B4-BE49-F238E27FC236}">
                  <a16:creationId xmlns:a16="http://schemas.microsoft.com/office/drawing/2014/main" id="{EE71567A-00A5-51C0-263E-107C30B377F2}"/>
                </a:ext>
              </a:extLst>
            </p:cNvPr>
            <p:cNvSpPr/>
            <p:nvPr/>
          </p:nvSpPr>
          <p:spPr>
            <a:xfrm>
              <a:off x="7200000" y="4365450"/>
              <a:ext cx="576000" cy="576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</a:rPr>
                <a:t>10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56" name="矩形: 圆角 155">
              <a:extLst>
                <a:ext uri="{FF2B5EF4-FFF2-40B4-BE49-F238E27FC236}">
                  <a16:creationId xmlns:a16="http://schemas.microsoft.com/office/drawing/2014/main" id="{FBB412B9-E0CD-AF98-9A97-BC8B7E4A6D55}"/>
                </a:ext>
              </a:extLst>
            </p:cNvPr>
            <p:cNvSpPr/>
            <p:nvPr/>
          </p:nvSpPr>
          <p:spPr>
            <a:xfrm>
              <a:off x="864000" y="4365450"/>
              <a:ext cx="576000" cy="576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>
                  <a:solidFill>
                    <a:schemeClr val="tx1"/>
                  </a:solidFill>
                </a:rPr>
                <a:t>军</a:t>
              </a:r>
            </a:p>
          </p:txBody>
        </p:sp>
      </p:grpSp>
      <p:grpSp>
        <p:nvGrpSpPr>
          <p:cNvPr id="46" name="组合 45">
            <a:extLst>
              <a:ext uri="{FF2B5EF4-FFF2-40B4-BE49-F238E27FC236}">
                <a16:creationId xmlns:a16="http://schemas.microsoft.com/office/drawing/2014/main" id="{6D511B9E-B175-B946-589D-4DC2286EDE2D}"/>
              </a:ext>
            </a:extLst>
          </p:cNvPr>
          <p:cNvGrpSpPr/>
          <p:nvPr/>
        </p:nvGrpSpPr>
        <p:grpSpPr>
          <a:xfrm>
            <a:off x="1151999" y="2187969"/>
            <a:ext cx="6943129" cy="2311843"/>
            <a:chOff x="1151999" y="2187969"/>
            <a:chExt cx="6943129" cy="2311843"/>
          </a:xfrm>
        </p:grpSpPr>
        <p:grpSp>
          <p:nvGrpSpPr>
            <p:cNvPr id="58" name="组合 57">
              <a:extLst>
                <a:ext uri="{FF2B5EF4-FFF2-40B4-BE49-F238E27FC236}">
                  <a16:creationId xmlns:a16="http://schemas.microsoft.com/office/drawing/2014/main" id="{41DC8991-5790-5C14-5E06-20AD677721F4}"/>
                </a:ext>
              </a:extLst>
            </p:cNvPr>
            <p:cNvGrpSpPr/>
            <p:nvPr/>
          </p:nvGrpSpPr>
          <p:grpSpPr>
            <a:xfrm>
              <a:off x="1152000" y="2187969"/>
              <a:ext cx="6912000" cy="576000"/>
              <a:chOff x="864000" y="4365450"/>
              <a:chExt cx="6912000" cy="576000"/>
            </a:xfrm>
          </p:grpSpPr>
          <p:sp>
            <p:nvSpPr>
              <p:cNvPr id="38" name="矩形: 圆角 37">
                <a:extLst>
                  <a:ext uri="{FF2B5EF4-FFF2-40B4-BE49-F238E27FC236}">
                    <a16:creationId xmlns:a16="http://schemas.microsoft.com/office/drawing/2014/main" id="{264795CF-EB3B-E6DB-EB44-602978A2B1DA}"/>
                  </a:ext>
                </a:extLst>
              </p:cNvPr>
              <p:cNvSpPr/>
              <p:nvPr/>
            </p:nvSpPr>
            <p:spPr>
              <a:xfrm>
                <a:off x="1440000" y="436545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0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9" name="矩形: 圆角 38">
                <a:extLst>
                  <a:ext uri="{FF2B5EF4-FFF2-40B4-BE49-F238E27FC236}">
                    <a16:creationId xmlns:a16="http://schemas.microsoft.com/office/drawing/2014/main" id="{F2969EEB-F423-6A82-ACA5-8C886540B635}"/>
                  </a:ext>
                </a:extLst>
              </p:cNvPr>
              <p:cNvSpPr/>
              <p:nvPr/>
            </p:nvSpPr>
            <p:spPr>
              <a:xfrm>
                <a:off x="2016000" y="436545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1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0" name="矩形: 圆角 39">
                <a:extLst>
                  <a:ext uri="{FF2B5EF4-FFF2-40B4-BE49-F238E27FC236}">
                    <a16:creationId xmlns:a16="http://schemas.microsoft.com/office/drawing/2014/main" id="{D221A4DC-CD21-9668-5150-9B186C045275}"/>
                  </a:ext>
                </a:extLst>
              </p:cNvPr>
              <p:cNvSpPr/>
              <p:nvPr/>
            </p:nvSpPr>
            <p:spPr>
              <a:xfrm>
                <a:off x="2592000" y="436545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2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1" name="矩形: 圆角 40">
                <a:extLst>
                  <a:ext uri="{FF2B5EF4-FFF2-40B4-BE49-F238E27FC236}">
                    <a16:creationId xmlns:a16="http://schemas.microsoft.com/office/drawing/2014/main" id="{F048CBD8-356C-8483-86E8-A5BBA5168121}"/>
                  </a:ext>
                </a:extLst>
              </p:cNvPr>
              <p:cNvSpPr/>
              <p:nvPr/>
            </p:nvSpPr>
            <p:spPr>
              <a:xfrm>
                <a:off x="3168000" y="436545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3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2" name="矩形: 圆角 41">
                <a:extLst>
                  <a:ext uri="{FF2B5EF4-FFF2-40B4-BE49-F238E27FC236}">
                    <a16:creationId xmlns:a16="http://schemas.microsoft.com/office/drawing/2014/main" id="{BE08CAF1-CA57-0E04-3048-F78FA51FFC36}"/>
                  </a:ext>
                </a:extLst>
              </p:cNvPr>
              <p:cNvSpPr/>
              <p:nvPr/>
            </p:nvSpPr>
            <p:spPr>
              <a:xfrm>
                <a:off x="3744000" y="436545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4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3" name="矩形: 圆角 42">
                <a:extLst>
                  <a:ext uri="{FF2B5EF4-FFF2-40B4-BE49-F238E27FC236}">
                    <a16:creationId xmlns:a16="http://schemas.microsoft.com/office/drawing/2014/main" id="{E92A77BE-5EFC-0BFE-DDFD-298DC6ED514B}"/>
                  </a:ext>
                </a:extLst>
              </p:cNvPr>
              <p:cNvSpPr/>
              <p:nvPr/>
            </p:nvSpPr>
            <p:spPr>
              <a:xfrm>
                <a:off x="4320000" y="436545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5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4" name="矩形: 圆角 43">
                <a:extLst>
                  <a:ext uri="{FF2B5EF4-FFF2-40B4-BE49-F238E27FC236}">
                    <a16:creationId xmlns:a16="http://schemas.microsoft.com/office/drawing/2014/main" id="{15BAA4D7-162A-5107-30C4-72E6AAC784DC}"/>
                  </a:ext>
                </a:extLst>
              </p:cNvPr>
              <p:cNvSpPr/>
              <p:nvPr/>
            </p:nvSpPr>
            <p:spPr>
              <a:xfrm>
                <a:off x="4896000" y="436545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6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5" name="矩形: 圆角 44">
                <a:extLst>
                  <a:ext uri="{FF2B5EF4-FFF2-40B4-BE49-F238E27FC236}">
                    <a16:creationId xmlns:a16="http://schemas.microsoft.com/office/drawing/2014/main" id="{5A43CEFB-31D3-6A95-99EE-B459522151E1}"/>
                  </a:ext>
                </a:extLst>
              </p:cNvPr>
              <p:cNvSpPr/>
              <p:nvPr/>
            </p:nvSpPr>
            <p:spPr>
              <a:xfrm>
                <a:off x="5472000" y="436545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7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4" name="矩形: 圆角 53">
                <a:extLst>
                  <a:ext uri="{FF2B5EF4-FFF2-40B4-BE49-F238E27FC236}">
                    <a16:creationId xmlns:a16="http://schemas.microsoft.com/office/drawing/2014/main" id="{6268D3F6-B5AF-008D-0105-F944D5705C37}"/>
                  </a:ext>
                </a:extLst>
              </p:cNvPr>
              <p:cNvSpPr/>
              <p:nvPr/>
            </p:nvSpPr>
            <p:spPr>
              <a:xfrm>
                <a:off x="6048000" y="436545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8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5" name="矩形: 圆角 54">
                <a:extLst>
                  <a:ext uri="{FF2B5EF4-FFF2-40B4-BE49-F238E27FC236}">
                    <a16:creationId xmlns:a16="http://schemas.microsoft.com/office/drawing/2014/main" id="{20864C17-936C-DB8A-7E66-1EED88947897}"/>
                  </a:ext>
                </a:extLst>
              </p:cNvPr>
              <p:cNvSpPr/>
              <p:nvPr/>
            </p:nvSpPr>
            <p:spPr>
              <a:xfrm>
                <a:off x="6624000" y="436545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9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6" name="矩形: 圆角 55">
                <a:extLst>
                  <a:ext uri="{FF2B5EF4-FFF2-40B4-BE49-F238E27FC236}">
                    <a16:creationId xmlns:a16="http://schemas.microsoft.com/office/drawing/2014/main" id="{158B9A58-58F5-D661-83ED-0EC2D3295AC8}"/>
                  </a:ext>
                </a:extLst>
              </p:cNvPr>
              <p:cNvSpPr/>
              <p:nvPr/>
            </p:nvSpPr>
            <p:spPr>
              <a:xfrm>
                <a:off x="7200000" y="436545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10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7" name="矩形: 圆角 56">
                <a:extLst>
                  <a:ext uri="{FF2B5EF4-FFF2-40B4-BE49-F238E27FC236}">
                    <a16:creationId xmlns:a16="http://schemas.microsoft.com/office/drawing/2014/main" id="{46805638-D57A-5D14-FB8D-CB1C0EC1ECCB}"/>
                  </a:ext>
                </a:extLst>
              </p:cNvPr>
              <p:cNvSpPr/>
              <p:nvPr/>
            </p:nvSpPr>
            <p:spPr>
              <a:xfrm>
                <a:off x="864000" y="436545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400" dirty="0">
                    <a:solidFill>
                      <a:schemeClr val="tx1"/>
                    </a:solidFill>
                  </a:rPr>
                  <a:t>儒</a:t>
                </a:r>
              </a:p>
            </p:txBody>
          </p:sp>
        </p:grpSp>
        <p:grpSp>
          <p:nvGrpSpPr>
            <p:cNvPr id="72" name="组合 71">
              <a:extLst>
                <a:ext uri="{FF2B5EF4-FFF2-40B4-BE49-F238E27FC236}">
                  <a16:creationId xmlns:a16="http://schemas.microsoft.com/office/drawing/2014/main" id="{D85C702E-D1FF-6919-619C-8843DAA5E37B}"/>
                </a:ext>
              </a:extLst>
            </p:cNvPr>
            <p:cNvGrpSpPr/>
            <p:nvPr/>
          </p:nvGrpSpPr>
          <p:grpSpPr>
            <a:xfrm>
              <a:off x="1152000" y="3339969"/>
              <a:ext cx="6912000" cy="576000"/>
              <a:chOff x="864000" y="4365450"/>
              <a:chExt cx="6912000" cy="576000"/>
            </a:xfrm>
          </p:grpSpPr>
          <p:sp>
            <p:nvSpPr>
              <p:cNvPr id="73" name="矩形: 圆角 72">
                <a:extLst>
                  <a:ext uri="{FF2B5EF4-FFF2-40B4-BE49-F238E27FC236}">
                    <a16:creationId xmlns:a16="http://schemas.microsoft.com/office/drawing/2014/main" id="{DE8AEAEB-E0CE-90B2-E6E6-0BD08339794A}"/>
                  </a:ext>
                </a:extLst>
              </p:cNvPr>
              <p:cNvSpPr/>
              <p:nvPr/>
            </p:nvSpPr>
            <p:spPr>
              <a:xfrm>
                <a:off x="1440000" y="436545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0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4" name="矩形: 圆角 73">
                <a:extLst>
                  <a:ext uri="{FF2B5EF4-FFF2-40B4-BE49-F238E27FC236}">
                    <a16:creationId xmlns:a16="http://schemas.microsoft.com/office/drawing/2014/main" id="{14F353AF-B7FB-B4A2-FC53-A1407FB7276B}"/>
                  </a:ext>
                </a:extLst>
              </p:cNvPr>
              <p:cNvSpPr/>
              <p:nvPr/>
            </p:nvSpPr>
            <p:spPr>
              <a:xfrm>
                <a:off x="2016000" y="436545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1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5" name="矩形: 圆角 74">
                <a:extLst>
                  <a:ext uri="{FF2B5EF4-FFF2-40B4-BE49-F238E27FC236}">
                    <a16:creationId xmlns:a16="http://schemas.microsoft.com/office/drawing/2014/main" id="{E3A322EE-F005-3DBC-8F2D-0D459280102F}"/>
                  </a:ext>
                </a:extLst>
              </p:cNvPr>
              <p:cNvSpPr/>
              <p:nvPr/>
            </p:nvSpPr>
            <p:spPr>
              <a:xfrm>
                <a:off x="2592000" y="436545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2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6" name="矩形: 圆角 75">
                <a:extLst>
                  <a:ext uri="{FF2B5EF4-FFF2-40B4-BE49-F238E27FC236}">
                    <a16:creationId xmlns:a16="http://schemas.microsoft.com/office/drawing/2014/main" id="{180F801A-981E-0803-CD04-F0F26530E0D7}"/>
                  </a:ext>
                </a:extLst>
              </p:cNvPr>
              <p:cNvSpPr/>
              <p:nvPr/>
            </p:nvSpPr>
            <p:spPr>
              <a:xfrm>
                <a:off x="3168000" y="436545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3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7" name="矩形: 圆角 76">
                <a:extLst>
                  <a:ext uri="{FF2B5EF4-FFF2-40B4-BE49-F238E27FC236}">
                    <a16:creationId xmlns:a16="http://schemas.microsoft.com/office/drawing/2014/main" id="{B42500D5-763C-BB0B-FD3B-DFAD12880A43}"/>
                  </a:ext>
                </a:extLst>
              </p:cNvPr>
              <p:cNvSpPr/>
              <p:nvPr/>
            </p:nvSpPr>
            <p:spPr>
              <a:xfrm>
                <a:off x="3744000" y="436545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4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8" name="矩形: 圆角 77">
                <a:extLst>
                  <a:ext uri="{FF2B5EF4-FFF2-40B4-BE49-F238E27FC236}">
                    <a16:creationId xmlns:a16="http://schemas.microsoft.com/office/drawing/2014/main" id="{5A10C0E8-64C1-A13D-72DE-558927F88D4D}"/>
                  </a:ext>
                </a:extLst>
              </p:cNvPr>
              <p:cNvSpPr/>
              <p:nvPr/>
            </p:nvSpPr>
            <p:spPr>
              <a:xfrm>
                <a:off x="4320000" y="436545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5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9" name="矩形: 圆角 78">
                <a:extLst>
                  <a:ext uri="{FF2B5EF4-FFF2-40B4-BE49-F238E27FC236}">
                    <a16:creationId xmlns:a16="http://schemas.microsoft.com/office/drawing/2014/main" id="{7F892ED2-61E9-26DA-525F-37F4466C00AD}"/>
                  </a:ext>
                </a:extLst>
              </p:cNvPr>
              <p:cNvSpPr/>
              <p:nvPr/>
            </p:nvSpPr>
            <p:spPr>
              <a:xfrm>
                <a:off x="4896000" y="436545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6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0" name="矩形: 圆角 79">
                <a:extLst>
                  <a:ext uri="{FF2B5EF4-FFF2-40B4-BE49-F238E27FC236}">
                    <a16:creationId xmlns:a16="http://schemas.microsoft.com/office/drawing/2014/main" id="{CB353EDA-2A68-95FA-5738-0ABC74CD188A}"/>
                  </a:ext>
                </a:extLst>
              </p:cNvPr>
              <p:cNvSpPr/>
              <p:nvPr/>
            </p:nvSpPr>
            <p:spPr>
              <a:xfrm>
                <a:off x="5472000" y="436545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7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1" name="矩形: 圆角 80">
                <a:extLst>
                  <a:ext uri="{FF2B5EF4-FFF2-40B4-BE49-F238E27FC236}">
                    <a16:creationId xmlns:a16="http://schemas.microsoft.com/office/drawing/2014/main" id="{F69ABB8A-A36E-FB7E-5661-0FBECE2DB6BB}"/>
                  </a:ext>
                </a:extLst>
              </p:cNvPr>
              <p:cNvSpPr/>
              <p:nvPr/>
            </p:nvSpPr>
            <p:spPr>
              <a:xfrm>
                <a:off x="6048000" y="436545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8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2" name="矩形: 圆角 81">
                <a:extLst>
                  <a:ext uri="{FF2B5EF4-FFF2-40B4-BE49-F238E27FC236}">
                    <a16:creationId xmlns:a16="http://schemas.microsoft.com/office/drawing/2014/main" id="{6C076339-1C41-227C-2466-16A6E8D66C59}"/>
                  </a:ext>
                </a:extLst>
              </p:cNvPr>
              <p:cNvSpPr/>
              <p:nvPr/>
            </p:nvSpPr>
            <p:spPr>
              <a:xfrm>
                <a:off x="6624000" y="436545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9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3" name="矩形: 圆角 82">
                <a:extLst>
                  <a:ext uri="{FF2B5EF4-FFF2-40B4-BE49-F238E27FC236}">
                    <a16:creationId xmlns:a16="http://schemas.microsoft.com/office/drawing/2014/main" id="{5F453ED5-2ED5-7EDF-C0A6-CF029F06B8EC}"/>
                  </a:ext>
                </a:extLst>
              </p:cNvPr>
              <p:cNvSpPr/>
              <p:nvPr/>
            </p:nvSpPr>
            <p:spPr>
              <a:xfrm>
                <a:off x="7200000" y="436545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10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4" name="矩形: 圆角 83">
                <a:extLst>
                  <a:ext uri="{FF2B5EF4-FFF2-40B4-BE49-F238E27FC236}">
                    <a16:creationId xmlns:a16="http://schemas.microsoft.com/office/drawing/2014/main" id="{6FA620D6-9937-3893-F46C-B9C4470BC502}"/>
                  </a:ext>
                </a:extLst>
              </p:cNvPr>
              <p:cNvSpPr/>
              <p:nvPr/>
            </p:nvSpPr>
            <p:spPr>
              <a:xfrm>
                <a:off x="864000" y="436545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400" dirty="0">
                    <a:solidFill>
                      <a:schemeClr val="tx1"/>
                    </a:solidFill>
                  </a:rPr>
                  <a:t>佛</a:t>
                </a:r>
              </a:p>
            </p:txBody>
          </p:sp>
        </p:grpSp>
        <p:grpSp>
          <p:nvGrpSpPr>
            <p:cNvPr id="85" name="组合 84">
              <a:extLst>
                <a:ext uri="{FF2B5EF4-FFF2-40B4-BE49-F238E27FC236}">
                  <a16:creationId xmlns:a16="http://schemas.microsoft.com/office/drawing/2014/main" id="{2718E369-676E-6FFA-D63B-983D0428DC63}"/>
                </a:ext>
              </a:extLst>
            </p:cNvPr>
            <p:cNvGrpSpPr/>
            <p:nvPr/>
          </p:nvGrpSpPr>
          <p:grpSpPr>
            <a:xfrm>
              <a:off x="1152000" y="2770319"/>
              <a:ext cx="6912000" cy="576000"/>
              <a:chOff x="864000" y="4365450"/>
              <a:chExt cx="6912000" cy="576000"/>
            </a:xfrm>
          </p:grpSpPr>
          <p:sp>
            <p:nvSpPr>
              <p:cNvPr id="86" name="矩形: 圆角 85">
                <a:extLst>
                  <a:ext uri="{FF2B5EF4-FFF2-40B4-BE49-F238E27FC236}">
                    <a16:creationId xmlns:a16="http://schemas.microsoft.com/office/drawing/2014/main" id="{1F798E3A-D981-BB0E-239E-6999BD183951}"/>
                  </a:ext>
                </a:extLst>
              </p:cNvPr>
              <p:cNvSpPr/>
              <p:nvPr/>
            </p:nvSpPr>
            <p:spPr>
              <a:xfrm>
                <a:off x="1440000" y="436545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0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7" name="矩形: 圆角 86">
                <a:extLst>
                  <a:ext uri="{FF2B5EF4-FFF2-40B4-BE49-F238E27FC236}">
                    <a16:creationId xmlns:a16="http://schemas.microsoft.com/office/drawing/2014/main" id="{FBC078F3-B7D9-7116-5933-1C8A7968D8FD}"/>
                  </a:ext>
                </a:extLst>
              </p:cNvPr>
              <p:cNvSpPr/>
              <p:nvPr/>
            </p:nvSpPr>
            <p:spPr>
              <a:xfrm>
                <a:off x="2016000" y="436545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1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8" name="矩形: 圆角 87">
                <a:extLst>
                  <a:ext uri="{FF2B5EF4-FFF2-40B4-BE49-F238E27FC236}">
                    <a16:creationId xmlns:a16="http://schemas.microsoft.com/office/drawing/2014/main" id="{02F7029A-AA0B-217E-4385-79522BFC1D39}"/>
                  </a:ext>
                </a:extLst>
              </p:cNvPr>
              <p:cNvSpPr/>
              <p:nvPr/>
            </p:nvSpPr>
            <p:spPr>
              <a:xfrm>
                <a:off x="2592000" y="436545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2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9" name="矩形: 圆角 88">
                <a:extLst>
                  <a:ext uri="{FF2B5EF4-FFF2-40B4-BE49-F238E27FC236}">
                    <a16:creationId xmlns:a16="http://schemas.microsoft.com/office/drawing/2014/main" id="{292B1C9A-9DF6-5F09-E2FE-82D310950206}"/>
                  </a:ext>
                </a:extLst>
              </p:cNvPr>
              <p:cNvSpPr/>
              <p:nvPr/>
            </p:nvSpPr>
            <p:spPr>
              <a:xfrm>
                <a:off x="3168000" y="436545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3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0" name="矩形: 圆角 89">
                <a:extLst>
                  <a:ext uri="{FF2B5EF4-FFF2-40B4-BE49-F238E27FC236}">
                    <a16:creationId xmlns:a16="http://schemas.microsoft.com/office/drawing/2014/main" id="{044520D4-A839-7C9B-46D1-0BB9318B868C}"/>
                  </a:ext>
                </a:extLst>
              </p:cNvPr>
              <p:cNvSpPr/>
              <p:nvPr/>
            </p:nvSpPr>
            <p:spPr>
              <a:xfrm>
                <a:off x="3744000" y="436545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4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1" name="矩形: 圆角 90">
                <a:extLst>
                  <a:ext uri="{FF2B5EF4-FFF2-40B4-BE49-F238E27FC236}">
                    <a16:creationId xmlns:a16="http://schemas.microsoft.com/office/drawing/2014/main" id="{D8CFCAAD-C985-B357-CBCA-86DE27077839}"/>
                  </a:ext>
                </a:extLst>
              </p:cNvPr>
              <p:cNvSpPr/>
              <p:nvPr/>
            </p:nvSpPr>
            <p:spPr>
              <a:xfrm>
                <a:off x="4320000" y="436545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5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2" name="矩形: 圆角 91">
                <a:extLst>
                  <a:ext uri="{FF2B5EF4-FFF2-40B4-BE49-F238E27FC236}">
                    <a16:creationId xmlns:a16="http://schemas.microsoft.com/office/drawing/2014/main" id="{D9DD5BC2-E24E-DC7F-C238-DCA9B05CCABC}"/>
                  </a:ext>
                </a:extLst>
              </p:cNvPr>
              <p:cNvSpPr/>
              <p:nvPr/>
            </p:nvSpPr>
            <p:spPr>
              <a:xfrm>
                <a:off x="4896000" y="436545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6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3" name="矩形: 圆角 92">
                <a:extLst>
                  <a:ext uri="{FF2B5EF4-FFF2-40B4-BE49-F238E27FC236}">
                    <a16:creationId xmlns:a16="http://schemas.microsoft.com/office/drawing/2014/main" id="{0658BAA8-1FBD-93E0-D2A1-825232BAB05E}"/>
                  </a:ext>
                </a:extLst>
              </p:cNvPr>
              <p:cNvSpPr/>
              <p:nvPr/>
            </p:nvSpPr>
            <p:spPr>
              <a:xfrm>
                <a:off x="5472000" y="436545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7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4" name="矩形: 圆角 93">
                <a:extLst>
                  <a:ext uri="{FF2B5EF4-FFF2-40B4-BE49-F238E27FC236}">
                    <a16:creationId xmlns:a16="http://schemas.microsoft.com/office/drawing/2014/main" id="{5F28488D-571F-6A4F-26EA-5E63A150660B}"/>
                  </a:ext>
                </a:extLst>
              </p:cNvPr>
              <p:cNvSpPr/>
              <p:nvPr/>
            </p:nvSpPr>
            <p:spPr>
              <a:xfrm>
                <a:off x="6048000" y="436545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8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5" name="矩形: 圆角 94">
                <a:extLst>
                  <a:ext uri="{FF2B5EF4-FFF2-40B4-BE49-F238E27FC236}">
                    <a16:creationId xmlns:a16="http://schemas.microsoft.com/office/drawing/2014/main" id="{2E5C62EC-2AB1-DF5A-0A4C-57D59F46ECF1}"/>
                  </a:ext>
                </a:extLst>
              </p:cNvPr>
              <p:cNvSpPr/>
              <p:nvPr/>
            </p:nvSpPr>
            <p:spPr>
              <a:xfrm>
                <a:off x="6624000" y="436545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9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6" name="矩形: 圆角 95">
                <a:extLst>
                  <a:ext uri="{FF2B5EF4-FFF2-40B4-BE49-F238E27FC236}">
                    <a16:creationId xmlns:a16="http://schemas.microsoft.com/office/drawing/2014/main" id="{E8ED5B8A-32B5-1E69-D0C4-01646BCA9AFB}"/>
                  </a:ext>
                </a:extLst>
              </p:cNvPr>
              <p:cNvSpPr/>
              <p:nvPr/>
            </p:nvSpPr>
            <p:spPr>
              <a:xfrm>
                <a:off x="7200000" y="436545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10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7" name="矩形: 圆角 96">
                <a:extLst>
                  <a:ext uri="{FF2B5EF4-FFF2-40B4-BE49-F238E27FC236}">
                    <a16:creationId xmlns:a16="http://schemas.microsoft.com/office/drawing/2014/main" id="{706DD367-2407-1963-3A58-E1857A8A6AF8}"/>
                  </a:ext>
                </a:extLst>
              </p:cNvPr>
              <p:cNvSpPr/>
              <p:nvPr/>
            </p:nvSpPr>
            <p:spPr>
              <a:xfrm>
                <a:off x="864000" y="436545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400" dirty="0">
                    <a:solidFill>
                      <a:schemeClr val="tx1"/>
                    </a:solidFill>
                  </a:rPr>
                  <a:t>玄</a:t>
                </a:r>
              </a:p>
            </p:txBody>
          </p:sp>
        </p:grpSp>
        <p:sp>
          <p:nvSpPr>
            <p:cNvPr id="10" name="矩形: 圆角 9">
              <a:extLst>
                <a:ext uri="{FF2B5EF4-FFF2-40B4-BE49-F238E27FC236}">
                  <a16:creationId xmlns:a16="http://schemas.microsoft.com/office/drawing/2014/main" id="{FC765B4C-DD8D-A515-4610-718DE86E5390}"/>
                </a:ext>
              </a:extLst>
            </p:cNvPr>
            <p:cNvSpPr/>
            <p:nvPr/>
          </p:nvSpPr>
          <p:spPr>
            <a:xfrm>
              <a:off x="1151999" y="3923812"/>
              <a:ext cx="6943129" cy="576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 err="1">
                  <a:solidFill>
                    <a:schemeClr val="tx1"/>
                  </a:solidFill>
                </a:rPr>
                <a:t>Vp</a:t>
              </a:r>
              <a:r>
                <a:rPr lang="zh-CN" altLang="en-US" sz="1400" dirty="0">
                  <a:solidFill>
                    <a:schemeClr val="tx1"/>
                  </a:solidFill>
                </a:rPr>
                <a:t>奖励：第一顺位：</a:t>
              </a:r>
              <a:r>
                <a:rPr lang="en-US" altLang="zh-CN" sz="1400" dirty="0">
                  <a:solidFill>
                    <a:schemeClr val="tx1"/>
                  </a:solidFill>
                </a:rPr>
                <a:t>18/12/6</a:t>
              </a:r>
              <a:r>
                <a:rPr lang="zh-CN" altLang="en-US" sz="1400" dirty="0">
                  <a:solidFill>
                    <a:schemeClr val="tx1"/>
                  </a:solidFill>
                </a:rPr>
                <a:t>；第二顺位：</a:t>
              </a:r>
              <a:r>
                <a:rPr lang="en-US" altLang="zh-CN" sz="1400" dirty="0">
                  <a:solidFill>
                    <a:schemeClr val="tx1"/>
                  </a:solidFill>
                </a:rPr>
                <a:t>12/8/4</a:t>
              </a:r>
              <a:r>
                <a:rPr lang="zh-CN" altLang="en-US" sz="1400" dirty="0">
                  <a:solidFill>
                    <a:schemeClr val="tx1"/>
                  </a:solidFill>
                </a:rPr>
                <a:t>；第三顺位：</a:t>
              </a:r>
              <a:r>
                <a:rPr lang="en-US" altLang="zh-CN" sz="1400" dirty="0">
                  <a:solidFill>
                    <a:schemeClr val="tx1"/>
                  </a:solidFill>
                </a:rPr>
                <a:t>9/5/3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75" name="组合 174">
            <a:extLst>
              <a:ext uri="{FF2B5EF4-FFF2-40B4-BE49-F238E27FC236}">
                <a16:creationId xmlns:a16="http://schemas.microsoft.com/office/drawing/2014/main" id="{4047AE75-24D0-80BD-9E17-4E0DD6C47FE2}"/>
              </a:ext>
            </a:extLst>
          </p:cNvPr>
          <p:cNvGrpSpPr/>
          <p:nvPr/>
        </p:nvGrpSpPr>
        <p:grpSpPr>
          <a:xfrm>
            <a:off x="8095128" y="4769906"/>
            <a:ext cx="6912000" cy="1728000"/>
            <a:chOff x="8095128" y="4769906"/>
            <a:chExt cx="6912000" cy="1728000"/>
          </a:xfrm>
        </p:grpSpPr>
        <p:grpSp>
          <p:nvGrpSpPr>
            <p:cNvPr id="47" name="组合 46">
              <a:extLst>
                <a:ext uri="{FF2B5EF4-FFF2-40B4-BE49-F238E27FC236}">
                  <a16:creationId xmlns:a16="http://schemas.microsoft.com/office/drawing/2014/main" id="{28024226-810A-F42A-2DA6-65735594BBA0}"/>
                </a:ext>
              </a:extLst>
            </p:cNvPr>
            <p:cNvGrpSpPr/>
            <p:nvPr/>
          </p:nvGrpSpPr>
          <p:grpSpPr>
            <a:xfrm>
              <a:off x="8095128" y="4769906"/>
              <a:ext cx="4608000" cy="1152000"/>
              <a:chOff x="1440000" y="6480000"/>
              <a:chExt cx="4608000" cy="1152000"/>
            </a:xfrm>
          </p:grpSpPr>
          <p:sp>
            <p:nvSpPr>
              <p:cNvPr id="48" name="矩形: 圆角 47">
                <a:extLst>
                  <a:ext uri="{FF2B5EF4-FFF2-40B4-BE49-F238E27FC236}">
                    <a16:creationId xmlns:a16="http://schemas.microsoft.com/office/drawing/2014/main" id="{63C7ED74-9EA5-09B4-B970-5A889EF41879}"/>
                  </a:ext>
                </a:extLst>
              </p:cNvPr>
              <p:cNvSpPr/>
              <p:nvPr/>
            </p:nvSpPr>
            <p:spPr>
              <a:xfrm>
                <a:off x="1440000" y="648000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1VP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9" name="矩形: 圆角 48">
                <a:extLst>
                  <a:ext uri="{FF2B5EF4-FFF2-40B4-BE49-F238E27FC236}">
                    <a16:creationId xmlns:a16="http://schemas.microsoft.com/office/drawing/2014/main" id="{9F7D0FC1-37FA-830B-BC61-0ECA55AF00DA}"/>
                  </a:ext>
                </a:extLst>
              </p:cNvPr>
              <p:cNvSpPr/>
              <p:nvPr/>
            </p:nvSpPr>
            <p:spPr>
              <a:xfrm>
                <a:off x="2016000" y="648000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1J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0" name="矩形: 圆角 49">
                <a:extLst>
                  <a:ext uri="{FF2B5EF4-FFF2-40B4-BE49-F238E27FC236}">
                    <a16:creationId xmlns:a16="http://schemas.microsoft.com/office/drawing/2014/main" id="{6F71C7F2-ADEB-B7CB-3AF3-D6CC232A67BE}"/>
                  </a:ext>
                </a:extLst>
              </p:cNvPr>
              <p:cNvSpPr/>
              <p:nvPr/>
            </p:nvSpPr>
            <p:spPr>
              <a:xfrm>
                <a:off x="2592000" y="648000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2VP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1" name="矩形: 圆角 50">
                <a:extLst>
                  <a:ext uri="{FF2B5EF4-FFF2-40B4-BE49-F238E27FC236}">
                    <a16:creationId xmlns:a16="http://schemas.microsoft.com/office/drawing/2014/main" id="{AE9F4EB4-D6BA-EAC2-CCA0-8A9EB520B33F}"/>
                  </a:ext>
                </a:extLst>
              </p:cNvPr>
              <p:cNvSpPr/>
              <p:nvPr/>
            </p:nvSpPr>
            <p:spPr>
              <a:xfrm>
                <a:off x="3168000" y="648000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3VP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2" name="矩形: 圆角 51">
                <a:extLst>
                  <a:ext uri="{FF2B5EF4-FFF2-40B4-BE49-F238E27FC236}">
                    <a16:creationId xmlns:a16="http://schemas.microsoft.com/office/drawing/2014/main" id="{4CADE1F3-086E-9851-60E7-7A2BBC37395E}"/>
                  </a:ext>
                </a:extLst>
              </p:cNvPr>
              <p:cNvSpPr/>
              <p:nvPr/>
            </p:nvSpPr>
            <p:spPr>
              <a:xfrm>
                <a:off x="3744000" y="648000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2J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3" name="矩形: 圆角 52">
                <a:extLst>
                  <a:ext uri="{FF2B5EF4-FFF2-40B4-BE49-F238E27FC236}">
                    <a16:creationId xmlns:a16="http://schemas.microsoft.com/office/drawing/2014/main" id="{EA380338-B514-8755-7C70-A63940B2C3EB}"/>
                  </a:ext>
                </a:extLst>
              </p:cNvPr>
              <p:cNvSpPr/>
              <p:nvPr/>
            </p:nvSpPr>
            <p:spPr>
              <a:xfrm>
                <a:off x="4320000" y="648000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4VP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40" name="矩形: 圆角 139">
                <a:extLst>
                  <a:ext uri="{FF2B5EF4-FFF2-40B4-BE49-F238E27FC236}">
                    <a16:creationId xmlns:a16="http://schemas.microsoft.com/office/drawing/2014/main" id="{EDAF3F20-6F09-EFC4-D622-A1F2EC9A6883}"/>
                  </a:ext>
                </a:extLst>
              </p:cNvPr>
              <p:cNvSpPr/>
              <p:nvPr/>
            </p:nvSpPr>
            <p:spPr>
              <a:xfrm>
                <a:off x="4896000" y="648000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5VP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41" name="矩形: 圆角 140">
                <a:extLst>
                  <a:ext uri="{FF2B5EF4-FFF2-40B4-BE49-F238E27FC236}">
                    <a16:creationId xmlns:a16="http://schemas.microsoft.com/office/drawing/2014/main" id="{2C9B82EE-8CE0-4383-CB4E-901FB02167CD}"/>
                  </a:ext>
                </a:extLst>
              </p:cNvPr>
              <p:cNvSpPr/>
              <p:nvPr/>
            </p:nvSpPr>
            <p:spPr>
              <a:xfrm>
                <a:off x="5472000" y="648000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6VP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42" name="矩形: 圆角 141">
                <a:extLst>
                  <a:ext uri="{FF2B5EF4-FFF2-40B4-BE49-F238E27FC236}">
                    <a16:creationId xmlns:a16="http://schemas.microsoft.com/office/drawing/2014/main" id="{922F787E-4350-1AE1-C9F2-D7AAC81631E6}"/>
                  </a:ext>
                </a:extLst>
              </p:cNvPr>
              <p:cNvSpPr/>
              <p:nvPr/>
            </p:nvSpPr>
            <p:spPr>
              <a:xfrm>
                <a:off x="1440000" y="705600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3J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43" name="矩形: 圆角 142">
                <a:extLst>
                  <a:ext uri="{FF2B5EF4-FFF2-40B4-BE49-F238E27FC236}">
                    <a16:creationId xmlns:a16="http://schemas.microsoft.com/office/drawing/2014/main" id="{7D6EDA5F-0F2F-37F1-928F-0345D8242CBA}"/>
                  </a:ext>
                </a:extLst>
              </p:cNvPr>
              <p:cNvSpPr/>
              <p:nvPr/>
            </p:nvSpPr>
            <p:spPr>
              <a:xfrm>
                <a:off x="2016000" y="705600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7VP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44" name="矩形: 圆角 143">
                <a:extLst>
                  <a:ext uri="{FF2B5EF4-FFF2-40B4-BE49-F238E27FC236}">
                    <a16:creationId xmlns:a16="http://schemas.microsoft.com/office/drawing/2014/main" id="{31AB367A-8217-AF15-BBAC-B05EDAD28864}"/>
                  </a:ext>
                </a:extLst>
              </p:cNvPr>
              <p:cNvSpPr/>
              <p:nvPr/>
            </p:nvSpPr>
            <p:spPr>
              <a:xfrm>
                <a:off x="2592000" y="705600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8VP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57" name="矩形: 圆角 156">
                <a:extLst>
                  <a:ext uri="{FF2B5EF4-FFF2-40B4-BE49-F238E27FC236}">
                    <a16:creationId xmlns:a16="http://schemas.microsoft.com/office/drawing/2014/main" id="{9B1824A2-B4B5-1222-FA93-26C7B0AA2642}"/>
                  </a:ext>
                </a:extLst>
              </p:cNvPr>
              <p:cNvSpPr/>
              <p:nvPr/>
            </p:nvSpPr>
            <p:spPr>
              <a:xfrm>
                <a:off x="3168000" y="705600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9VP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58" name="矩形: 圆角 157">
                <a:extLst>
                  <a:ext uri="{FF2B5EF4-FFF2-40B4-BE49-F238E27FC236}">
                    <a16:creationId xmlns:a16="http://schemas.microsoft.com/office/drawing/2014/main" id="{34383C64-35B9-FD7B-651A-FCFD1BB6F5D6}"/>
                  </a:ext>
                </a:extLst>
              </p:cNvPr>
              <p:cNvSpPr/>
              <p:nvPr/>
            </p:nvSpPr>
            <p:spPr>
              <a:xfrm>
                <a:off x="3744000" y="705600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10</a:t>
                </a:r>
              </a:p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VP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59" name="矩形: 圆角 158">
                <a:extLst>
                  <a:ext uri="{FF2B5EF4-FFF2-40B4-BE49-F238E27FC236}">
                    <a16:creationId xmlns:a16="http://schemas.microsoft.com/office/drawing/2014/main" id="{35BD7A1D-C357-D87D-56DE-7C80617EFDC2}"/>
                  </a:ext>
                </a:extLst>
              </p:cNvPr>
              <p:cNvSpPr/>
              <p:nvPr/>
            </p:nvSpPr>
            <p:spPr>
              <a:xfrm>
                <a:off x="4320000" y="705600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4J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0" name="矩形: 圆角 159">
                <a:extLst>
                  <a:ext uri="{FF2B5EF4-FFF2-40B4-BE49-F238E27FC236}">
                    <a16:creationId xmlns:a16="http://schemas.microsoft.com/office/drawing/2014/main" id="{936AA049-C33D-ECD0-6EC6-8ACBE33DCC76}"/>
                  </a:ext>
                </a:extLst>
              </p:cNvPr>
              <p:cNvSpPr/>
              <p:nvPr/>
            </p:nvSpPr>
            <p:spPr>
              <a:xfrm>
                <a:off x="4896000" y="705600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11</a:t>
                </a:r>
              </a:p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VP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1" name="矩形: 圆角 160">
                <a:extLst>
                  <a:ext uri="{FF2B5EF4-FFF2-40B4-BE49-F238E27FC236}">
                    <a16:creationId xmlns:a16="http://schemas.microsoft.com/office/drawing/2014/main" id="{3DDFA145-7BDB-E5CB-88FA-4594B2C091CC}"/>
                  </a:ext>
                </a:extLst>
              </p:cNvPr>
              <p:cNvSpPr/>
              <p:nvPr/>
            </p:nvSpPr>
            <p:spPr>
              <a:xfrm>
                <a:off x="5472000" y="705600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12</a:t>
                </a:r>
              </a:p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VP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62" name="组合 161">
              <a:extLst>
                <a:ext uri="{FF2B5EF4-FFF2-40B4-BE49-F238E27FC236}">
                  <a16:creationId xmlns:a16="http://schemas.microsoft.com/office/drawing/2014/main" id="{B14F9F9D-8971-1623-E557-CCCCC722A963}"/>
                </a:ext>
              </a:extLst>
            </p:cNvPr>
            <p:cNvGrpSpPr/>
            <p:nvPr/>
          </p:nvGrpSpPr>
          <p:grpSpPr>
            <a:xfrm>
              <a:off x="8095128" y="5921906"/>
              <a:ext cx="6912000" cy="576000"/>
              <a:chOff x="864000" y="4365450"/>
              <a:chExt cx="6912000" cy="576000"/>
            </a:xfrm>
          </p:grpSpPr>
          <p:sp>
            <p:nvSpPr>
              <p:cNvPr id="163" name="矩形: 圆角 162">
                <a:extLst>
                  <a:ext uri="{FF2B5EF4-FFF2-40B4-BE49-F238E27FC236}">
                    <a16:creationId xmlns:a16="http://schemas.microsoft.com/office/drawing/2014/main" id="{B570D59D-FA18-B326-1D43-718BB9168EAB}"/>
                  </a:ext>
                </a:extLst>
              </p:cNvPr>
              <p:cNvSpPr/>
              <p:nvPr/>
            </p:nvSpPr>
            <p:spPr>
              <a:xfrm>
                <a:off x="1440000" y="436545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0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4" name="矩形: 圆角 163">
                <a:extLst>
                  <a:ext uri="{FF2B5EF4-FFF2-40B4-BE49-F238E27FC236}">
                    <a16:creationId xmlns:a16="http://schemas.microsoft.com/office/drawing/2014/main" id="{2AEFB563-3BCA-306D-498A-99BD52D234FE}"/>
                  </a:ext>
                </a:extLst>
              </p:cNvPr>
              <p:cNvSpPr/>
              <p:nvPr/>
            </p:nvSpPr>
            <p:spPr>
              <a:xfrm>
                <a:off x="2016000" y="436545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1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5" name="矩形: 圆角 164">
                <a:extLst>
                  <a:ext uri="{FF2B5EF4-FFF2-40B4-BE49-F238E27FC236}">
                    <a16:creationId xmlns:a16="http://schemas.microsoft.com/office/drawing/2014/main" id="{3FA12FDE-8B23-05CF-9744-AE269E0A981E}"/>
                  </a:ext>
                </a:extLst>
              </p:cNvPr>
              <p:cNvSpPr/>
              <p:nvPr/>
            </p:nvSpPr>
            <p:spPr>
              <a:xfrm>
                <a:off x="2592000" y="436545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2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6" name="矩形: 圆角 165">
                <a:extLst>
                  <a:ext uri="{FF2B5EF4-FFF2-40B4-BE49-F238E27FC236}">
                    <a16:creationId xmlns:a16="http://schemas.microsoft.com/office/drawing/2014/main" id="{9CBF6828-312C-CFA6-0D78-1ECC9FA13D08}"/>
                  </a:ext>
                </a:extLst>
              </p:cNvPr>
              <p:cNvSpPr/>
              <p:nvPr/>
            </p:nvSpPr>
            <p:spPr>
              <a:xfrm>
                <a:off x="3168000" y="436545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3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7" name="矩形: 圆角 166">
                <a:extLst>
                  <a:ext uri="{FF2B5EF4-FFF2-40B4-BE49-F238E27FC236}">
                    <a16:creationId xmlns:a16="http://schemas.microsoft.com/office/drawing/2014/main" id="{47BF4E9A-8117-AAF8-E55F-B7734CB615C2}"/>
                  </a:ext>
                </a:extLst>
              </p:cNvPr>
              <p:cNvSpPr/>
              <p:nvPr/>
            </p:nvSpPr>
            <p:spPr>
              <a:xfrm>
                <a:off x="3744000" y="436545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4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8" name="矩形: 圆角 167">
                <a:extLst>
                  <a:ext uri="{FF2B5EF4-FFF2-40B4-BE49-F238E27FC236}">
                    <a16:creationId xmlns:a16="http://schemas.microsoft.com/office/drawing/2014/main" id="{71A55878-9025-AFB9-1DD3-85EFC2684188}"/>
                  </a:ext>
                </a:extLst>
              </p:cNvPr>
              <p:cNvSpPr/>
              <p:nvPr/>
            </p:nvSpPr>
            <p:spPr>
              <a:xfrm>
                <a:off x="4320000" y="436545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5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9" name="矩形: 圆角 168">
                <a:extLst>
                  <a:ext uri="{FF2B5EF4-FFF2-40B4-BE49-F238E27FC236}">
                    <a16:creationId xmlns:a16="http://schemas.microsoft.com/office/drawing/2014/main" id="{86AA8547-B575-654C-EE60-6CED55470D77}"/>
                  </a:ext>
                </a:extLst>
              </p:cNvPr>
              <p:cNvSpPr/>
              <p:nvPr/>
            </p:nvSpPr>
            <p:spPr>
              <a:xfrm>
                <a:off x="4896000" y="436545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6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70" name="矩形: 圆角 169">
                <a:extLst>
                  <a:ext uri="{FF2B5EF4-FFF2-40B4-BE49-F238E27FC236}">
                    <a16:creationId xmlns:a16="http://schemas.microsoft.com/office/drawing/2014/main" id="{B58E4DB6-8604-9DA1-C8B2-BEB8B36D514F}"/>
                  </a:ext>
                </a:extLst>
              </p:cNvPr>
              <p:cNvSpPr/>
              <p:nvPr/>
            </p:nvSpPr>
            <p:spPr>
              <a:xfrm>
                <a:off x="5472000" y="436545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7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71" name="矩形: 圆角 170">
                <a:extLst>
                  <a:ext uri="{FF2B5EF4-FFF2-40B4-BE49-F238E27FC236}">
                    <a16:creationId xmlns:a16="http://schemas.microsoft.com/office/drawing/2014/main" id="{48376A09-C4FC-F8D8-2DC2-E48C80F116C6}"/>
                  </a:ext>
                </a:extLst>
              </p:cNvPr>
              <p:cNvSpPr/>
              <p:nvPr/>
            </p:nvSpPr>
            <p:spPr>
              <a:xfrm>
                <a:off x="6048000" y="436545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8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72" name="矩形: 圆角 171">
                <a:extLst>
                  <a:ext uri="{FF2B5EF4-FFF2-40B4-BE49-F238E27FC236}">
                    <a16:creationId xmlns:a16="http://schemas.microsoft.com/office/drawing/2014/main" id="{40A4DE0E-58F9-FD94-E3FF-08CE2A42A33D}"/>
                  </a:ext>
                </a:extLst>
              </p:cNvPr>
              <p:cNvSpPr/>
              <p:nvPr/>
            </p:nvSpPr>
            <p:spPr>
              <a:xfrm>
                <a:off x="6624000" y="436545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9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73" name="矩形: 圆角 172">
                <a:extLst>
                  <a:ext uri="{FF2B5EF4-FFF2-40B4-BE49-F238E27FC236}">
                    <a16:creationId xmlns:a16="http://schemas.microsoft.com/office/drawing/2014/main" id="{FF9B9411-30C6-7A0B-F03E-7605AB0E8DDB}"/>
                  </a:ext>
                </a:extLst>
              </p:cNvPr>
              <p:cNvSpPr/>
              <p:nvPr/>
            </p:nvSpPr>
            <p:spPr>
              <a:xfrm>
                <a:off x="7200000" y="436545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10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74" name="矩形: 圆角 173">
                <a:extLst>
                  <a:ext uri="{FF2B5EF4-FFF2-40B4-BE49-F238E27FC236}">
                    <a16:creationId xmlns:a16="http://schemas.microsoft.com/office/drawing/2014/main" id="{A32A257B-3AAE-FE57-0615-DB943F87894A}"/>
                  </a:ext>
                </a:extLst>
              </p:cNvPr>
              <p:cNvSpPr/>
              <p:nvPr/>
            </p:nvSpPr>
            <p:spPr>
              <a:xfrm>
                <a:off x="864000" y="4365450"/>
                <a:ext cx="576000" cy="57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400" dirty="0">
                    <a:solidFill>
                      <a:schemeClr val="tx1"/>
                    </a:solidFill>
                  </a:rPr>
                  <a:t>军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7871475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3BFAADEE-D30E-416B-4176-983203622AF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444" t="14730" r="19228" b="39669"/>
          <a:stretch>
            <a:fillRect/>
          </a:stretch>
        </p:blipFill>
        <p:spPr>
          <a:xfrm>
            <a:off x="0" y="306494"/>
            <a:ext cx="15101340" cy="951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36819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主题​​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13922</TotalTime>
  <Words>1009</Words>
  <Application>Microsoft Office PowerPoint</Application>
  <PresentationFormat>自定义</PresentationFormat>
  <Paragraphs>863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3" baseType="lpstr">
      <vt:lpstr>微软雅黑</vt:lpstr>
      <vt:lpstr>Aptos</vt:lpstr>
      <vt:lpstr>Aptos Display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Zijie Li</dc:creator>
  <cp:lastModifiedBy>Zijie Li</cp:lastModifiedBy>
  <cp:revision>20</cp:revision>
  <dcterms:created xsi:type="dcterms:W3CDTF">2026-04-26T09:40:19Z</dcterms:created>
  <dcterms:modified xsi:type="dcterms:W3CDTF">2026-06-09T00:36:29Z</dcterms:modified>
</cp:coreProperties>
</file>